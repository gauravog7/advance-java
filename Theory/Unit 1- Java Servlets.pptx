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3.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4.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5.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6.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7.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8.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9.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0.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1.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2.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notesSlides/notesSlide13.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14.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15.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16.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notesSlides/notesSlide17.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18.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19.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20.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notesSlides/notesSlide21.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notesSlides/notesSlide22.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notesSlides/notesSlide23.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24.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25.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26.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notesSlides/notesSlide27.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notesSlides/notesSlide28.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notesSlides/notesSlide29.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notesSlides/notesSlide30.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notesSlides/notesSlide31.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notesSlides/notesSlide32.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notesSlides/notesSlide33.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notesSlides/notesSlide34.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notesSlides/notesSlide35.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notesSlides/notesSlide36.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notesSlides/notesSlide37.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notesSlides/notesSlide38.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notesSlides/notesSlide39.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notesSlides/notesSlide40.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notesSlides/notesSlide41.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notesSlides/notesSlide42.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notesSlides/notesSlide43.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notesSlides/notesSlide44.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notesSlides/notesSlide45.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notesSlides/notesSlide46.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notesSlides/notesSlide47.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notesSlides/notesSlide48.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notesSlides/notesSlide49.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notesSlides/notesSlide50.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256" r:id="rId2"/>
    <p:sldId id="323" r:id="rId3"/>
    <p:sldId id="324" r:id="rId4"/>
    <p:sldId id="325" r:id="rId5"/>
    <p:sldId id="326" r:id="rId6"/>
    <p:sldId id="328" r:id="rId7"/>
    <p:sldId id="329" r:id="rId8"/>
    <p:sldId id="330" r:id="rId9"/>
    <p:sldId id="331" r:id="rId10"/>
    <p:sldId id="340" r:id="rId11"/>
    <p:sldId id="335" r:id="rId12"/>
    <p:sldId id="336" r:id="rId13"/>
    <p:sldId id="337" r:id="rId14"/>
    <p:sldId id="338" r:id="rId15"/>
    <p:sldId id="350" r:id="rId16"/>
    <p:sldId id="351" r:id="rId17"/>
    <p:sldId id="352" r:id="rId18"/>
    <p:sldId id="353" r:id="rId19"/>
    <p:sldId id="357" r:id="rId20"/>
    <p:sldId id="343" r:id="rId21"/>
    <p:sldId id="344" r:id="rId22"/>
    <p:sldId id="345" r:id="rId23"/>
    <p:sldId id="346" r:id="rId24"/>
    <p:sldId id="347" r:id="rId25"/>
    <p:sldId id="348" r:id="rId26"/>
    <p:sldId id="349" r:id="rId27"/>
    <p:sldId id="355" r:id="rId28"/>
    <p:sldId id="378" r:id="rId29"/>
    <p:sldId id="379" r:id="rId30"/>
    <p:sldId id="356" r:id="rId31"/>
    <p:sldId id="358" r:id="rId32"/>
    <p:sldId id="359" r:id="rId33"/>
    <p:sldId id="360" r:id="rId34"/>
    <p:sldId id="361" r:id="rId35"/>
    <p:sldId id="362" r:id="rId36"/>
    <p:sldId id="363" r:id="rId37"/>
    <p:sldId id="364"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 id="377" r:id="rId51"/>
    <p:sldId id="380" r:id="rId52"/>
    <p:sldId id="381" r:id="rId53"/>
    <p:sldId id="382" r:id="rId54"/>
    <p:sldId id="383" r:id="rId55"/>
    <p:sldId id="384" r:id="rId56"/>
    <p:sldId id="385" r:id="rId57"/>
    <p:sldId id="386" r:id="rId58"/>
    <p:sldId id="387" r:id="rId59"/>
    <p:sldId id="388" r:id="rId60"/>
    <p:sldId id="389" r:id="rId61"/>
    <p:sldId id="322" r:id="rId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15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A5DF9-C080-40DF-AEA1-F94EF514F022}" type="datetimeFigureOut">
              <a:rPr lang="en-IN" smtClean="0"/>
              <a:t>22-07-2026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D50827-86A0-43E8-81BB-EFC33F46E68C}" type="slidenum">
              <a:rPr lang="en-IN" smtClean="0"/>
              <a:t>‹#›</a:t>
            </a:fld>
            <a:endParaRPr lang="en-IN"/>
          </a:p>
        </p:txBody>
      </p:sp>
    </p:spTree>
    <p:extLst>
      <p:ext uri="{BB962C8B-B14F-4D97-AF65-F5344CB8AC3E}">
        <p14:creationId xmlns:p14="http://schemas.microsoft.com/office/powerpoint/2010/main" val="3441764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1D341-4CC9-AFB7-DDC5-82044A7A5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71EE3-4067-8893-CDE6-6505B8021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FD01D-C3AC-C682-272F-D6497509D1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BABAAB1-926D-0C2D-0E91-92DF53259229}"/>
              </a:ext>
            </a:extLst>
          </p:cNvPr>
          <p:cNvSpPr>
            <a:spLocks noGrp="1"/>
          </p:cNvSpPr>
          <p:nvPr>
            <p:ph type="sldNum" sz="quarter" idx="5"/>
          </p:nvPr>
        </p:nvSpPr>
        <p:spPr/>
        <p:txBody>
          <a:bodyPr/>
          <a:lstStyle/>
          <a:p>
            <a:fld id="{91D50827-86A0-43E8-81BB-EFC33F46E68C}" type="slidenum">
              <a:rPr lang="en-IN" smtClean="0"/>
              <a:t>10</a:t>
            </a:fld>
            <a:endParaRPr lang="en-IN"/>
          </a:p>
        </p:txBody>
      </p:sp>
    </p:spTree>
    <p:extLst>
      <p:ext uri="{BB962C8B-B14F-4D97-AF65-F5344CB8AC3E}">
        <p14:creationId xmlns:p14="http://schemas.microsoft.com/office/powerpoint/2010/main" val="3411503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954C2-4E29-7B05-57F9-9E246CC69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301D9-5421-AE1D-924B-19BD2BC041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18806-8B63-A5BD-6FFA-3B7A5721F4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9E2F81-4F59-9FD6-307D-8C3B9273A663}"/>
              </a:ext>
            </a:extLst>
          </p:cNvPr>
          <p:cNvSpPr>
            <a:spLocks noGrp="1"/>
          </p:cNvSpPr>
          <p:nvPr>
            <p:ph type="sldNum" sz="quarter" idx="5"/>
          </p:nvPr>
        </p:nvSpPr>
        <p:spPr/>
        <p:txBody>
          <a:bodyPr/>
          <a:lstStyle/>
          <a:p>
            <a:fld id="{91D50827-86A0-43E8-81BB-EFC33F46E68C}" type="slidenum">
              <a:rPr lang="en-IN" smtClean="0"/>
              <a:t>11</a:t>
            </a:fld>
            <a:endParaRPr lang="en-IN"/>
          </a:p>
        </p:txBody>
      </p:sp>
    </p:spTree>
    <p:extLst>
      <p:ext uri="{BB962C8B-B14F-4D97-AF65-F5344CB8AC3E}">
        <p14:creationId xmlns:p14="http://schemas.microsoft.com/office/powerpoint/2010/main" val="1005877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96631-F330-2AEB-5FAE-9AEB2264D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D360D-0462-D51D-B1CD-B3D7D1FE7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482BD-1454-62B4-866A-20A743B697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2581C86-B331-7E42-7B5B-F6D3D6FB4850}"/>
              </a:ext>
            </a:extLst>
          </p:cNvPr>
          <p:cNvSpPr>
            <a:spLocks noGrp="1"/>
          </p:cNvSpPr>
          <p:nvPr>
            <p:ph type="sldNum" sz="quarter" idx="5"/>
          </p:nvPr>
        </p:nvSpPr>
        <p:spPr/>
        <p:txBody>
          <a:bodyPr/>
          <a:lstStyle/>
          <a:p>
            <a:fld id="{91D50827-86A0-43E8-81BB-EFC33F46E68C}" type="slidenum">
              <a:rPr lang="en-IN" smtClean="0"/>
              <a:t>12</a:t>
            </a:fld>
            <a:endParaRPr lang="en-IN"/>
          </a:p>
        </p:txBody>
      </p:sp>
    </p:spTree>
    <p:extLst>
      <p:ext uri="{BB962C8B-B14F-4D97-AF65-F5344CB8AC3E}">
        <p14:creationId xmlns:p14="http://schemas.microsoft.com/office/powerpoint/2010/main" val="3438294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09257-78BE-114A-11F4-2C16BEA93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6E8C4-6CD4-CC40-510C-9058B158B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0F923-534B-D7C2-B256-400550654B0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0D31D58-4F01-7EC7-E38C-5F00EBEF0E3E}"/>
              </a:ext>
            </a:extLst>
          </p:cNvPr>
          <p:cNvSpPr>
            <a:spLocks noGrp="1"/>
          </p:cNvSpPr>
          <p:nvPr>
            <p:ph type="sldNum" sz="quarter" idx="5"/>
          </p:nvPr>
        </p:nvSpPr>
        <p:spPr/>
        <p:txBody>
          <a:bodyPr/>
          <a:lstStyle/>
          <a:p>
            <a:fld id="{91D50827-86A0-43E8-81BB-EFC33F46E68C}" type="slidenum">
              <a:rPr lang="en-IN" smtClean="0"/>
              <a:t>13</a:t>
            </a:fld>
            <a:endParaRPr lang="en-IN"/>
          </a:p>
        </p:txBody>
      </p:sp>
    </p:spTree>
    <p:extLst>
      <p:ext uri="{BB962C8B-B14F-4D97-AF65-F5344CB8AC3E}">
        <p14:creationId xmlns:p14="http://schemas.microsoft.com/office/powerpoint/2010/main" val="1353656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8E4DA-74C5-9621-21CF-811457BB5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5975A-0F2F-65C5-37CE-FB5B3FF35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33E69-1371-5E26-305F-28F489DE3D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8C7DF6D-22EB-F3B6-7018-FE3D1CBFFB05}"/>
              </a:ext>
            </a:extLst>
          </p:cNvPr>
          <p:cNvSpPr>
            <a:spLocks noGrp="1"/>
          </p:cNvSpPr>
          <p:nvPr>
            <p:ph type="sldNum" sz="quarter" idx="5"/>
          </p:nvPr>
        </p:nvSpPr>
        <p:spPr/>
        <p:txBody>
          <a:bodyPr/>
          <a:lstStyle/>
          <a:p>
            <a:fld id="{91D50827-86A0-43E8-81BB-EFC33F46E68C}" type="slidenum">
              <a:rPr lang="en-IN" smtClean="0"/>
              <a:t>14</a:t>
            </a:fld>
            <a:endParaRPr lang="en-IN"/>
          </a:p>
        </p:txBody>
      </p:sp>
    </p:spTree>
    <p:extLst>
      <p:ext uri="{BB962C8B-B14F-4D97-AF65-F5344CB8AC3E}">
        <p14:creationId xmlns:p14="http://schemas.microsoft.com/office/powerpoint/2010/main" val="1859019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49607-45EB-5770-608D-036601CCD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1F87A-DB05-2092-F911-08F958A32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0C47C-FD8D-4F26-871B-085E5E5E14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D3FDD7-57B9-B09E-4C20-C9D3E66611CD}"/>
              </a:ext>
            </a:extLst>
          </p:cNvPr>
          <p:cNvSpPr>
            <a:spLocks noGrp="1"/>
          </p:cNvSpPr>
          <p:nvPr>
            <p:ph type="sldNum" sz="quarter" idx="5"/>
          </p:nvPr>
        </p:nvSpPr>
        <p:spPr/>
        <p:txBody>
          <a:bodyPr/>
          <a:lstStyle/>
          <a:p>
            <a:fld id="{91D50827-86A0-43E8-81BB-EFC33F46E68C}" type="slidenum">
              <a:rPr lang="en-IN" smtClean="0"/>
              <a:t>15</a:t>
            </a:fld>
            <a:endParaRPr lang="en-IN"/>
          </a:p>
        </p:txBody>
      </p:sp>
    </p:spTree>
    <p:extLst>
      <p:ext uri="{BB962C8B-B14F-4D97-AF65-F5344CB8AC3E}">
        <p14:creationId xmlns:p14="http://schemas.microsoft.com/office/powerpoint/2010/main" val="3369167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F3912-7B3A-4D8B-3089-C2874DB12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EB366-9F94-D895-8886-757A47C182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CB5F1-5C3F-6F7B-FE19-B9DCF21020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6A13AF-C2AA-A8FF-BDD3-9FFF44A4F22D}"/>
              </a:ext>
            </a:extLst>
          </p:cNvPr>
          <p:cNvSpPr>
            <a:spLocks noGrp="1"/>
          </p:cNvSpPr>
          <p:nvPr>
            <p:ph type="sldNum" sz="quarter" idx="5"/>
          </p:nvPr>
        </p:nvSpPr>
        <p:spPr/>
        <p:txBody>
          <a:bodyPr/>
          <a:lstStyle/>
          <a:p>
            <a:fld id="{91D50827-86A0-43E8-81BB-EFC33F46E68C}" type="slidenum">
              <a:rPr lang="en-IN" smtClean="0"/>
              <a:t>16</a:t>
            </a:fld>
            <a:endParaRPr lang="en-IN"/>
          </a:p>
        </p:txBody>
      </p:sp>
    </p:spTree>
    <p:extLst>
      <p:ext uri="{BB962C8B-B14F-4D97-AF65-F5344CB8AC3E}">
        <p14:creationId xmlns:p14="http://schemas.microsoft.com/office/powerpoint/2010/main" val="542721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1E424-FAAC-ACF4-BD35-25B85918E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515EC-B993-67A2-33DF-4020CB26C3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6BDAE-6F0D-2437-8856-1456292136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777ACE-C1AD-0F7B-D0B8-15040D83E05F}"/>
              </a:ext>
            </a:extLst>
          </p:cNvPr>
          <p:cNvSpPr>
            <a:spLocks noGrp="1"/>
          </p:cNvSpPr>
          <p:nvPr>
            <p:ph type="sldNum" sz="quarter" idx="5"/>
          </p:nvPr>
        </p:nvSpPr>
        <p:spPr/>
        <p:txBody>
          <a:bodyPr/>
          <a:lstStyle/>
          <a:p>
            <a:fld id="{91D50827-86A0-43E8-81BB-EFC33F46E68C}" type="slidenum">
              <a:rPr lang="en-IN" smtClean="0"/>
              <a:t>17</a:t>
            </a:fld>
            <a:endParaRPr lang="en-IN"/>
          </a:p>
        </p:txBody>
      </p:sp>
    </p:spTree>
    <p:extLst>
      <p:ext uri="{BB962C8B-B14F-4D97-AF65-F5344CB8AC3E}">
        <p14:creationId xmlns:p14="http://schemas.microsoft.com/office/powerpoint/2010/main" val="1646417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955D1-173C-A388-FAD6-D0E187813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733CE-EF48-BBAD-05F0-A43FCE912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E78BC-976D-5C23-89A4-A7244C15070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44F253D-3735-A953-7A8C-8C23727ECF98}"/>
              </a:ext>
            </a:extLst>
          </p:cNvPr>
          <p:cNvSpPr>
            <a:spLocks noGrp="1"/>
          </p:cNvSpPr>
          <p:nvPr>
            <p:ph type="sldNum" sz="quarter" idx="5"/>
          </p:nvPr>
        </p:nvSpPr>
        <p:spPr/>
        <p:txBody>
          <a:bodyPr/>
          <a:lstStyle/>
          <a:p>
            <a:fld id="{91D50827-86A0-43E8-81BB-EFC33F46E68C}" type="slidenum">
              <a:rPr lang="en-IN" smtClean="0"/>
              <a:t>18</a:t>
            </a:fld>
            <a:endParaRPr lang="en-IN"/>
          </a:p>
        </p:txBody>
      </p:sp>
    </p:spTree>
    <p:extLst>
      <p:ext uri="{BB962C8B-B14F-4D97-AF65-F5344CB8AC3E}">
        <p14:creationId xmlns:p14="http://schemas.microsoft.com/office/powerpoint/2010/main" val="256513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9B70-AEE1-D86E-08B4-4E65D75BA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45855-FDF3-6567-F52F-39063CC6D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A9978-169D-F5A4-DC13-73649BB6D91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0F6BFB7-8B9A-B3DA-180A-CE7199492577}"/>
              </a:ext>
            </a:extLst>
          </p:cNvPr>
          <p:cNvSpPr>
            <a:spLocks noGrp="1"/>
          </p:cNvSpPr>
          <p:nvPr>
            <p:ph type="sldNum" sz="quarter" idx="5"/>
          </p:nvPr>
        </p:nvSpPr>
        <p:spPr/>
        <p:txBody>
          <a:bodyPr/>
          <a:lstStyle/>
          <a:p>
            <a:fld id="{91D50827-86A0-43E8-81BB-EFC33F46E68C}" type="slidenum">
              <a:rPr lang="en-IN" smtClean="0"/>
              <a:t>19</a:t>
            </a:fld>
            <a:endParaRPr lang="en-IN"/>
          </a:p>
        </p:txBody>
      </p:sp>
    </p:spTree>
    <p:extLst>
      <p:ext uri="{BB962C8B-B14F-4D97-AF65-F5344CB8AC3E}">
        <p14:creationId xmlns:p14="http://schemas.microsoft.com/office/powerpoint/2010/main" val="3593381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A1BA3-1D05-A7A0-CFFB-EEC189251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F7DC6-1E0C-C031-A69C-6C251DF109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C8DBE7-A7A7-A4F9-1AD7-5AD5BC9937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D5F339-0FE8-F7F3-CBE5-8AEEFD13BD99}"/>
              </a:ext>
            </a:extLst>
          </p:cNvPr>
          <p:cNvSpPr>
            <a:spLocks noGrp="1"/>
          </p:cNvSpPr>
          <p:nvPr>
            <p:ph type="sldNum" sz="quarter" idx="5"/>
          </p:nvPr>
        </p:nvSpPr>
        <p:spPr/>
        <p:txBody>
          <a:bodyPr/>
          <a:lstStyle/>
          <a:p>
            <a:fld id="{91D50827-86A0-43E8-81BB-EFC33F46E68C}" type="slidenum">
              <a:rPr lang="en-IN" smtClean="0"/>
              <a:t>20</a:t>
            </a:fld>
            <a:endParaRPr lang="en-IN"/>
          </a:p>
        </p:txBody>
      </p:sp>
    </p:spTree>
    <p:extLst>
      <p:ext uri="{BB962C8B-B14F-4D97-AF65-F5344CB8AC3E}">
        <p14:creationId xmlns:p14="http://schemas.microsoft.com/office/powerpoint/2010/main" val="4215289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5BF11-3464-C905-AD51-6439E79C2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F0FC0-DA23-703A-B38B-97141C213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330C5C-150B-786B-9F4C-2265BB1528B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2E2BADF-2EA1-9DAD-D70E-FD24DBE6D652}"/>
              </a:ext>
            </a:extLst>
          </p:cNvPr>
          <p:cNvSpPr>
            <a:spLocks noGrp="1"/>
          </p:cNvSpPr>
          <p:nvPr>
            <p:ph type="sldNum" sz="quarter" idx="5"/>
          </p:nvPr>
        </p:nvSpPr>
        <p:spPr/>
        <p:txBody>
          <a:bodyPr/>
          <a:lstStyle/>
          <a:p>
            <a:fld id="{91D50827-86A0-43E8-81BB-EFC33F46E68C}" type="slidenum">
              <a:rPr lang="en-IN" smtClean="0"/>
              <a:t>21</a:t>
            </a:fld>
            <a:endParaRPr lang="en-IN"/>
          </a:p>
        </p:txBody>
      </p:sp>
    </p:spTree>
    <p:extLst>
      <p:ext uri="{BB962C8B-B14F-4D97-AF65-F5344CB8AC3E}">
        <p14:creationId xmlns:p14="http://schemas.microsoft.com/office/powerpoint/2010/main" val="408506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B5256-A6B1-CD63-B38E-A07CBFB35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554AE-B64C-AAEE-3698-B1089E49B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A3612-A54F-A6F7-7828-8F09C795FBE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04516E6-5645-0086-D94C-1A5B6B160A3E}"/>
              </a:ext>
            </a:extLst>
          </p:cNvPr>
          <p:cNvSpPr>
            <a:spLocks noGrp="1"/>
          </p:cNvSpPr>
          <p:nvPr>
            <p:ph type="sldNum" sz="quarter" idx="5"/>
          </p:nvPr>
        </p:nvSpPr>
        <p:spPr/>
        <p:txBody>
          <a:bodyPr/>
          <a:lstStyle/>
          <a:p>
            <a:fld id="{91D50827-86A0-43E8-81BB-EFC33F46E68C}" type="slidenum">
              <a:rPr lang="en-IN" smtClean="0"/>
              <a:t>22</a:t>
            </a:fld>
            <a:endParaRPr lang="en-IN"/>
          </a:p>
        </p:txBody>
      </p:sp>
    </p:spTree>
    <p:extLst>
      <p:ext uri="{BB962C8B-B14F-4D97-AF65-F5344CB8AC3E}">
        <p14:creationId xmlns:p14="http://schemas.microsoft.com/office/powerpoint/2010/main" val="8745343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CA816-9C23-B84D-1C5B-F5CA19C5D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6373F-8240-C202-C8C1-746D18230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E6FA2-82DC-D119-F944-94C79847F83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A64D7C-5F4D-D8A1-9A0A-1AAA7565028B}"/>
              </a:ext>
            </a:extLst>
          </p:cNvPr>
          <p:cNvSpPr>
            <a:spLocks noGrp="1"/>
          </p:cNvSpPr>
          <p:nvPr>
            <p:ph type="sldNum" sz="quarter" idx="5"/>
          </p:nvPr>
        </p:nvSpPr>
        <p:spPr/>
        <p:txBody>
          <a:bodyPr/>
          <a:lstStyle/>
          <a:p>
            <a:fld id="{91D50827-86A0-43E8-81BB-EFC33F46E68C}" type="slidenum">
              <a:rPr lang="en-IN" smtClean="0"/>
              <a:t>23</a:t>
            </a:fld>
            <a:endParaRPr lang="en-IN"/>
          </a:p>
        </p:txBody>
      </p:sp>
    </p:spTree>
    <p:extLst>
      <p:ext uri="{BB962C8B-B14F-4D97-AF65-F5344CB8AC3E}">
        <p14:creationId xmlns:p14="http://schemas.microsoft.com/office/powerpoint/2010/main" val="2060025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27CE3-454D-BD47-6280-74EFDD1FB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93AED-C72F-139D-9270-28B9548E7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5AF19-B601-3181-F885-572ABC65E2E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36624D-F1B3-3707-44BA-2E683A9DFB84}"/>
              </a:ext>
            </a:extLst>
          </p:cNvPr>
          <p:cNvSpPr>
            <a:spLocks noGrp="1"/>
          </p:cNvSpPr>
          <p:nvPr>
            <p:ph type="sldNum" sz="quarter" idx="5"/>
          </p:nvPr>
        </p:nvSpPr>
        <p:spPr/>
        <p:txBody>
          <a:bodyPr/>
          <a:lstStyle/>
          <a:p>
            <a:fld id="{91D50827-86A0-43E8-81BB-EFC33F46E68C}" type="slidenum">
              <a:rPr lang="en-IN" smtClean="0"/>
              <a:t>24</a:t>
            </a:fld>
            <a:endParaRPr lang="en-IN"/>
          </a:p>
        </p:txBody>
      </p:sp>
    </p:spTree>
    <p:extLst>
      <p:ext uri="{BB962C8B-B14F-4D97-AF65-F5344CB8AC3E}">
        <p14:creationId xmlns:p14="http://schemas.microsoft.com/office/powerpoint/2010/main" val="939645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6E410-8DDE-B7D6-3EE3-AACD39D47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FDE59-1454-4265-93C9-95B2F4BB4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1F9693-C243-B02B-B1D8-7EF7EB76D36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80D330-CB81-4014-F872-4B64C71F3502}"/>
              </a:ext>
            </a:extLst>
          </p:cNvPr>
          <p:cNvSpPr>
            <a:spLocks noGrp="1"/>
          </p:cNvSpPr>
          <p:nvPr>
            <p:ph type="sldNum" sz="quarter" idx="5"/>
          </p:nvPr>
        </p:nvSpPr>
        <p:spPr/>
        <p:txBody>
          <a:bodyPr/>
          <a:lstStyle/>
          <a:p>
            <a:fld id="{91D50827-86A0-43E8-81BB-EFC33F46E68C}" type="slidenum">
              <a:rPr lang="en-IN" smtClean="0"/>
              <a:t>25</a:t>
            </a:fld>
            <a:endParaRPr lang="en-IN"/>
          </a:p>
        </p:txBody>
      </p:sp>
    </p:spTree>
    <p:extLst>
      <p:ext uri="{BB962C8B-B14F-4D97-AF65-F5344CB8AC3E}">
        <p14:creationId xmlns:p14="http://schemas.microsoft.com/office/powerpoint/2010/main" val="19159577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A9990-01EA-C451-CE87-675D624CA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3D617-CB9E-9411-EB04-AB6A11EB0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0D5B5-1C63-A861-5245-C597C2578A7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359B94-75CA-3591-2ED1-3DC1871B8AC8}"/>
              </a:ext>
            </a:extLst>
          </p:cNvPr>
          <p:cNvSpPr>
            <a:spLocks noGrp="1"/>
          </p:cNvSpPr>
          <p:nvPr>
            <p:ph type="sldNum" sz="quarter" idx="5"/>
          </p:nvPr>
        </p:nvSpPr>
        <p:spPr/>
        <p:txBody>
          <a:bodyPr/>
          <a:lstStyle/>
          <a:p>
            <a:fld id="{91D50827-86A0-43E8-81BB-EFC33F46E68C}" type="slidenum">
              <a:rPr lang="en-IN" smtClean="0"/>
              <a:t>26</a:t>
            </a:fld>
            <a:endParaRPr lang="en-IN"/>
          </a:p>
        </p:txBody>
      </p:sp>
    </p:spTree>
    <p:extLst>
      <p:ext uri="{BB962C8B-B14F-4D97-AF65-F5344CB8AC3E}">
        <p14:creationId xmlns:p14="http://schemas.microsoft.com/office/powerpoint/2010/main" val="2702117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0D726-F61F-8CDA-500C-0A6585E3D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D1EFC-F067-478F-BC49-F3CB9EA7E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4A178B-97D2-0EDD-86D9-BC82518D471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1B1EC8-7C69-D93F-29C2-39D059126C04}"/>
              </a:ext>
            </a:extLst>
          </p:cNvPr>
          <p:cNvSpPr>
            <a:spLocks noGrp="1"/>
          </p:cNvSpPr>
          <p:nvPr>
            <p:ph type="sldNum" sz="quarter" idx="5"/>
          </p:nvPr>
        </p:nvSpPr>
        <p:spPr/>
        <p:txBody>
          <a:bodyPr/>
          <a:lstStyle/>
          <a:p>
            <a:fld id="{91D50827-86A0-43E8-81BB-EFC33F46E68C}" type="slidenum">
              <a:rPr lang="en-IN" smtClean="0"/>
              <a:t>27</a:t>
            </a:fld>
            <a:endParaRPr lang="en-IN"/>
          </a:p>
        </p:txBody>
      </p:sp>
    </p:spTree>
    <p:extLst>
      <p:ext uri="{BB962C8B-B14F-4D97-AF65-F5344CB8AC3E}">
        <p14:creationId xmlns:p14="http://schemas.microsoft.com/office/powerpoint/2010/main" val="3438956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1AC48-D82F-06E0-8D5A-CA2D7DAFA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961E74-5DCA-3837-9BBB-C3BCA9C28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065EE8-D7FF-A3A0-E342-B69A30A87D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3D616B1-3DFC-0691-D13E-229282883383}"/>
              </a:ext>
            </a:extLst>
          </p:cNvPr>
          <p:cNvSpPr>
            <a:spLocks noGrp="1"/>
          </p:cNvSpPr>
          <p:nvPr>
            <p:ph type="sldNum" sz="quarter" idx="5"/>
          </p:nvPr>
        </p:nvSpPr>
        <p:spPr/>
        <p:txBody>
          <a:bodyPr/>
          <a:lstStyle/>
          <a:p>
            <a:fld id="{91D50827-86A0-43E8-81BB-EFC33F46E68C}" type="slidenum">
              <a:rPr lang="en-IN" smtClean="0"/>
              <a:t>28</a:t>
            </a:fld>
            <a:endParaRPr lang="en-IN"/>
          </a:p>
        </p:txBody>
      </p:sp>
    </p:spTree>
    <p:extLst>
      <p:ext uri="{BB962C8B-B14F-4D97-AF65-F5344CB8AC3E}">
        <p14:creationId xmlns:p14="http://schemas.microsoft.com/office/powerpoint/2010/main" val="39882945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7044F-E87F-2EE5-66EC-4221F7F8F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7B404-1331-F12F-8B01-FF1165530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87712-390F-7BC4-A8F1-EAB5395683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488BC52-3DAB-1BB5-DB99-22C53A3ECE19}"/>
              </a:ext>
            </a:extLst>
          </p:cNvPr>
          <p:cNvSpPr>
            <a:spLocks noGrp="1"/>
          </p:cNvSpPr>
          <p:nvPr>
            <p:ph type="sldNum" sz="quarter" idx="5"/>
          </p:nvPr>
        </p:nvSpPr>
        <p:spPr/>
        <p:txBody>
          <a:bodyPr/>
          <a:lstStyle/>
          <a:p>
            <a:fld id="{91D50827-86A0-43E8-81BB-EFC33F46E68C}" type="slidenum">
              <a:rPr lang="en-IN" smtClean="0"/>
              <a:t>29</a:t>
            </a:fld>
            <a:endParaRPr lang="en-IN"/>
          </a:p>
        </p:txBody>
      </p:sp>
    </p:spTree>
    <p:extLst>
      <p:ext uri="{BB962C8B-B14F-4D97-AF65-F5344CB8AC3E}">
        <p14:creationId xmlns:p14="http://schemas.microsoft.com/office/powerpoint/2010/main" val="3240170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93C70-BC2D-D5DD-8C61-8AEE97D93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6A504-44D3-86F1-4371-51BAB1C44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E3297C-0857-D044-7D6A-1AAF25C63B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1B15DA-52E3-2C63-1863-25B56BFAF47D}"/>
              </a:ext>
            </a:extLst>
          </p:cNvPr>
          <p:cNvSpPr>
            <a:spLocks noGrp="1"/>
          </p:cNvSpPr>
          <p:nvPr>
            <p:ph type="sldNum" sz="quarter" idx="5"/>
          </p:nvPr>
        </p:nvSpPr>
        <p:spPr/>
        <p:txBody>
          <a:bodyPr/>
          <a:lstStyle/>
          <a:p>
            <a:fld id="{91D50827-86A0-43E8-81BB-EFC33F46E68C}" type="slidenum">
              <a:rPr lang="en-IN" smtClean="0"/>
              <a:t>30</a:t>
            </a:fld>
            <a:endParaRPr lang="en-IN"/>
          </a:p>
        </p:txBody>
      </p:sp>
    </p:spTree>
    <p:extLst>
      <p:ext uri="{BB962C8B-B14F-4D97-AF65-F5344CB8AC3E}">
        <p14:creationId xmlns:p14="http://schemas.microsoft.com/office/powerpoint/2010/main" val="2364477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69A5A-20A3-DF86-475D-53BF82480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391FB-FDC0-7C64-4C21-15C7A7269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2A3C1-85E2-1B99-51DE-01AAAF462D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6B52EA3-64B6-5C53-B632-E2BEBF664382}"/>
              </a:ext>
            </a:extLst>
          </p:cNvPr>
          <p:cNvSpPr>
            <a:spLocks noGrp="1"/>
          </p:cNvSpPr>
          <p:nvPr>
            <p:ph type="sldNum" sz="quarter" idx="5"/>
          </p:nvPr>
        </p:nvSpPr>
        <p:spPr/>
        <p:txBody>
          <a:bodyPr/>
          <a:lstStyle/>
          <a:p>
            <a:fld id="{91D50827-86A0-43E8-81BB-EFC33F46E68C}" type="slidenum">
              <a:rPr lang="en-IN" smtClean="0"/>
              <a:t>31</a:t>
            </a:fld>
            <a:endParaRPr lang="en-IN"/>
          </a:p>
        </p:txBody>
      </p:sp>
    </p:spTree>
    <p:extLst>
      <p:ext uri="{BB962C8B-B14F-4D97-AF65-F5344CB8AC3E}">
        <p14:creationId xmlns:p14="http://schemas.microsoft.com/office/powerpoint/2010/main" val="26252863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6E6D1-2183-716A-F0F0-862EEE2E8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49C34-EF91-2C8D-6374-206F1CB015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E6EF6C-823F-D58E-7532-F57728E272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7750E24-FDC0-6936-CDEB-A1A901987C47}"/>
              </a:ext>
            </a:extLst>
          </p:cNvPr>
          <p:cNvSpPr>
            <a:spLocks noGrp="1"/>
          </p:cNvSpPr>
          <p:nvPr>
            <p:ph type="sldNum" sz="quarter" idx="5"/>
          </p:nvPr>
        </p:nvSpPr>
        <p:spPr/>
        <p:txBody>
          <a:bodyPr/>
          <a:lstStyle/>
          <a:p>
            <a:fld id="{91D50827-86A0-43E8-81BB-EFC33F46E68C}" type="slidenum">
              <a:rPr lang="en-IN" smtClean="0"/>
              <a:t>32</a:t>
            </a:fld>
            <a:endParaRPr lang="en-IN"/>
          </a:p>
        </p:txBody>
      </p:sp>
    </p:spTree>
    <p:extLst>
      <p:ext uri="{BB962C8B-B14F-4D97-AF65-F5344CB8AC3E}">
        <p14:creationId xmlns:p14="http://schemas.microsoft.com/office/powerpoint/2010/main" val="16152717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3230E-FD70-EC4B-9382-AA61703A3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F9B55-5727-A19D-CA3D-F7EB6A3308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F01F6-44B0-282D-E3D8-444B7E63D3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F157F8-2CBE-E9F1-EDE4-C5C9DEC23F49}"/>
              </a:ext>
            </a:extLst>
          </p:cNvPr>
          <p:cNvSpPr>
            <a:spLocks noGrp="1"/>
          </p:cNvSpPr>
          <p:nvPr>
            <p:ph type="sldNum" sz="quarter" idx="5"/>
          </p:nvPr>
        </p:nvSpPr>
        <p:spPr/>
        <p:txBody>
          <a:bodyPr/>
          <a:lstStyle/>
          <a:p>
            <a:fld id="{91D50827-86A0-43E8-81BB-EFC33F46E68C}" type="slidenum">
              <a:rPr lang="en-IN" smtClean="0"/>
              <a:t>33</a:t>
            </a:fld>
            <a:endParaRPr lang="en-IN"/>
          </a:p>
        </p:txBody>
      </p:sp>
    </p:spTree>
    <p:extLst>
      <p:ext uri="{BB962C8B-B14F-4D97-AF65-F5344CB8AC3E}">
        <p14:creationId xmlns:p14="http://schemas.microsoft.com/office/powerpoint/2010/main" val="1533114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8024C-BD07-78F1-729F-F590CC8335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5BAA8-E34E-1D67-1A8C-CB2A34E48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C946D-F235-3837-0540-B9B5E91ABF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D36990-F610-703E-791F-4388802E036F}"/>
              </a:ext>
            </a:extLst>
          </p:cNvPr>
          <p:cNvSpPr>
            <a:spLocks noGrp="1"/>
          </p:cNvSpPr>
          <p:nvPr>
            <p:ph type="sldNum" sz="quarter" idx="5"/>
          </p:nvPr>
        </p:nvSpPr>
        <p:spPr/>
        <p:txBody>
          <a:bodyPr/>
          <a:lstStyle/>
          <a:p>
            <a:fld id="{91D50827-86A0-43E8-81BB-EFC33F46E68C}" type="slidenum">
              <a:rPr lang="en-IN" smtClean="0"/>
              <a:t>34</a:t>
            </a:fld>
            <a:endParaRPr lang="en-IN"/>
          </a:p>
        </p:txBody>
      </p:sp>
    </p:spTree>
    <p:extLst>
      <p:ext uri="{BB962C8B-B14F-4D97-AF65-F5344CB8AC3E}">
        <p14:creationId xmlns:p14="http://schemas.microsoft.com/office/powerpoint/2010/main" val="25562358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52908-C353-BDDA-9BB9-2858ADB47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7E295-EA1F-62E4-EB9A-564F17C65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04518-5E15-8AEF-ED0A-0E6E40A19D8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2FE5245-204F-C99D-2EC7-AFC9A44CED77}"/>
              </a:ext>
            </a:extLst>
          </p:cNvPr>
          <p:cNvSpPr>
            <a:spLocks noGrp="1"/>
          </p:cNvSpPr>
          <p:nvPr>
            <p:ph type="sldNum" sz="quarter" idx="5"/>
          </p:nvPr>
        </p:nvSpPr>
        <p:spPr/>
        <p:txBody>
          <a:bodyPr/>
          <a:lstStyle/>
          <a:p>
            <a:fld id="{91D50827-86A0-43E8-81BB-EFC33F46E68C}" type="slidenum">
              <a:rPr lang="en-IN" smtClean="0"/>
              <a:t>35</a:t>
            </a:fld>
            <a:endParaRPr lang="en-IN"/>
          </a:p>
        </p:txBody>
      </p:sp>
    </p:spTree>
    <p:extLst>
      <p:ext uri="{BB962C8B-B14F-4D97-AF65-F5344CB8AC3E}">
        <p14:creationId xmlns:p14="http://schemas.microsoft.com/office/powerpoint/2010/main" val="37082272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531D1-5A25-088A-ABA2-20BBDD10A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34010-DE70-75F5-7D98-000D149BA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FA7DC3-0AC8-75FF-72AC-0956D477A5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6FBFA6A-2F2F-83A9-AA48-B4B0464DE9C6}"/>
              </a:ext>
            </a:extLst>
          </p:cNvPr>
          <p:cNvSpPr>
            <a:spLocks noGrp="1"/>
          </p:cNvSpPr>
          <p:nvPr>
            <p:ph type="sldNum" sz="quarter" idx="5"/>
          </p:nvPr>
        </p:nvSpPr>
        <p:spPr/>
        <p:txBody>
          <a:bodyPr/>
          <a:lstStyle/>
          <a:p>
            <a:fld id="{91D50827-86A0-43E8-81BB-EFC33F46E68C}" type="slidenum">
              <a:rPr lang="en-IN" smtClean="0"/>
              <a:t>36</a:t>
            </a:fld>
            <a:endParaRPr lang="en-IN"/>
          </a:p>
        </p:txBody>
      </p:sp>
    </p:spTree>
    <p:extLst>
      <p:ext uri="{BB962C8B-B14F-4D97-AF65-F5344CB8AC3E}">
        <p14:creationId xmlns:p14="http://schemas.microsoft.com/office/powerpoint/2010/main" val="31240662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63E22-9882-C7ED-0B00-F3FF95E47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F208C-667F-2A85-B531-C7ACDB1DD3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6CF23-D5B0-F4A7-9D1E-DA5941EEC8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E4F42FA-7F78-A236-B159-A46C28E920F6}"/>
              </a:ext>
            </a:extLst>
          </p:cNvPr>
          <p:cNvSpPr>
            <a:spLocks noGrp="1"/>
          </p:cNvSpPr>
          <p:nvPr>
            <p:ph type="sldNum" sz="quarter" idx="5"/>
          </p:nvPr>
        </p:nvSpPr>
        <p:spPr/>
        <p:txBody>
          <a:bodyPr/>
          <a:lstStyle/>
          <a:p>
            <a:fld id="{91D50827-86A0-43E8-81BB-EFC33F46E68C}" type="slidenum">
              <a:rPr lang="en-IN" smtClean="0"/>
              <a:t>37</a:t>
            </a:fld>
            <a:endParaRPr lang="en-IN"/>
          </a:p>
        </p:txBody>
      </p:sp>
    </p:spTree>
    <p:extLst>
      <p:ext uri="{BB962C8B-B14F-4D97-AF65-F5344CB8AC3E}">
        <p14:creationId xmlns:p14="http://schemas.microsoft.com/office/powerpoint/2010/main" val="30697024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162BD-F7AC-F044-4394-3961F5364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C2D66-AAD2-7EC3-493B-4DF75E91C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F6C87-FF67-2B0B-19DC-DE3D4586AEE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35F4DA5-F64E-888B-077C-8DE2CF0EEAB5}"/>
              </a:ext>
            </a:extLst>
          </p:cNvPr>
          <p:cNvSpPr>
            <a:spLocks noGrp="1"/>
          </p:cNvSpPr>
          <p:nvPr>
            <p:ph type="sldNum" sz="quarter" idx="5"/>
          </p:nvPr>
        </p:nvSpPr>
        <p:spPr/>
        <p:txBody>
          <a:bodyPr/>
          <a:lstStyle/>
          <a:p>
            <a:fld id="{91D50827-86A0-43E8-81BB-EFC33F46E68C}" type="slidenum">
              <a:rPr lang="en-IN" smtClean="0"/>
              <a:t>38</a:t>
            </a:fld>
            <a:endParaRPr lang="en-IN"/>
          </a:p>
        </p:txBody>
      </p:sp>
    </p:spTree>
    <p:extLst>
      <p:ext uri="{BB962C8B-B14F-4D97-AF65-F5344CB8AC3E}">
        <p14:creationId xmlns:p14="http://schemas.microsoft.com/office/powerpoint/2010/main" val="23122020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7B93C-67DE-6AD0-B10E-47CE9455C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C1778-80CA-623A-6F93-88170B8ED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46F6F-4273-1429-EA64-9E668DFDD20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EFB16D9-34B2-21B2-381A-0837FD0637F3}"/>
              </a:ext>
            </a:extLst>
          </p:cNvPr>
          <p:cNvSpPr>
            <a:spLocks noGrp="1"/>
          </p:cNvSpPr>
          <p:nvPr>
            <p:ph type="sldNum" sz="quarter" idx="5"/>
          </p:nvPr>
        </p:nvSpPr>
        <p:spPr/>
        <p:txBody>
          <a:bodyPr/>
          <a:lstStyle/>
          <a:p>
            <a:fld id="{91D50827-86A0-43E8-81BB-EFC33F46E68C}" type="slidenum">
              <a:rPr lang="en-IN" smtClean="0"/>
              <a:t>39</a:t>
            </a:fld>
            <a:endParaRPr lang="en-IN"/>
          </a:p>
        </p:txBody>
      </p:sp>
    </p:spTree>
    <p:extLst>
      <p:ext uri="{BB962C8B-B14F-4D97-AF65-F5344CB8AC3E}">
        <p14:creationId xmlns:p14="http://schemas.microsoft.com/office/powerpoint/2010/main" val="1641825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31F5-3C06-1298-D6B6-30E4138B0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F06BB-87DD-8973-7F88-3990B0D1E1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C0DCD-5315-AF88-729A-E1BBBE4DF26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5C7D5C7-5C93-6F49-FF30-4CA4E428B24A}"/>
              </a:ext>
            </a:extLst>
          </p:cNvPr>
          <p:cNvSpPr>
            <a:spLocks noGrp="1"/>
          </p:cNvSpPr>
          <p:nvPr>
            <p:ph type="sldNum" sz="quarter" idx="5"/>
          </p:nvPr>
        </p:nvSpPr>
        <p:spPr/>
        <p:txBody>
          <a:bodyPr/>
          <a:lstStyle/>
          <a:p>
            <a:fld id="{91D50827-86A0-43E8-81BB-EFC33F46E68C}" type="slidenum">
              <a:rPr lang="en-IN" smtClean="0"/>
              <a:t>40</a:t>
            </a:fld>
            <a:endParaRPr lang="en-IN"/>
          </a:p>
        </p:txBody>
      </p:sp>
    </p:spTree>
    <p:extLst>
      <p:ext uri="{BB962C8B-B14F-4D97-AF65-F5344CB8AC3E}">
        <p14:creationId xmlns:p14="http://schemas.microsoft.com/office/powerpoint/2010/main" val="7614217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D5278-D715-5D41-9D16-50E86ED11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637EE-16DF-537B-A4AC-BF3E6BBD17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E6083-5893-0060-87CC-9953BE07A7A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1A8A54-B9F2-810A-2863-F461C6FA0045}"/>
              </a:ext>
            </a:extLst>
          </p:cNvPr>
          <p:cNvSpPr>
            <a:spLocks noGrp="1"/>
          </p:cNvSpPr>
          <p:nvPr>
            <p:ph type="sldNum" sz="quarter" idx="5"/>
          </p:nvPr>
        </p:nvSpPr>
        <p:spPr/>
        <p:txBody>
          <a:bodyPr/>
          <a:lstStyle/>
          <a:p>
            <a:fld id="{91D50827-86A0-43E8-81BB-EFC33F46E68C}" type="slidenum">
              <a:rPr lang="en-IN" smtClean="0"/>
              <a:t>41</a:t>
            </a:fld>
            <a:endParaRPr lang="en-IN"/>
          </a:p>
        </p:txBody>
      </p:sp>
    </p:spTree>
    <p:extLst>
      <p:ext uri="{BB962C8B-B14F-4D97-AF65-F5344CB8AC3E}">
        <p14:creationId xmlns:p14="http://schemas.microsoft.com/office/powerpoint/2010/main" val="31618617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84308-9D9F-30D3-3BA6-753BD5A63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3F609-60DE-6738-5B47-E0FA4FB75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DD5F0-F04D-B65E-0137-250C28C044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63D5F-1857-C949-7533-D2086FBDC425}"/>
              </a:ext>
            </a:extLst>
          </p:cNvPr>
          <p:cNvSpPr>
            <a:spLocks noGrp="1"/>
          </p:cNvSpPr>
          <p:nvPr>
            <p:ph type="sldNum" sz="quarter" idx="5"/>
          </p:nvPr>
        </p:nvSpPr>
        <p:spPr/>
        <p:txBody>
          <a:bodyPr/>
          <a:lstStyle/>
          <a:p>
            <a:fld id="{91D50827-86A0-43E8-81BB-EFC33F46E68C}" type="slidenum">
              <a:rPr lang="en-IN" smtClean="0"/>
              <a:t>42</a:t>
            </a:fld>
            <a:endParaRPr lang="en-IN"/>
          </a:p>
        </p:txBody>
      </p:sp>
    </p:spTree>
    <p:extLst>
      <p:ext uri="{BB962C8B-B14F-4D97-AF65-F5344CB8AC3E}">
        <p14:creationId xmlns:p14="http://schemas.microsoft.com/office/powerpoint/2010/main" val="10007992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33873-AEA6-DE8F-4930-17F7A6BF5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108FB-75F0-C891-C163-B98D10868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E4B243-4F29-0391-767F-C4DA221BD83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4BFA4D5-67CF-3D5D-59A3-CFDD80CBDECC}"/>
              </a:ext>
            </a:extLst>
          </p:cNvPr>
          <p:cNvSpPr>
            <a:spLocks noGrp="1"/>
          </p:cNvSpPr>
          <p:nvPr>
            <p:ph type="sldNum" sz="quarter" idx="5"/>
          </p:nvPr>
        </p:nvSpPr>
        <p:spPr/>
        <p:txBody>
          <a:bodyPr/>
          <a:lstStyle/>
          <a:p>
            <a:fld id="{91D50827-86A0-43E8-81BB-EFC33F46E68C}" type="slidenum">
              <a:rPr lang="en-IN" smtClean="0"/>
              <a:t>43</a:t>
            </a:fld>
            <a:endParaRPr lang="en-IN"/>
          </a:p>
        </p:txBody>
      </p:sp>
    </p:spTree>
    <p:extLst>
      <p:ext uri="{BB962C8B-B14F-4D97-AF65-F5344CB8AC3E}">
        <p14:creationId xmlns:p14="http://schemas.microsoft.com/office/powerpoint/2010/main" val="22629463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727D5-3000-C911-ECFF-FDDAB1CEF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FF7B6-5D32-7567-D0C9-D3E2E3CDC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3377A6-82DA-3BCB-8361-ECE875B21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8AFEF9E-C2CE-265A-E871-CD16EFD64C3A}"/>
              </a:ext>
            </a:extLst>
          </p:cNvPr>
          <p:cNvSpPr>
            <a:spLocks noGrp="1"/>
          </p:cNvSpPr>
          <p:nvPr>
            <p:ph type="sldNum" sz="quarter" idx="5"/>
          </p:nvPr>
        </p:nvSpPr>
        <p:spPr/>
        <p:txBody>
          <a:bodyPr/>
          <a:lstStyle/>
          <a:p>
            <a:fld id="{91D50827-86A0-43E8-81BB-EFC33F46E68C}" type="slidenum">
              <a:rPr lang="en-IN" smtClean="0"/>
              <a:t>44</a:t>
            </a:fld>
            <a:endParaRPr lang="en-IN"/>
          </a:p>
        </p:txBody>
      </p:sp>
    </p:spTree>
    <p:extLst>
      <p:ext uri="{BB962C8B-B14F-4D97-AF65-F5344CB8AC3E}">
        <p14:creationId xmlns:p14="http://schemas.microsoft.com/office/powerpoint/2010/main" val="29595608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BBFB9-E5BE-2D65-363B-59B08E1E6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45B57-5190-70A5-53FF-B09B397BC4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327F5-A619-7EF8-A015-2920C594D71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52520FD-AF87-65EE-46BF-42E0AAB001D9}"/>
              </a:ext>
            </a:extLst>
          </p:cNvPr>
          <p:cNvSpPr>
            <a:spLocks noGrp="1"/>
          </p:cNvSpPr>
          <p:nvPr>
            <p:ph type="sldNum" sz="quarter" idx="5"/>
          </p:nvPr>
        </p:nvSpPr>
        <p:spPr/>
        <p:txBody>
          <a:bodyPr/>
          <a:lstStyle/>
          <a:p>
            <a:fld id="{91D50827-86A0-43E8-81BB-EFC33F46E68C}" type="slidenum">
              <a:rPr lang="en-IN" smtClean="0"/>
              <a:t>45</a:t>
            </a:fld>
            <a:endParaRPr lang="en-IN"/>
          </a:p>
        </p:txBody>
      </p:sp>
    </p:spTree>
    <p:extLst>
      <p:ext uri="{BB962C8B-B14F-4D97-AF65-F5344CB8AC3E}">
        <p14:creationId xmlns:p14="http://schemas.microsoft.com/office/powerpoint/2010/main" val="30303637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EA208-FC08-8BFA-D346-5822CBA00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6C014-B651-7DDC-AC0B-A7CCA1874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54027-080E-DB03-3C7B-36D0A28AE37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628A71-2BBE-AC31-15E4-7E268A891071}"/>
              </a:ext>
            </a:extLst>
          </p:cNvPr>
          <p:cNvSpPr>
            <a:spLocks noGrp="1"/>
          </p:cNvSpPr>
          <p:nvPr>
            <p:ph type="sldNum" sz="quarter" idx="5"/>
          </p:nvPr>
        </p:nvSpPr>
        <p:spPr/>
        <p:txBody>
          <a:bodyPr/>
          <a:lstStyle/>
          <a:p>
            <a:fld id="{91D50827-86A0-43E8-81BB-EFC33F46E68C}" type="slidenum">
              <a:rPr lang="en-IN" smtClean="0"/>
              <a:t>46</a:t>
            </a:fld>
            <a:endParaRPr lang="en-IN"/>
          </a:p>
        </p:txBody>
      </p:sp>
    </p:spTree>
    <p:extLst>
      <p:ext uri="{BB962C8B-B14F-4D97-AF65-F5344CB8AC3E}">
        <p14:creationId xmlns:p14="http://schemas.microsoft.com/office/powerpoint/2010/main" val="19118450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9B2EE-B309-7D89-15A5-1EC9C3D75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14DF0-788F-2671-E9AA-7F5E605C6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20F7F2-3AA3-951C-FBC9-C81A5D6B8D7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60A241-0DBE-C80B-9B48-7071E193D798}"/>
              </a:ext>
            </a:extLst>
          </p:cNvPr>
          <p:cNvSpPr>
            <a:spLocks noGrp="1"/>
          </p:cNvSpPr>
          <p:nvPr>
            <p:ph type="sldNum" sz="quarter" idx="5"/>
          </p:nvPr>
        </p:nvSpPr>
        <p:spPr/>
        <p:txBody>
          <a:bodyPr/>
          <a:lstStyle/>
          <a:p>
            <a:fld id="{91D50827-86A0-43E8-81BB-EFC33F46E68C}" type="slidenum">
              <a:rPr lang="en-IN" smtClean="0"/>
              <a:t>47</a:t>
            </a:fld>
            <a:endParaRPr lang="en-IN"/>
          </a:p>
        </p:txBody>
      </p:sp>
    </p:spTree>
    <p:extLst>
      <p:ext uri="{BB962C8B-B14F-4D97-AF65-F5344CB8AC3E}">
        <p14:creationId xmlns:p14="http://schemas.microsoft.com/office/powerpoint/2010/main" val="33438237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DF5AC-D1F1-1FED-C9D1-1F65511F6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831AB-7B95-2A98-369E-521A0F5F1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A69F92-C597-928A-B194-C86D5FBC6B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6C3C7D2-3B21-30A4-7EF5-42AC0DD997B4}"/>
              </a:ext>
            </a:extLst>
          </p:cNvPr>
          <p:cNvSpPr>
            <a:spLocks noGrp="1"/>
          </p:cNvSpPr>
          <p:nvPr>
            <p:ph type="sldNum" sz="quarter" idx="5"/>
          </p:nvPr>
        </p:nvSpPr>
        <p:spPr/>
        <p:txBody>
          <a:bodyPr/>
          <a:lstStyle/>
          <a:p>
            <a:fld id="{91D50827-86A0-43E8-81BB-EFC33F46E68C}" type="slidenum">
              <a:rPr lang="en-IN" smtClean="0"/>
              <a:t>48</a:t>
            </a:fld>
            <a:endParaRPr lang="en-IN"/>
          </a:p>
        </p:txBody>
      </p:sp>
    </p:spTree>
    <p:extLst>
      <p:ext uri="{BB962C8B-B14F-4D97-AF65-F5344CB8AC3E}">
        <p14:creationId xmlns:p14="http://schemas.microsoft.com/office/powerpoint/2010/main" val="5006725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71F5E-48FC-9076-C163-79081411C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A761A-47B8-B13B-8912-FBD9DBCC6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92BD8-F60E-7623-AE27-A9CF61DE28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62146B-F8CE-FB18-23E3-7CB763197B2C}"/>
              </a:ext>
            </a:extLst>
          </p:cNvPr>
          <p:cNvSpPr>
            <a:spLocks noGrp="1"/>
          </p:cNvSpPr>
          <p:nvPr>
            <p:ph type="sldNum" sz="quarter" idx="5"/>
          </p:nvPr>
        </p:nvSpPr>
        <p:spPr/>
        <p:txBody>
          <a:bodyPr/>
          <a:lstStyle/>
          <a:p>
            <a:fld id="{91D50827-86A0-43E8-81BB-EFC33F46E68C}" type="slidenum">
              <a:rPr lang="en-IN" smtClean="0"/>
              <a:t>49</a:t>
            </a:fld>
            <a:endParaRPr lang="en-IN"/>
          </a:p>
        </p:txBody>
      </p:sp>
    </p:spTree>
    <p:extLst>
      <p:ext uri="{BB962C8B-B14F-4D97-AF65-F5344CB8AC3E}">
        <p14:creationId xmlns:p14="http://schemas.microsoft.com/office/powerpoint/2010/main" val="12966387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7FF1D-7AC4-5D6C-C487-EEF866790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3A2EA-A1EB-31B0-2B38-504E3FCC4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52F76-D37D-13CA-5145-3D8CA026DD2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4441BDF-3952-D28F-94B3-944FEE6A1802}"/>
              </a:ext>
            </a:extLst>
          </p:cNvPr>
          <p:cNvSpPr>
            <a:spLocks noGrp="1"/>
          </p:cNvSpPr>
          <p:nvPr>
            <p:ph type="sldNum" sz="quarter" idx="5"/>
          </p:nvPr>
        </p:nvSpPr>
        <p:spPr/>
        <p:txBody>
          <a:bodyPr/>
          <a:lstStyle/>
          <a:p>
            <a:fld id="{91D50827-86A0-43E8-81BB-EFC33F46E68C}" type="slidenum">
              <a:rPr lang="en-IN" smtClean="0"/>
              <a:t>50</a:t>
            </a:fld>
            <a:endParaRPr lang="en-IN"/>
          </a:p>
        </p:txBody>
      </p:sp>
    </p:spTree>
    <p:extLst>
      <p:ext uri="{BB962C8B-B14F-4D97-AF65-F5344CB8AC3E}">
        <p14:creationId xmlns:p14="http://schemas.microsoft.com/office/powerpoint/2010/main" val="1924776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3049-C210-DA08-4990-4C6BB1AB5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9864B-410B-9114-45C8-92097B1FE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B4CBF-A45E-ED09-6E98-EA2EA2A8BA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7EB654-700A-7EEF-8719-B1316ABB6837}"/>
              </a:ext>
            </a:extLst>
          </p:cNvPr>
          <p:cNvSpPr>
            <a:spLocks noGrp="1"/>
          </p:cNvSpPr>
          <p:nvPr>
            <p:ph type="sldNum" sz="quarter" idx="5"/>
          </p:nvPr>
        </p:nvSpPr>
        <p:spPr/>
        <p:txBody>
          <a:bodyPr/>
          <a:lstStyle/>
          <a:p>
            <a:fld id="{91D50827-86A0-43E8-81BB-EFC33F46E68C}" type="slidenum">
              <a:rPr lang="en-IN" smtClean="0"/>
              <a:t>51</a:t>
            </a:fld>
            <a:endParaRPr lang="en-IN"/>
          </a:p>
        </p:txBody>
      </p:sp>
    </p:spTree>
    <p:extLst>
      <p:ext uri="{BB962C8B-B14F-4D97-AF65-F5344CB8AC3E}">
        <p14:creationId xmlns:p14="http://schemas.microsoft.com/office/powerpoint/2010/main" val="36897322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9C9C8-4737-82EC-920E-B3F9C1102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2FDBB-3F20-764F-BD8C-DD10B4D66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5C1BF5-7C46-D1EC-7202-FE014A22FC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5A189D3-2A51-BA2A-90CA-A925169DA278}"/>
              </a:ext>
            </a:extLst>
          </p:cNvPr>
          <p:cNvSpPr>
            <a:spLocks noGrp="1"/>
          </p:cNvSpPr>
          <p:nvPr>
            <p:ph type="sldNum" sz="quarter" idx="5"/>
          </p:nvPr>
        </p:nvSpPr>
        <p:spPr/>
        <p:txBody>
          <a:bodyPr/>
          <a:lstStyle/>
          <a:p>
            <a:fld id="{91D50827-86A0-43E8-81BB-EFC33F46E68C}" type="slidenum">
              <a:rPr lang="en-IN" smtClean="0"/>
              <a:t>52</a:t>
            </a:fld>
            <a:endParaRPr lang="en-IN"/>
          </a:p>
        </p:txBody>
      </p:sp>
    </p:spTree>
    <p:extLst>
      <p:ext uri="{BB962C8B-B14F-4D97-AF65-F5344CB8AC3E}">
        <p14:creationId xmlns:p14="http://schemas.microsoft.com/office/powerpoint/2010/main" val="13917559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942F1-DA85-787B-7A45-898771FA47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3DB79-7F72-D58E-A5BC-281EED7D9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BEB56-8FE6-14B8-0AF8-F2C9AB14B7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E876AD5-8348-CE95-2AA8-098C1D83BC1B}"/>
              </a:ext>
            </a:extLst>
          </p:cNvPr>
          <p:cNvSpPr>
            <a:spLocks noGrp="1"/>
          </p:cNvSpPr>
          <p:nvPr>
            <p:ph type="sldNum" sz="quarter" idx="5"/>
          </p:nvPr>
        </p:nvSpPr>
        <p:spPr/>
        <p:txBody>
          <a:bodyPr/>
          <a:lstStyle/>
          <a:p>
            <a:fld id="{91D50827-86A0-43E8-81BB-EFC33F46E68C}" type="slidenum">
              <a:rPr lang="en-IN" smtClean="0"/>
              <a:t>53</a:t>
            </a:fld>
            <a:endParaRPr lang="en-IN"/>
          </a:p>
        </p:txBody>
      </p:sp>
    </p:spTree>
    <p:extLst>
      <p:ext uri="{BB962C8B-B14F-4D97-AF65-F5344CB8AC3E}">
        <p14:creationId xmlns:p14="http://schemas.microsoft.com/office/powerpoint/2010/main" val="42890057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B92D2-08CF-E742-9AEA-0B2B1D487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FE7E6-21F5-CA75-70E9-7EF5341A9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A38564-1436-A868-FAAB-C76DFBB3C37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FAF7489-02E2-271B-A27C-5307C783A07F}"/>
              </a:ext>
            </a:extLst>
          </p:cNvPr>
          <p:cNvSpPr>
            <a:spLocks noGrp="1"/>
          </p:cNvSpPr>
          <p:nvPr>
            <p:ph type="sldNum" sz="quarter" idx="5"/>
          </p:nvPr>
        </p:nvSpPr>
        <p:spPr/>
        <p:txBody>
          <a:bodyPr/>
          <a:lstStyle/>
          <a:p>
            <a:fld id="{91D50827-86A0-43E8-81BB-EFC33F46E68C}" type="slidenum">
              <a:rPr lang="en-IN" smtClean="0"/>
              <a:t>54</a:t>
            </a:fld>
            <a:endParaRPr lang="en-IN"/>
          </a:p>
        </p:txBody>
      </p:sp>
    </p:spTree>
    <p:extLst>
      <p:ext uri="{BB962C8B-B14F-4D97-AF65-F5344CB8AC3E}">
        <p14:creationId xmlns:p14="http://schemas.microsoft.com/office/powerpoint/2010/main" val="35445418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FEBF0-43DB-0D7C-0FF6-553BB239D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989C4-2407-915E-89BC-E6D2B0161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A2AB3-3724-B8FD-F8B8-3458B8DEAD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9DA0E5-3062-34CA-1E16-B888C97BECAF}"/>
              </a:ext>
            </a:extLst>
          </p:cNvPr>
          <p:cNvSpPr>
            <a:spLocks noGrp="1"/>
          </p:cNvSpPr>
          <p:nvPr>
            <p:ph type="sldNum" sz="quarter" idx="5"/>
          </p:nvPr>
        </p:nvSpPr>
        <p:spPr/>
        <p:txBody>
          <a:bodyPr/>
          <a:lstStyle/>
          <a:p>
            <a:fld id="{91D50827-86A0-43E8-81BB-EFC33F46E68C}" type="slidenum">
              <a:rPr lang="en-IN" smtClean="0"/>
              <a:t>55</a:t>
            </a:fld>
            <a:endParaRPr lang="en-IN"/>
          </a:p>
        </p:txBody>
      </p:sp>
    </p:spTree>
    <p:extLst>
      <p:ext uri="{BB962C8B-B14F-4D97-AF65-F5344CB8AC3E}">
        <p14:creationId xmlns:p14="http://schemas.microsoft.com/office/powerpoint/2010/main" val="265701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6BB05-4837-DAD3-B1E7-B769CC3F79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2ED06-F427-8C9C-22F4-57799ED28F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C5525E-92DB-1968-728D-64A94E1659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51C39F5-5DBC-22E7-4455-510F414446DB}"/>
              </a:ext>
            </a:extLst>
          </p:cNvPr>
          <p:cNvSpPr>
            <a:spLocks noGrp="1"/>
          </p:cNvSpPr>
          <p:nvPr>
            <p:ph type="sldNum" sz="quarter" idx="5"/>
          </p:nvPr>
        </p:nvSpPr>
        <p:spPr/>
        <p:txBody>
          <a:bodyPr/>
          <a:lstStyle/>
          <a:p>
            <a:fld id="{91D50827-86A0-43E8-81BB-EFC33F46E68C}" type="slidenum">
              <a:rPr lang="en-IN" smtClean="0"/>
              <a:t>56</a:t>
            </a:fld>
            <a:endParaRPr lang="en-IN"/>
          </a:p>
        </p:txBody>
      </p:sp>
    </p:spTree>
    <p:extLst>
      <p:ext uri="{BB962C8B-B14F-4D97-AF65-F5344CB8AC3E}">
        <p14:creationId xmlns:p14="http://schemas.microsoft.com/office/powerpoint/2010/main" val="339397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E27BB-DCEA-8192-C4CC-11B3B285B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1DC7B-0675-0938-10BE-E50393E98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04571C-AE69-59CD-FB17-0302E43E88E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4296A6-CC0A-F41A-63E1-C4B9B5355564}"/>
              </a:ext>
            </a:extLst>
          </p:cNvPr>
          <p:cNvSpPr>
            <a:spLocks noGrp="1"/>
          </p:cNvSpPr>
          <p:nvPr>
            <p:ph type="sldNum" sz="quarter" idx="5"/>
          </p:nvPr>
        </p:nvSpPr>
        <p:spPr/>
        <p:txBody>
          <a:bodyPr/>
          <a:lstStyle/>
          <a:p>
            <a:fld id="{91D50827-86A0-43E8-81BB-EFC33F46E68C}" type="slidenum">
              <a:rPr lang="en-IN" smtClean="0"/>
              <a:t>57</a:t>
            </a:fld>
            <a:endParaRPr lang="en-IN"/>
          </a:p>
        </p:txBody>
      </p:sp>
    </p:spTree>
    <p:extLst>
      <p:ext uri="{BB962C8B-B14F-4D97-AF65-F5344CB8AC3E}">
        <p14:creationId xmlns:p14="http://schemas.microsoft.com/office/powerpoint/2010/main" val="5487174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832C-E78F-EC98-5C17-A22097976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E7FE0-D2A5-1BD6-9F60-996C65A8B7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E9CA3A-B7AF-62E4-46E8-CBCCF2D42C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E87C9C3-2E03-C631-9DCE-0EE8B3EB1878}"/>
              </a:ext>
            </a:extLst>
          </p:cNvPr>
          <p:cNvSpPr>
            <a:spLocks noGrp="1"/>
          </p:cNvSpPr>
          <p:nvPr>
            <p:ph type="sldNum" sz="quarter" idx="5"/>
          </p:nvPr>
        </p:nvSpPr>
        <p:spPr/>
        <p:txBody>
          <a:bodyPr/>
          <a:lstStyle/>
          <a:p>
            <a:fld id="{91D50827-86A0-43E8-81BB-EFC33F46E68C}" type="slidenum">
              <a:rPr lang="en-IN" smtClean="0"/>
              <a:t>58</a:t>
            </a:fld>
            <a:endParaRPr lang="en-IN"/>
          </a:p>
        </p:txBody>
      </p:sp>
    </p:spTree>
    <p:extLst>
      <p:ext uri="{BB962C8B-B14F-4D97-AF65-F5344CB8AC3E}">
        <p14:creationId xmlns:p14="http://schemas.microsoft.com/office/powerpoint/2010/main" val="24503428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75556-3F81-D3F7-6C39-03BFEE9E5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48FAF-1C9B-942A-7698-81E0755B37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41A73-EE7A-C662-7BD3-01408B52B2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CCC2A53-5B69-15D1-32A0-C106CC954EDB}"/>
              </a:ext>
            </a:extLst>
          </p:cNvPr>
          <p:cNvSpPr>
            <a:spLocks noGrp="1"/>
          </p:cNvSpPr>
          <p:nvPr>
            <p:ph type="sldNum" sz="quarter" idx="5"/>
          </p:nvPr>
        </p:nvSpPr>
        <p:spPr/>
        <p:txBody>
          <a:bodyPr/>
          <a:lstStyle/>
          <a:p>
            <a:fld id="{91D50827-86A0-43E8-81BB-EFC33F46E68C}" type="slidenum">
              <a:rPr lang="en-IN" smtClean="0"/>
              <a:t>59</a:t>
            </a:fld>
            <a:endParaRPr lang="en-IN"/>
          </a:p>
        </p:txBody>
      </p:sp>
    </p:spTree>
    <p:extLst>
      <p:ext uri="{BB962C8B-B14F-4D97-AF65-F5344CB8AC3E}">
        <p14:creationId xmlns:p14="http://schemas.microsoft.com/office/powerpoint/2010/main" val="23886079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8E662-FB54-3F47-7105-2F01915C9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89643-E6C9-8DFC-1727-324457B2C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04540-73F9-984C-192E-5C701DE6FC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161F5B-6A97-3248-EC63-38053FF4C025}"/>
              </a:ext>
            </a:extLst>
          </p:cNvPr>
          <p:cNvSpPr>
            <a:spLocks noGrp="1"/>
          </p:cNvSpPr>
          <p:nvPr>
            <p:ph type="sldNum" sz="quarter" idx="5"/>
          </p:nvPr>
        </p:nvSpPr>
        <p:spPr/>
        <p:txBody>
          <a:bodyPr/>
          <a:lstStyle/>
          <a:p>
            <a:fld id="{91D50827-86A0-43E8-81BB-EFC33F46E68C}" type="slidenum">
              <a:rPr lang="en-IN" smtClean="0"/>
              <a:t>60</a:t>
            </a:fld>
            <a:endParaRPr lang="en-IN"/>
          </a:p>
        </p:txBody>
      </p:sp>
    </p:spTree>
    <p:extLst>
      <p:ext uri="{BB962C8B-B14F-4D97-AF65-F5344CB8AC3E}">
        <p14:creationId xmlns:p14="http://schemas.microsoft.com/office/powerpoint/2010/main" val="1599012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xml"/><Relationship Id="rId7"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10" Type="http://schemas.openxmlformats.org/officeDocument/2006/relationships/image" Target="../media/image4.png"/><Relationship Id="rId4" Type="http://schemas.openxmlformats.org/officeDocument/2006/relationships/tags" Target="../tags/tag9.xml"/><Relationship Id="rId9"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extBox 4">
            <a:extLst>
              <a:ext uri="{FF2B5EF4-FFF2-40B4-BE49-F238E27FC236}">
                <a16:creationId xmlns:a16="http://schemas.microsoft.com/office/drawing/2014/main" id="{41511A9E-5E23-E796-A37C-5828BC6BC5E9}"/>
              </a:ext>
            </a:extLst>
          </p:cNvPr>
          <p:cNvSpPr>
            <a:spLocks noChangeArrowheads="1"/>
          </p:cNvSpPr>
          <p:nvPr userDrawn="1">
            <p:custDataLst>
              <p:tags r:id="rId1"/>
            </p:custDataLst>
          </p:nvPr>
        </p:nvSpPr>
        <p:spPr bwMode="auto">
          <a:xfrm>
            <a:off x="1168400" y="1744663"/>
            <a:ext cx="6858000"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US" altLang="en-US" sz="3500" b="1" dirty="0">
                <a:solidFill>
                  <a:srgbClr val="000000"/>
                </a:solidFill>
                <a:cs typeface="Times New Roman" panose="02020603050405020304" pitchFamily="18" charset="0"/>
              </a:rPr>
              <a:t>Advance</a:t>
            </a:r>
            <a:r>
              <a:rPr lang="en-IN" altLang="en-US" sz="3500" b="1" dirty="0">
                <a:solidFill>
                  <a:srgbClr val="000000"/>
                </a:solidFill>
                <a:cs typeface="Times New Roman" panose="02020603050405020304" pitchFamily="18" charset="0"/>
              </a:rPr>
              <a:t> Java</a:t>
            </a:r>
          </a:p>
        </p:txBody>
      </p:sp>
      <p:grpSp>
        <p:nvGrpSpPr>
          <p:cNvPr id="11" name="Group 26">
            <a:extLst>
              <a:ext uri="{FF2B5EF4-FFF2-40B4-BE49-F238E27FC236}">
                <a16:creationId xmlns:a16="http://schemas.microsoft.com/office/drawing/2014/main" id="{DB474A11-A826-652C-0461-958173031701}"/>
              </a:ext>
            </a:extLst>
          </p:cNvPr>
          <p:cNvGrpSpPr>
            <a:grpSpLocks/>
          </p:cNvGrpSpPr>
          <p:nvPr userDrawn="1"/>
        </p:nvGrpSpPr>
        <p:grpSpPr bwMode="auto">
          <a:xfrm>
            <a:off x="1417638" y="2692400"/>
            <a:ext cx="6308725" cy="93663"/>
            <a:chOff x="1428728" y="2571744"/>
            <a:chExt cx="6309404" cy="94298"/>
          </a:xfrm>
        </p:grpSpPr>
        <p:sp>
          <p:nvSpPr>
            <p:cNvPr id="12" name="Straight Connector 8">
              <a:extLst>
                <a:ext uri="{FF2B5EF4-FFF2-40B4-BE49-F238E27FC236}">
                  <a16:creationId xmlns:a16="http://schemas.microsoft.com/office/drawing/2014/main" id="{E07CD9FD-D4CD-79E7-B5D7-FC6094BEA5B8}"/>
                </a:ext>
              </a:extLst>
            </p:cNvPr>
            <p:cNvSpPr>
              <a:spLocks noChangeShapeType="1"/>
            </p:cNvSpPr>
            <p:nvPr>
              <p:custDataLst>
                <p:tags r:id="rId2"/>
              </p:custDataLst>
            </p:nvPr>
          </p:nvSpPr>
          <p:spPr bwMode="auto">
            <a:xfrm>
              <a:off x="1428728" y="2618094"/>
              <a:ext cx="6287177" cy="1598"/>
            </a:xfrm>
            <a:prstGeom prst="line">
              <a:avLst/>
            </a:prstGeom>
            <a:noFill/>
            <a:ln w="9525" algn="ctr">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 name="Oval 24">
              <a:extLst>
                <a:ext uri="{FF2B5EF4-FFF2-40B4-BE49-F238E27FC236}">
                  <a16:creationId xmlns:a16="http://schemas.microsoft.com/office/drawing/2014/main" id="{84FF77FC-D0D8-A137-2AB7-1C1A0661D5CE}"/>
                </a:ext>
              </a:extLst>
            </p:cNvPr>
            <p:cNvSpPr>
              <a:spLocks noChangeArrowheads="1"/>
            </p:cNvSpPr>
            <p:nvPr>
              <p:custDataLst>
                <p:tags r:id="rId3"/>
              </p:custDataLst>
            </p:nvPr>
          </p:nvSpPr>
          <p:spPr bwMode="auto">
            <a:xfrm flipH="1" flipV="1">
              <a:off x="1428728" y="2571744"/>
              <a:ext cx="93672"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14" name="Oval 25">
              <a:extLst>
                <a:ext uri="{FF2B5EF4-FFF2-40B4-BE49-F238E27FC236}">
                  <a16:creationId xmlns:a16="http://schemas.microsoft.com/office/drawing/2014/main" id="{FDB144FE-873D-513E-9836-7B92A1E6B019}"/>
                </a:ext>
              </a:extLst>
            </p:cNvPr>
            <p:cNvSpPr>
              <a:spLocks noChangeArrowheads="1"/>
            </p:cNvSpPr>
            <p:nvPr>
              <p:custDataLst>
                <p:tags r:id="rId4"/>
              </p:custDataLst>
            </p:nvPr>
          </p:nvSpPr>
          <p:spPr bwMode="auto">
            <a:xfrm flipH="1" flipV="1">
              <a:off x="7644459" y="2571744"/>
              <a:ext cx="93673" cy="94298"/>
            </a:xfrm>
            <a:prstGeom prst="ellipse">
              <a:avLst/>
            </a:prstGeom>
            <a:solidFill>
              <a:srgbClr val="000000"/>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grpSp>
    </p:spTree>
    <p:extLst>
      <p:ext uri="{BB962C8B-B14F-4D97-AF65-F5344CB8AC3E}">
        <p14:creationId xmlns:p14="http://schemas.microsoft.com/office/powerpoint/2010/main" val="631046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1090520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952F12-2FDA-48AD-A6E8-ACD1F072F40A}"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4997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952F12-2FDA-48AD-A6E8-ACD1F072F40A}"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76119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952F12-2FDA-48AD-A6E8-ACD1F072F40A}" type="datetimeFigureOut">
              <a:rPr lang="en-IN" smtClean="0"/>
              <a:t>22-07-2026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07223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952F12-2FDA-48AD-A6E8-ACD1F072F40A}" type="datetimeFigureOut">
              <a:rPr lang="en-IN" smtClean="0"/>
              <a:t>22-07-2026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709040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952F12-2FDA-48AD-A6E8-ACD1F072F40A}" type="datetimeFigureOut">
              <a:rPr lang="en-IN" smtClean="0"/>
              <a:t>22-07-2026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5263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952F12-2FDA-48AD-A6E8-ACD1F072F40A}"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495505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952F12-2FDA-48AD-A6E8-ACD1F072F40A}"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097958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2283925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952F12-2FDA-48AD-A6E8-ACD1F072F40A}"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948770-0E36-4D7D-8124-C06EC090C77E}" type="slidenum">
              <a:rPr lang="en-IN" smtClean="0"/>
              <a:t>‹#›</a:t>
            </a:fld>
            <a:endParaRPr lang="en-IN"/>
          </a:p>
        </p:txBody>
      </p:sp>
    </p:spTree>
    <p:extLst>
      <p:ext uri="{BB962C8B-B14F-4D97-AF65-F5344CB8AC3E}">
        <p14:creationId xmlns:p14="http://schemas.microsoft.com/office/powerpoint/2010/main" val="3334082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B9A7D7C4-093D-3558-082E-2361FC2F20AD}"/>
              </a:ext>
            </a:extLst>
          </p:cNvPr>
          <p:cNvPicPr>
            <a:picLocks noChangeAspect="1" noChangeArrowheads="1"/>
          </p:cNvPicPr>
          <p:nvPr userDrawn="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856581" y="2776455"/>
            <a:ext cx="5430838"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Tree>
    <p:extLst>
      <p:ext uri="{BB962C8B-B14F-4D97-AF65-F5344CB8AC3E}">
        <p14:creationId xmlns:p14="http://schemas.microsoft.com/office/powerpoint/2010/main" val="2951546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AF1C6B10-A66A-EE19-163E-508F602734D1}"/>
              </a:ext>
            </a:extLst>
          </p:cNvPr>
          <p:cNvSpPr>
            <a:spLocks noChangeArrowheads="1"/>
          </p:cNvSpPr>
          <p:nvPr userDrawn="1">
            <p:custDataLst>
              <p:tags r:id="rId1"/>
            </p:custDataLst>
          </p:nvPr>
        </p:nvSpPr>
        <p:spPr bwMode="auto">
          <a:xfrm>
            <a:off x="0" y="3214688"/>
            <a:ext cx="9144000" cy="3643312"/>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pic>
        <p:nvPicPr>
          <p:cNvPr id="7" name="Picture 2" descr="C:\Users\parul\Desktop\1.png">
            <a:extLst>
              <a:ext uri="{FF2B5EF4-FFF2-40B4-BE49-F238E27FC236}">
                <a16:creationId xmlns:a16="http://schemas.microsoft.com/office/drawing/2014/main" id="{AA4FDE8B-913C-1DC1-C64A-36FD71474DA8}"/>
              </a:ext>
            </a:extLst>
          </p:cNvPr>
          <p:cNvPicPr>
            <a:picLocks noChangeAspect="1" noChangeArrowheads="1"/>
          </p:cNvPicPr>
          <p:nvPr userDrawn="1">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1219200" y="361950"/>
            <a:ext cx="67056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 name="Picture 3" descr="C:\Users\parul\Desktop\2.png">
            <a:extLst>
              <a:ext uri="{FF2B5EF4-FFF2-40B4-BE49-F238E27FC236}">
                <a16:creationId xmlns:a16="http://schemas.microsoft.com/office/drawing/2014/main" id="{30B829C5-769E-319D-94FC-0D0621C33681}"/>
              </a:ext>
            </a:extLst>
          </p:cNvPr>
          <p:cNvPicPr>
            <a:picLocks noChangeAspect="1" noChangeArrowheads="1"/>
          </p:cNvPicPr>
          <p:nvPr userDrawn="1">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2433638" y="4000500"/>
            <a:ext cx="42767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4" descr="C:\Users\parul\Desktop\Cover Page with yellow patch - Version 18.png">
            <a:extLst>
              <a:ext uri="{FF2B5EF4-FFF2-40B4-BE49-F238E27FC236}">
                <a16:creationId xmlns:a16="http://schemas.microsoft.com/office/drawing/2014/main" id="{756C4F08-D2D8-AEB6-9825-5F33B0070428}"/>
              </a:ext>
            </a:extLst>
          </p:cNvPr>
          <p:cNvPicPr>
            <a:picLocks noChangeAspect="1" noChangeArrowheads="1"/>
          </p:cNvPicPr>
          <p:nvPr userDrawn="1">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3038475" y="4946650"/>
            <a:ext cx="30670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Rectangle 7">
            <a:extLst>
              <a:ext uri="{FF2B5EF4-FFF2-40B4-BE49-F238E27FC236}">
                <a16:creationId xmlns:a16="http://schemas.microsoft.com/office/drawing/2014/main" id="{ED5DA546-EEBA-EEDD-085B-719D7612E30F}"/>
              </a:ext>
            </a:extLst>
          </p:cNvPr>
          <p:cNvSpPr>
            <a:spLocks noChangeArrowheads="1"/>
          </p:cNvSpPr>
          <p:nvPr userDrawn="1">
            <p:custDataLst>
              <p:tags r:id="rId5"/>
            </p:custDataLst>
          </p:nvPr>
        </p:nvSpPr>
        <p:spPr bwMode="auto">
          <a:xfrm>
            <a:off x="0" y="6003925"/>
            <a:ext cx="9144000" cy="357188"/>
          </a:xfrm>
          <a:prstGeom prst="rect">
            <a:avLst/>
          </a:prstGeom>
          <a:solidFill>
            <a:srgbClr val="FFFFFF"/>
          </a:solidFill>
          <a:ln>
            <a:noFill/>
          </a:ln>
          <a:extLst>
            <a:ext uri="{91240B29-F687-4F45-9708-019B960494DF}">
              <a14:hiddenLine xmlns:a14="http://schemas.microsoft.com/office/drawing/2010/main" w="25400" algn="ctr">
                <a:solidFill>
                  <a:srgbClr val="000000"/>
                </a:solidFill>
                <a:round/>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11" name="TextBox 8">
            <a:extLst>
              <a:ext uri="{FF2B5EF4-FFF2-40B4-BE49-F238E27FC236}">
                <a16:creationId xmlns:a16="http://schemas.microsoft.com/office/drawing/2014/main" id="{D01DF74C-FD39-4225-9267-664E1B9FC744}"/>
              </a:ext>
            </a:extLst>
          </p:cNvPr>
          <p:cNvSpPr>
            <a:spLocks noChangeArrowheads="1"/>
          </p:cNvSpPr>
          <p:nvPr userDrawn="1">
            <p:custDataLst>
              <p:tags r:id="rId6"/>
            </p:custDataLst>
          </p:nvPr>
        </p:nvSpPr>
        <p:spPr bwMode="auto">
          <a:xfrm>
            <a:off x="3249613" y="5997575"/>
            <a:ext cx="2644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US" altLang="en-US" sz="1800">
                <a:solidFill>
                  <a:schemeClr val="tx2"/>
                </a:solidFill>
                <a:cs typeface="Times New Roman" panose="02020603050405020304" pitchFamily="18" charset="0"/>
              </a:rPr>
              <a:t>www.paruluniversity.ac.in</a:t>
            </a:r>
          </a:p>
        </p:txBody>
      </p:sp>
    </p:spTree>
    <p:extLst>
      <p:ext uri="{BB962C8B-B14F-4D97-AF65-F5344CB8AC3E}">
        <p14:creationId xmlns:p14="http://schemas.microsoft.com/office/powerpoint/2010/main" val="1160776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952F12-2FDA-48AD-A6E8-ACD1F072F40A}" type="datetimeFigureOut">
              <a:rPr lang="en-IN" smtClean="0"/>
              <a:t>22-07-2026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948770-0E36-4D7D-8124-C06EC090C77E}" type="slidenum">
              <a:rPr lang="en-IN" smtClean="0"/>
              <a:t>‹#›</a:t>
            </a:fld>
            <a:endParaRPr lang="en-IN"/>
          </a:p>
        </p:txBody>
      </p:sp>
    </p:spTree>
    <p:extLst>
      <p:ext uri="{BB962C8B-B14F-4D97-AF65-F5344CB8AC3E}">
        <p14:creationId xmlns:p14="http://schemas.microsoft.com/office/powerpoint/2010/main" val="9660286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xml"/><Relationship Id="rId1" Type="http://schemas.openxmlformats.org/officeDocument/2006/relationships/tags" Target="../tags/tag12.xml"/></Relationships>
</file>

<file path=ppt/slides/_rels/slide2.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6.jpg"/><Relationship Id="rId4"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7.jpg"/><Relationship Id="rId4"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notesSlide" Target="../notesSlides/notesSlide1.xml"/><Relationship Id="rId4"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8.png"/><Relationship Id="rId5" Type="http://schemas.openxmlformats.org/officeDocument/2006/relationships/notesSlide" Target="../notesSlides/notesSlide2.xml"/><Relationship Id="rId4"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notesSlide" Target="../notesSlides/notesSlide3.xml"/><Relationship Id="rId4"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notesSlide" Target="../notesSlides/notesSlide4.xml"/><Relationship Id="rId4"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9.png"/><Relationship Id="rId5" Type="http://schemas.openxmlformats.org/officeDocument/2006/relationships/notesSlide" Target="../notesSlides/notesSlide5.xml"/><Relationship Id="rId4"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notesSlide" Target="../notesSlides/notesSlide6.xml"/><Relationship Id="rId4"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notesSlide" Target="../notesSlides/notesSlide7.xml"/><Relationship Id="rId4"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notesSlide" Target="../notesSlides/notesSlide8.xml"/><Relationship Id="rId4"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notesSlide" Target="../notesSlides/notesSlide9.xml"/><Relationship Id="rId4"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10.png"/><Relationship Id="rId5" Type="http://schemas.openxmlformats.org/officeDocument/2006/relationships/notesSlide" Target="../notesSlides/notesSlide10.xml"/><Relationship Id="rId4"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notesSlide" Target="../notesSlides/notesSlide11.xml"/><Relationship Id="rId4"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notesSlide" Target="../notesSlides/notesSlide12.xml"/><Relationship Id="rId4"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4.xml"/><Relationship Id="rId1" Type="http://schemas.openxmlformats.org/officeDocument/2006/relationships/tags" Target="../tags/tag73.xml"/><Relationship Id="rId4"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6.xml"/><Relationship Id="rId1" Type="http://schemas.openxmlformats.org/officeDocument/2006/relationships/tags" Target="../tags/tag75.xml"/><Relationship Id="rId4"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78.xml"/><Relationship Id="rId1" Type="http://schemas.openxmlformats.org/officeDocument/2006/relationships/tags" Target="../tags/tag77.xml"/><Relationship Id="rId4"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4.xml"/><Relationship Id="rId1" Type="http://schemas.openxmlformats.org/officeDocument/2006/relationships/tags" Target="../tags/tag83.xml"/><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6.xml"/><Relationship Id="rId1" Type="http://schemas.openxmlformats.org/officeDocument/2006/relationships/tags" Target="../tags/tag85.xml"/><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8.xml"/><Relationship Id="rId1" Type="http://schemas.openxmlformats.org/officeDocument/2006/relationships/tags" Target="../tags/tag87.xml"/><Relationship Id="rId4"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0.xml"/><Relationship Id="rId1" Type="http://schemas.openxmlformats.org/officeDocument/2006/relationships/tags" Target="../tags/tag89.xml"/><Relationship Id="rId4"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2.xml"/><Relationship Id="rId1" Type="http://schemas.openxmlformats.org/officeDocument/2006/relationships/tags" Target="../tags/tag91.xml"/><Relationship Id="rId5" Type="http://schemas.openxmlformats.org/officeDocument/2006/relationships/image" Target="../media/image11.jpeg"/><Relationship Id="rId4"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4.xml"/><Relationship Id="rId1" Type="http://schemas.openxmlformats.org/officeDocument/2006/relationships/tags" Target="../tags/tag93.xml"/><Relationship Id="rId5" Type="http://schemas.openxmlformats.org/officeDocument/2006/relationships/image" Target="../media/image12.jpeg"/><Relationship Id="rId4"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6.xml"/><Relationship Id="rId1" Type="http://schemas.openxmlformats.org/officeDocument/2006/relationships/tags" Target="../tags/tag95.xml"/><Relationship Id="rId4"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13.png"/><Relationship Id="rId4"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00.xml"/><Relationship Id="rId1" Type="http://schemas.openxmlformats.org/officeDocument/2006/relationships/tags" Target="../tags/tag99.xml"/><Relationship Id="rId4"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02.xml"/><Relationship Id="rId1" Type="http://schemas.openxmlformats.org/officeDocument/2006/relationships/tags" Target="../tags/tag101.xml"/><Relationship Id="rId4"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04.xml"/><Relationship Id="rId1" Type="http://schemas.openxmlformats.org/officeDocument/2006/relationships/tags" Target="../tags/tag103.xml"/><Relationship Id="rId5" Type="http://schemas.openxmlformats.org/officeDocument/2006/relationships/image" Target="../media/image14.png"/><Relationship Id="rId4"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06.xml"/><Relationship Id="rId1" Type="http://schemas.openxmlformats.org/officeDocument/2006/relationships/tags" Target="../tags/tag105.xml"/><Relationship Id="rId4"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08.xml"/><Relationship Id="rId1" Type="http://schemas.openxmlformats.org/officeDocument/2006/relationships/tags" Target="../tags/tag107.xml"/><Relationship Id="rId4"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2.xml"/><Relationship Id="rId1" Type="http://schemas.openxmlformats.org/officeDocument/2006/relationships/tags" Target="../tags/tag111.xml"/><Relationship Id="rId4"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4.xml"/><Relationship Id="rId1" Type="http://schemas.openxmlformats.org/officeDocument/2006/relationships/tags" Target="../tags/tag113.xml"/><Relationship Id="rId4"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15.png"/><Relationship Id="rId4"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18.xml"/><Relationship Id="rId1" Type="http://schemas.openxmlformats.org/officeDocument/2006/relationships/tags" Target="../tags/tag117.xml"/><Relationship Id="rId4"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0.xml"/><Relationship Id="rId1" Type="http://schemas.openxmlformats.org/officeDocument/2006/relationships/tags" Target="../tags/tag119.xml"/><Relationship Id="rId5" Type="http://schemas.openxmlformats.org/officeDocument/2006/relationships/image" Target="../media/image16.png"/><Relationship Id="rId4"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2.xml"/><Relationship Id="rId1" Type="http://schemas.openxmlformats.org/officeDocument/2006/relationships/tags" Target="../tags/tag121.xml"/><Relationship Id="rId4"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4.xml"/><Relationship Id="rId1" Type="http://schemas.openxmlformats.org/officeDocument/2006/relationships/tags" Target="../tags/tag123.xml"/><Relationship Id="rId4"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6.xml"/><Relationship Id="rId1" Type="http://schemas.openxmlformats.org/officeDocument/2006/relationships/tags" Target="../tags/tag125.xml"/><Relationship Id="rId5" Type="http://schemas.openxmlformats.org/officeDocument/2006/relationships/image" Target="../media/image17.png"/><Relationship Id="rId4"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8.xml"/><Relationship Id="rId1" Type="http://schemas.openxmlformats.org/officeDocument/2006/relationships/tags" Target="../tags/tag127.xml"/><Relationship Id="rId4"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0.xml"/><Relationship Id="rId1" Type="http://schemas.openxmlformats.org/officeDocument/2006/relationships/tags" Target="../tags/tag129.xml"/><Relationship Id="rId4"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2.xml"/><Relationship Id="rId1" Type="http://schemas.openxmlformats.org/officeDocument/2006/relationships/tags" Target="../tags/tag131.xml"/><Relationship Id="rId4"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image" Target="../media/image18.jpeg"/><Relationship Id="rId4"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6.xml"/><Relationship Id="rId1" Type="http://schemas.openxmlformats.org/officeDocument/2006/relationships/tags" Target="../tags/tag135.xml"/><Relationship Id="rId4"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8.xml"/><Relationship Id="rId1" Type="http://schemas.openxmlformats.org/officeDocument/2006/relationships/tags" Target="../tags/tag137.xml"/><Relationship Id="rId4"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0.xml"/><Relationship Id="rId1" Type="http://schemas.openxmlformats.org/officeDocument/2006/relationships/tags" Target="../tags/tag139.xml"/><Relationship Id="rId4"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2.xml"/><Relationship Id="rId1" Type="http://schemas.openxmlformats.org/officeDocument/2006/relationships/tags" Target="../tags/tag141.xml"/><Relationship Id="rId4"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4.xml"/><Relationship Id="rId1" Type="http://schemas.openxmlformats.org/officeDocument/2006/relationships/tags" Target="../tags/tag143.xml"/><Relationship Id="rId4"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6.xml"/><Relationship Id="rId1" Type="http://schemas.openxmlformats.org/officeDocument/2006/relationships/tags" Target="../tags/tag145.xml"/><Relationship Id="rId4"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8.xml"/><Relationship Id="rId1" Type="http://schemas.openxmlformats.org/officeDocument/2006/relationships/tags" Target="../tags/tag147.xml"/><Relationship Id="rId4"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0.xml"/><Relationship Id="rId1" Type="http://schemas.openxmlformats.org/officeDocument/2006/relationships/tags" Target="../tags/tag149.xml"/><Relationship Id="rId4"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50BCAC4D-696F-B836-4773-589954086317}"/>
              </a:ext>
            </a:extLst>
          </p:cNvPr>
          <p:cNvSpPr>
            <a:spLocks noChangeArrowheads="1"/>
          </p:cNvSpPr>
          <p:nvPr>
            <p:custDataLst>
              <p:tags r:id="rId1"/>
            </p:custDataLst>
          </p:nvPr>
        </p:nvSpPr>
        <p:spPr bwMode="auto">
          <a:xfrm>
            <a:off x="0" y="3714750"/>
            <a:ext cx="9144000" cy="714375"/>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None/>
            </a:pPr>
            <a:r>
              <a:rPr lang="en-US" altLang="en-US" sz="3500" b="1" dirty="0">
                <a:solidFill>
                  <a:schemeClr val="bg1"/>
                </a:solidFill>
                <a:cs typeface="Times New Roman" panose="02020603050405020304" pitchFamily="18" charset="0"/>
              </a:rPr>
              <a:t>J</a:t>
            </a:r>
            <a:r>
              <a:rPr lang="en-IN" altLang="en-US" sz="3500" b="1" dirty="0">
                <a:solidFill>
                  <a:schemeClr val="bg1"/>
                </a:solidFill>
                <a:cs typeface="Times New Roman" panose="02020603050405020304" pitchFamily="18" charset="0"/>
              </a:rPr>
              <a:t>ava Servlets</a:t>
            </a:r>
          </a:p>
        </p:txBody>
      </p:sp>
      <p:sp>
        <p:nvSpPr>
          <p:cNvPr id="5" name="TextBox 6">
            <a:extLst>
              <a:ext uri="{FF2B5EF4-FFF2-40B4-BE49-F238E27FC236}">
                <a16:creationId xmlns:a16="http://schemas.microsoft.com/office/drawing/2014/main" id="{2B27439B-57F6-0AA6-0670-092242D019AD}"/>
              </a:ext>
            </a:extLst>
          </p:cNvPr>
          <p:cNvSpPr>
            <a:spLocks noChangeArrowheads="1"/>
          </p:cNvSpPr>
          <p:nvPr>
            <p:custDataLst>
              <p:tags r:id="rId2"/>
            </p:custDataLst>
          </p:nvPr>
        </p:nvSpPr>
        <p:spPr bwMode="auto">
          <a:xfrm>
            <a:off x="1714500" y="3071813"/>
            <a:ext cx="571500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r>
              <a:rPr lang="en-IN" altLang="en-US" sz="3500" b="1" dirty="0">
                <a:cs typeface="Times New Roman" panose="02020603050405020304" pitchFamily="18" charset="0"/>
              </a:rPr>
              <a:t>Unit -1</a:t>
            </a:r>
          </a:p>
        </p:txBody>
      </p:sp>
    </p:spTree>
    <p:extLst>
      <p:ext uri="{BB962C8B-B14F-4D97-AF65-F5344CB8AC3E}">
        <p14:creationId xmlns:p14="http://schemas.microsoft.com/office/powerpoint/2010/main" val="54765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B936D777-4D08-FC9C-562C-397B52751678}"/>
              </a:ext>
            </a:extLst>
          </p:cNvPr>
          <p:cNvSpPr txBox="1">
            <a:spLocks noChangeArrowheads="1"/>
          </p:cNvSpPr>
          <p:nvPr>
            <p:custDataLst>
              <p:tags r:id="rId1"/>
            </p:custDataLst>
          </p:nvPr>
        </p:nvSpPr>
        <p:spPr bwMode="auto">
          <a:xfrm>
            <a:off x="190500" y="2352675"/>
            <a:ext cx="8675204"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324000" algn="just">
              <a:spcBef>
                <a:spcPct val="0"/>
              </a:spcBef>
            </a:pPr>
            <a:r>
              <a:rPr lang="en-US" b="0" i="0" dirty="0">
                <a:effectLst/>
                <a:latin typeface="Times New Roman" panose="02020603050405020304" pitchFamily="18" charset="0"/>
                <a:cs typeface="Times New Roman" panose="02020603050405020304" pitchFamily="18" charset="0"/>
              </a:rPr>
              <a:t>Java Servlets are the Java programs that run on the Java-enabled web server or application server.</a:t>
            </a:r>
          </a:p>
          <a:p>
            <a:pPr marL="324000" algn="just">
              <a:spcBef>
                <a:spcPct val="0"/>
              </a:spcBef>
            </a:pPr>
            <a:r>
              <a:rPr lang="en-US" b="0" i="0" dirty="0">
                <a:effectLst/>
                <a:latin typeface="Times New Roman" panose="02020603050405020304" pitchFamily="18" charset="0"/>
                <a:cs typeface="Times New Roman" panose="02020603050405020304" pitchFamily="18" charset="0"/>
              </a:rPr>
              <a:t>They are used to handle the request obtained from the web server, process the request, produce the response, and then send a response back to the web server.</a:t>
            </a:r>
          </a:p>
          <a:p>
            <a:pPr marL="324000" algn="just">
              <a:spcBef>
                <a:spcPct val="0"/>
              </a:spcBef>
            </a:pPr>
            <a:r>
              <a:rPr lang="en-US" b="0" i="0" dirty="0">
                <a:effectLst/>
                <a:latin typeface="Times New Roman" panose="02020603050405020304" pitchFamily="18" charset="0"/>
                <a:cs typeface="Times New Roman" panose="02020603050405020304" pitchFamily="18" charset="0"/>
              </a:rPr>
              <a:t>Servlets are written in Java and are platform independent.</a:t>
            </a:r>
          </a:p>
        </p:txBody>
      </p:sp>
      <p:sp>
        <p:nvSpPr>
          <p:cNvPr id="3" name="Rectangle 7">
            <a:extLst>
              <a:ext uri="{FF2B5EF4-FFF2-40B4-BE49-F238E27FC236}">
                <a16:creationId xmlns:a16="http://schemas.microsoft.com/office/drawing/2014/main" id="{CCBA97CA-D87D-215B-98B6-91DE108DF67C}"/>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C9B4BC39-29FF-0424-D8B1-CEFC7187CAEF}"/>
              </a:ext>
            </a:extLst>
          </p:cNvPr>
          <p:cNvSpPr>
            <a:spLocks noChangeArrowheads="1"/>
          </p:cNvSpPr>
          <p:nvPr>
            <p:custDataLst>
              <p:tags r:id="rId3"/>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FontTx/>
              <a:buNone/>
            </a:pPr>
            <a:r>
              <a:rPr lang="en-US" altLang="en-US" sz="3500" b="1" dirty="0">
                <a:solidFill>
                  <a:schemeClr val="bg1"/>
                </a:solidFill>
                <a:latin typeface="Times New Roman" panose="02020603050405020304" pitchFamily="18" charset="0"/>
                <a:cs typeface="Times New Roman" panose="02020603050405020304" pitchFamily="18" charset="0"/>
              </a:rPr>
              <a:t>Introduction to Servlets</a:t>
            </a:r>
            <a:endParaRPr lang="en-IN" altLang="en-US" sz="35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7069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77C92-8072-29AB-1A88-633CA9EC4C1E}"/>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CFBEFEB9-82E0-AB9D-0B42-57C6AE0CB91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C4CA0C8D-E467-9B8E-2506-BC3753909487}"/>
              </a:ext>
            </a:extLst>
          </p:cNvPr>
          <p:cNvSpPr>
            <a:spLocks noChangeArrowheads="1"/>
          </p:cNvSpPr>
          <p:nvPr>
            <p:custDataLst>
              <p:tags r:id="rId2"/>
            </p:custDataLst>
          </p:nvPr>
        </p:nvSpPr>
        <p:spPr bwMode="auto">
          <a:xfrm>
            <a:off x="190500" y="1687513"/>
            <a:ext cx="8763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500" b="1" i="0" dirty="0">
                <a:solidFill>
                  <a:srgbClr val="FFFFFF"/>
                </a:solidFill>
                <a:effectLst/>
                <a:latin typeface="Times New Roman" panose="02020603050405020304" pitchFamily="18" charset="0"/>
                <a:cs typeface="Times New Roman" panose="02020603050405020304" pitchFamily="18" charset="0"/>
              </a:rPr>
              <a:t>Java Servlets Architecture</a:t>
            </a:r>
          </a:p>
        </p:txBody>
      </p:sp>
      <p:pic>
        <p:nvPicPr>
          <p:cNvPr id="6" name="Picture 5">
            <a:extLst>
              <a:ext uri="{FF2B5EF4-FFF2-40B4-BE49-F238E27FC236}">
                <a16:creationId xmlns:a16="http://schemas.microsoft.com/office/drawing/2014/main" id="{4AF02A9B-64BA-F331-2B04-039954066B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500" y="2330450"/>
            <a:ext cx="8545286" cy="4388048"/>
          </a:xfrm>
          <a:prstGeom prst="rect">
            <a:avLst/>
          </a:prstGeom>
        </p:spPr>
      </p:pic>
    </p:spTree>
    <p:extLst>
      <p:ext uri="{BB962C8B-B14F-4D97-AF65-F5344CB8AC3E}">
        <p14:creationId xmlns:p14="http://schemas.microsoft.com/office/powerpoint/2010/main" val="3481405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035C0-0590-E284-C828-F18F81A58690}"/>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F7FAF6C9-9513-601B-772A-2D448D4F1C6A}"/>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3B3D1361-6CC8-5AB3-C429-93647A72ADC7}"/>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A4B8312C-38DB-D843-0F08-B28766DBD0F8}"/>
              </a:ext>
            </a:extLst>
          </p:cNvPr>
          <p:cNvSpPr>
            <a:spLocks noChangeArrowheads="1"/>
          </p:cNvSpPr>
          <p:nvPr>
            <p:custDataLst>
              <p:tags r:id="rId3"/>
            </p:custDataLst>
          </p:nvPr>
        </p:nvSpPr>
        <p:spPr bwMode="auto">
          <a:xfrm>
            <a:off x="0"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i="0" dirty="0">
                <a:solidFill>
                  <a:srgbClr val="FFFFFF"/>
                </a:solidFill>
                <a:effectLst/>
                <a:latin typeface="Times New Roman" panose="02020603050405020304" pitchFamily="18" charset="0"/>
                <a:cs typeface="Times New Roman" panose="02020603050405020304" pitchFamily="18" charset="0"/>
              </a:rPr>
              <a:t>Execution of Java Servlets</a:t>
            </a: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6C914768-04A2-7E83-A67C-33FAF8D369D1}"/>
              </a:ext>
            </a:extLst>
          </p:cNvPr>
          <p:cNvSpPr txBox="1"/>
          <p:nvPr/>
        </p:nvSpPr>
        <p:spPr>
          <a:xfrm>
            <a:off x="0" y="2286000"/>
            <a:ext cx="9144000" cy="5632311"/>
          </a:xfrm>
          <a:prstGeom prst="rect">
            <a:avLst/>
          </a:prstGeom>
          <a:noFill/>
        </p:spPr>
        <p:txBody>
          <a:bodyPr wrap="square" rtlCol="0">
            <a:spAutoFit/>
          </a:bodyPr>
          <a:lstStyle/>
          <a:p>
            <a:r>
              <a:rPr lang="en-US" sz="2800" b="0" i="0" dirty="0">
                <a:effectLst/>
                <a:latin typeface="Times New Roman" panose="02020603050405020304" pitchFamily="18" charset="0"/>
                <a:cs typeface="Times New Roman" panose="02020603050405020304" pitchFamily="18" charset="0"/>
              </a:rPr>
              <a:t>Execution of Servlets basically</a:t>
            </a:r>
            <a:r>
              <a:rPr lang="en-US" sz="2800" b="1" i="0" dirty="0">
                <a:effectLst/>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involves Six basic steps:</a:t>
            </a:r>
          </a:p>
          <a:p>
            <a:pPr marL="457200" indent="-457200">
              <a:buFont typeface="+mj-lt"/>
              <a:buAutoNum type="arabicPeriod"/>
            </a:pPr>
            <a:r>
              <a:rPr lang="en-US" sz="2800" b="0" i="0" dirty="0">
                <a:effectLst/>
                <a:latin typeface="Times New Roman" panose="02020603050405020304" pitchFamily="18" charset="0"/>
                <a:cs typeface="Times New Roman" panose="02020603050405020304" pitchFamily="18" charset="0"/>
              </a:rPr>
              <a:t>The Clients send the request to the Web Server.</a:t>
            </a:r>
          </a:p>
          <a:p>
            <a:pPr marL="457200" indent="-457200">
              <a:buFont typeface="+mj-lt"/>
              <a:buAutoNum type="arabicPeriod"/>
            </a:pPr>
            <a:r>
              <a:rPr lang="en-US" sz="2800" b="0" i="0" dirty="0">
                <a:effectLst/>
                <a:latin typeface="Times New Roman" panose="02020603050405020304" pitchFamily="18" charset="0"/>
                <a:cs typeface="Times New Roman" panose="02020603050405020304" pitchFamily="18" charset="0"/>
              </a:rPr>
              <a:t>The Web Server receives the request.</a:t>
            </a:r>
          </a:p>
          <a:p>
            <a:pPr marL="457200" indent="-457200">
              <a:buFont typeface="+mj-lt"/>
              <a:buAutoNum type="arabicPeriod"/>
            </a:pPr>
            <a:r>
              <a:rPr lang="en-US" sz="2800" b="0" i="0" dirty="0">
                <a:effectLst/>
                <a:latin typeface="Times New Roman" panose="02020603050405020304" pitchFamily="18" charset="0"/>
                <a:cs typeface="Times New Roman" panose="02020603050405020304" pitchFamily="18" charset="0"/>
              </a:rPr>
              <a:t>The Web Server passes the request to the corresponding servlet.</a:t>
            </a:r>
          </a:p>
          <a:p>
            <a:pPr marL="457200" indent="-457200">
              <a:buFont typeface="+mj-lt"/>
              <a:buAutoNum type="arabicPeriod"/>
            </a:pPr>
            <a:r>
              <a:rPr lang="en-US" sz="2800" b="0" i="0" dirty="0">
                <a:effectLst/>
                <a:latin typeface="Times New Roman" panose="02020603050405020304" pitchFamily="18" charset="0"/>
                <a:cs typeface="Times New Roman" panose="02020603050405020304" pitchFamily="18" charset="0"/>
              </a:rPr>
              <a:t>The Servlet processes the request and generates the response in the form of output.</a:t>
            </a:r>
          </a:p>
          <a:p>
            <a:pPr marL="457200" indent="-457200">
              <a:buFont typeface="+mj-lt"/>
              <a:buAutoNum type="arabicPeriod"/>
            </a:pPr>
            <a:r>
              <a:rPr lang="en-US" sz="2800" b="0" i="0" dirty="0">
                <a:effectLst/>
                <a:latin typeface="Times New Roman" panose="02020603050405020304" pitchFamily="18" charset="0"/>
                <a:cs typeface="Times New Roman" panose="02020603050405020304" pitchFamily="18" charset="0"/>
              </a:rPr>
              <a:t>The Servlet sends the response back to the webserver.</a:t>
            </a:r>
          </a:p>
          <a:p>
            <a:pPr marL="457200" indent="-457200">
              <a:buFont typeface="+mj-lt"/>
              <a:buAutoNum type="arabicPeriod"/>
            </a:pPr>
            <a:r>
              <a:rPr lang="en-US" sz="2800" b="0" i="0" dirty="0">
                <a:effectLst/>
                <a:latin typeface="Times New Roman" panose="02020603050405020304" pitchFamily="18" charset="0"/>
                <a:cs typeface="Times New Roman" panose="02020603050405020304" pitchFamily="18" charset="0"/>
              </a:rPr>
              <a:t>The Web Server sends the response back to the client and the client browser displays it on the screen.</a:t>
            </a:r>
          </a:p>
          <a:p>
            <a:endParaRPr lang="en-US" sz="2000" b="0" i="0" dirty="0">
              <a:effectLst/>
              <a:latin typeface="Nunito" pitchFamily="2" charset="0"/>
            </a:endParaRPr>
          </a:p>
          <a:p>
            <a:endParaRPr lang="en-US" sz="2000" b="0" i="0" dirty="0">
              <a:effectLst/>
              <a:latin typeface="Nunito" pitchFamily="2" charset="0"/>
            </a:endParaRPr>
          </a:p>
          <a:p>
            <a:endParaRPr lang="en-US" sz="2000" b="0" i="0" dirty="0">
              <a:effectLst/>
              <a:latin typeface="Nunito" pitchFamily="2"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0825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56D8B-C1E4-50DE-9370-BD8DB3EE779D}"/>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9D24A20B-2CB0-A808-B423-FD6F7D98DBDB}"/>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0983E594-724E-4CF8-500D-9DF7247C18F5}"/>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B809140A-FAD3-92A0-F0FB-55EE48793245}"/>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i="0" dirty="0">
                <a:solidFill>
                  <a:schemeClr val="bg2"/>
                </a:solidFill>
                <a:effectLst/>
                <a:latin typeface="Times New Roman" panose="02020603050405020304" pitchFamily="18" charset="0"/>
                <a:cs typeface="Times New Roman" panose="02020603050405020304" pitchFamily="18" charset="0"/>
              </a:rPr>
              <a:t>CGI(Common Gateway Interface</a:t>
            </a:r>
            <a:r>
              <a:rPr lang="en-IN" sz="2000" b="1" i="0" dirty="0">
                <a:solidFill>
                  <a:srgbClr val="FFFFFF"/>
                </a:solidFill>
                <a:effectLst/>
                <a:latin typeface="Nunito" pitchFamily="2" charset="0"/>
              </a:rPr>
              <a:t>)</a:t>
            </a:r>
            <a:endParaRPr lang="en-IN" sz="3600" b="1" i="0" dirty="0">
              <a:solidFill>
                <a:srgbClr val="FFFFFF"/>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55ABD4D8-DB17-397E-23FA-AAE935197649}"/>
              </a:ext>
            </a:extLst>
          </p:cNvPr>
          <p:cNvSpPr txBox="1"/>
          <p:nvPr/>
        </p:nvSpPr>
        <p:spPr>
          <a:xfrm>
            <a:off x="0" y="2286000"/>
            <a:ext cx="9144000" cy="4893647"/>
          </a:xfrm>
          <a:prstGeom prst="rect">
            <a:avLst/>
          </a:prstGeom>
          <a:noFill/>
        </p:spPr>
        <p:txBody>
          <a:bodyPr wrap="square" rtlCol="0">
            <a:spAutoFit/>
          </a:bodyPr>
          <a:lstStyle/>
          <a:p>
            <a:r>
              <a:rPr lang="en-US" sz="2400" b="1" i="0" dirty="0">
                <a:effectLst/>
                <a:latin typeface="Times New Roman" panose="02020603050405020304" pitchFamily="18" charset="0"/>
                <a:cs typeface="Times New Roman" panose="02020603050405020304" pitchFamily="18" charset="0"/>
              </a:rPr>
              <a:t>CGI</a:t>
            </a:r>
            <a:r>
              <a:rPr lang="en-US" sz="2400" b="0" i="0" dirty="0">
                <a:effectLst/>
                <a:latin typeface="Times New Roman" panose="02020603050405020304" pitchFamily="18" charset="0"/>
                <a:cs typeface="Times New Roman" panose="02020603050405020304" pitchFamily="18" charset="0"/>
              </a:rPr>
              <a:t> is actually an external application that is written by using any of the programming languages like </a:t>
            </a:r>
            <a:r>
              <a:rPr lang="en-US" sz="2400" b="1" i="0" dirty="0">
                <a:effectLst/>
                <a:latin typeface="Times New Roman" panose="02020603050405020304" pitchFamily="18" charset="0"/>
                <a:cs typeface="Times New Roman" panose="02020603050405020304" pitchFamily="18" charset="0"/>
              </a:rPr>
              <a:t>C</a:t>
            </a:r>
            <a:r>
              <a:rPr lang="en-US" sz="2400" b="0" i="0" dirty="0">
                <a:effectLst/>
                <a:latin typeface="Times New Roman" panose="02020603050405020304" pitchFamily="18" charset="0"/>
                <a:cs typeface="Times New Roman" panose="02020603050405020304" pitchFamily="18" charset="0"/>
              </a:rPr>
              <a:t> or </a:t>
            </a:r>
            <a:r>
              <a:rPr lang="en-US" sz="2400" b="1" i="0" dirty="0">
                <a:effectLst/>
                <a:latin typeface="Times New Roman" panose="02020603050405020304" pitchFamily="18" charset="0"/>
                <a:cs typeface="Times New Roman" panose="02020603050405020304" pitchFamily="18" charset="0"/>
              </a:rPr>
              <a:t>C++</a:t>
            </a:r>
            <a:r>
              <a:rPr lang="en-US" sz="2400" b="0" i="0" dirty="0">
                <a:effectLst/>
                <a:latin typeface="Times New Roman" panose="02020603050405020304" pitchFamily="18" charset="0"/>
                <a:cs typeface="Times New Roman" panose="02020603050405020304" pitchFamily="18" charset="0"/>
              </a:rPr>
              <a:t> and this is responsible for processing client requests and generating dynamic content. </a:t>
            </a:r>
          </a:p>
          <a:p>
            <a:r>
              <a:rPr lang="en-US" sz="2400" b="0" i="0" dirty="0">
                <a:effectLst/>
                <a:latin typeface="Times New Roman" panose="02020603050405020304" pitchFamily="18" charset="0"/>
                <a:cs typeface="Times New Roman" panose="02020603050405020304" pitchFamily="18" charset="0"/>
              </a:rPr>
              <a:t>In CGI application, when a client makes a request to access dynamic Web pages, the Web server performs the following operations:  </a:t>
            </a:r>
          </a:p>
          <a:p>
            <a:pPr marL="342900" indent="-342900">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It first locates the requested web page </a:t>
            </a:r>
            <a:r>
              <a:rPr lang="en-US" sz="2400" b="0" i="1" dirty="0" err="1">
                <a:effectLst/>
                <a:latin typeface="Times New Roman" panose="02020603050405020304" pitchFamily="18" charset="0"/>
                <a:cs typeface="Times New Roman" panose="02020603050405020304" pitchFamily="18" charset="0"/>
              </a:rPr>
              <a:t>i.e</a:t>
            </a:r>
            <a:r>
              <a:rPr lang="en-US" sz="2400" b="0" i="0" dirty="0">
                <a:effectLst/>
                <a:latin typeface="Times New Roman" panose="02020603050405020304" pitchFamily="18" charset="0"/>
                <a:cs typeface="Times New Roman" panose="02020603050405020304" pitchFamily="18" charset="0"/>
              </a:rPr>
              <a:t> the required CGI application using URL.</a:t>
            </a:r>
          </a:p>
          <a:p>
            <a:pPr marL="342900" indent="-342900">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It then creates a new process to service the client’s request.</a:t>
            </a:r>
          </a:p>
          <a:p>
            <a:pPr marL="342900" indent="-342900">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Invokes the CGI application within the process and passes the request information to the application.</a:t>
            </a:r>
          </a:p>
          <a:p>
            <a:pPr marL="342900" indent="-342900">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Collects the response from the CGI application.</a:t>
            </a:r>
          </a:p>
          <a:p>
            <a:pPr marL="342900" indent="-342900">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Destroys the process, prepares the HTTP response, and sends it to the client.</a:t>
            </a:r>
          </a:p>
        </p:txBody>
      </p:sp>
    </p:spTree>
    <p:extLst>
      <p:ext uri="{BB962C8B-B14F-4D97-AF65-F5344CB8AC3E}">
        <p14:creationId xmlns:p14="http://schemas.microsoft.com/office/powerpoint/2010/main" val="2371424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3255A-408A-78C5-CDE1-C767667C562A}"/>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008B01DA-02D3-3091-5445-A925FCC4688E}"/>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1452A436-851C-4D4E-0807-CF031B8DF73A}"/>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18C3C983-C45E-EFDC-FC45-AA180EB87F7C}"/>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i="0" dirty="0">
                <a:solidFill>
                  <a:schemeClr val="bg2"/>
                </a:solidFill>
                <a:effectLst/>
                <a:latin typeface="Times New Roman" panose="02020603050405020304" pitchFamily="18" charset="0"/>
                <a:cs typeface="Times New Roman" panose="02020603050405020304" pitchFamily="18" charset="0"/>
              </a:rPr>
              <a:t>CGI(Common Gateway Interface</a:t>
            </a:r>
            <a:r>
              <a:rPr lang="en-IN" sz="2000" b="1" i="0" dirty="0">
                <a:solidFill>
                  <a:srgbClr val="FFFFFF"/>
                </a:solidFill>
                <a:effectLst/>
                <a:latin typeface="Nunito" pitchFamily="2" charset="0"/>
              </a:rPr>
              <a:t>)</a:t>
            </a:r>
            <a:endParaRPr lang="en-IN" sz="3600" b="1" i="0" dirty="0">
              <a:solidFill>
                <a:srgbClr val="FFFFFF"/>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pic>
        <p:nvPicPr>
          <p:cNvPr id="6" name="Picture 5">
            <a:extLst>
              <a:ext uri="{FF2B5EF4-FFF2-40B4-BE49-F238E27FC236}">
                <a16:creationId xmlns:a16="http://schemas.microsoft.com/office/drawing/2014/main" id="{0EDC7112-E075-AA3F-4489-3660AF5155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464" y="2352675"/>
            <a:ext cx="8807275" cy="4234543"/>
          </a:xfrm>
          <a:prstGeom prst="rect">
            <a:avLst/>
          </a:prstGeom>
        </p:spPr>
      </p:pic>
    </p:spTree>
    <p:extLst>
      <p:ext uri="{BB962C8B-B14F-4D97-AF65-F5344CB8AC3E}">
        <p14:creationId xmlns:p14="http://schemas.microsoft.com/office/powerpoint/2010/main" val="3366176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28FE-6121-3B56-EA51-71B3ADD2F5C8}"/>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3086EC0F-6CCE-C423-81A3-7AD9937D56A9}"/>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DDA5C044-0F01-98A7-4E59-6E2EFEF656BF}"/>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25D82AC1-001B-9BF5-0B32-6C9CA8344779}"/>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i="0" dirty="0">
                <a:solidFill>
                  <a:schemeClr val="bg2"/>
                </a:solidFill>
                <a:effectLst/>
                <a:latin typeface="Times New Roman" panose="02020603050405020304" pitchFamily="18" charset="0"/>
                <a:cs typeface="Times New Roman" panose="02020603050405020304" pitchFamily="18" charset="0"/>
              </a:rPr>
              <a:t>Disadvantages of CGI</a:t>
            </a:r>
            <a:endParaRPr lang="en-IN" sz="3600" b="1" i="0" dirty="0">
              <a:solidFill>
                <a:srgbClr val="FFFFFF"/>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BAE0B625-FB94-BA5F-E52D-9E6CDC170CDC}"/>
              </a:ext>
            </a:extLst>
          </p:cNvPr>
          <p:cNvSpPr txBox="1"/>
          <p:nvPr/>
        </p:nvSpPr>
        <p:spPr>
          <a:xfrm>
            <a:off x="0" y="2286000"/>
            <a:ext cx="9144000" cy="4339650"/>
          </a:xfrm>
          <a:prstGeom prst="rect">
            <a:avLst/>
          </a:prstGeom>
          <a:noFill/>
        </p:spPr>
        <p:txBody>
          <a:bodyPr wrap="square" rtlCol="0">
            <a:spAutoFit/>
          </a:bodyPr>
          <a:lstStyle/>
          <a:p>
            <a:r>
              <a:rPr lang="en-US" sz="3600" b="0" i="0" dirty="0">
                <a:solidFill>
                  <a:srgbClr val="333333"/>
                </a:solidFill>
                <a:effectLst/>
                <a:latin typeface="Times New Roman" panose="02020603050405020304" pitchFamily="18" charset="0"/>
                <a:cs typeface="Times New Roman" panose="02020603050405020304" pitchFamily="18" charset="0"/>
              </a:rPr>
              <a:t>There are many problems in CGI technology:</a:t>
            </a:r>
          </a:p>
          <a:p>
            <a:pPr marL="342900" indent="-342900">
              <a:buFont typeface="Arial" panose="020B0604020202020204" pitchFamily="34" charset="0"/>
              <a:buChar char="•"/>
            </a:pPr>
            <a:r>
              <a:rPr lang="en-US" sz="3600" b="0" i="0" dirty="0">
                <a:solidFill>
                  <a:srgbClr val="333333"/>
                </a:solidFill>
                <a:effectLst/>
                <a:latin typeface="Times New Roman" panose="02020603050405020304" pitchFamily="18" charset="0"/>
                <a:cs typeface="Times New Roman" panose="02020603050405020304" pitchFamily="18" charset="0"/>
              </a:rPr>
              <a:t>If the number of clients increases, it takes more time for sending the response.</a:t>
            </a:r>
          </a:p>
          <a:p>
            <a:pPr marL="342900" indent="-342900" algn="just">
              <a:buFont typeface="Arial" panose="020B0604020202020204" pitchFamily="34" charset="0"/>
              <a:buChar char="•"/>
            </a:pPr>
            <a:r>
              <a:rPr lang="en-US" sz="3600" b="0" i="0" dirty="0">
                <a:solidFill>
                  <a:srgbClr val="333333"/>
                </a:solidFill>
                <a:effectLst/>
                <a:latin typeface="Times New Roman" panose="02020603050405020304" pitchFamily="18" charset="0"/>
                <a:cs typeface="Times New Roman" panose="02020603050405020304" pitchFamily="18" charset="0"/>
              </a:rPr>
              <a:t>For each request, it starts a process, and the web server is limited to start processes.</a:t>
            </a:r>
          </a:p>
          <a:p>
            <a:pPr marL="342900" indent="-342900">
              <a:buFont typeface="Arial" panose="020B0604020202020204" pitchFamily="34" charset="0"/>
              <a:buChar char="•"/>
            </a:pPr>
            <a:r>
              <a:rPr lang="en-US" sz="3600" b="0" i="0" dirty="0">
                <a:solidFill>
                  <a:srgbClr val="333333"/>
                </a:solidFill>
                <a:effectLst/>
                <a:latin typeface="Times New Roman" panose="02020603050405020304" pitchFamily="18" charset="0"/>
                <a:cs typeface="Times New Roman" panose="02020603050405020304" pitchFamily="18" charset="0"/>
              </a:rPr>
              <a:t>It uses platform dependent language e.g. C,C++,Perl.</a:t>
            </a:r>
            <a:br>
              <a:rPr lang="en-US" sz="2400" dirty="0"/>
            </a:b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6796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8BBDE-CF0D-118E-08D9-7111060AE44B}"/>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BF444FA3-BB9F-5877-7D47-8FFF2388F4F4}"/>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37338D6B-EEAB-FF1A-6514-F5D5B5DF6AF0}"/>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9AC59A41-CCB8-AEF8-5DBD-55EF59AB7F73}"/>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dirty="0">
                <a:solidFill>
                  <a:schemeClr val="bg2"/>
                </a:solidFill>
                <a:latin typeface="Times New Roman" panose="02020603050405020304" pitchFamily="18" charset="0"/>
                <a:cs typeface="Times New Roman" panose="02020603050405020304" pitchFamily="18" charset="0"/>
              </a:rPr>
              <a:t>Advantages of Servlet</a:t>
            </a:r>
            <a:endParaRPr lang="en-IN" sz="3600" b="1" i="0" dirty="0">
              <a:solidFill>
                <a:srgbClr val="FFFFFF"/>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06F878BD-CCCD-F617-AC21-ADD870FC40CE}"/>
              </a:ext>
            </a:extLst>
          </p:cNvPr>
          <p:cNvSpPr txBox="1"/>
          <p:nvPr/>
        </p:nvSpPr>
        <p:spPr>
          <a:xfrm>
            <a:off x="0" y="2286000"/>
            <a:ext cx="9144000" cy="4893647"/>
          </a:xfrm>
          <a:prstGeom prst="rect">
            <a:avLst/>
          </a:prstGeom>
          <a:noFill/>
        </p:spPr>
        <p:txBody>
          <a:bodyPr wrap="square" rtlCol="0">
            <a:spAutoFit/>
          </a:bodyPr>
          <a:lstStyle/>
          <a:p>
            <a:pPr algn="just"/>
            <a:r>
              <a:rPr lang="en-US" sz="3600" b="0" i="0" dirty="0">
                <a:solidFill>
                  <a:srgbClr val="333333"/>
                </a:solidFill>
                <a:effectLst/>
                <a:latin typeface="Times New Roman" panose="02020603050405020304" pitchFamily="18" charset="0"/>
                <a:cs typeface="Times New Roman" panose="02020603050405020304" pitchFamily="18" charset="0"/>
              </a:rPr>
              <a:t>The advantages of Servlet are as follows:</a:t>
            </a:r>
          </a:p>
          <a:p>
            <a:pPr algn="just">
              <a:buFont typeface="+mj-lt"/>
              <a:buAutoNum type="arabicPeriod"/>
            </a:pPr>
            <a:r>
              <a:rPr lang="en-US" sz="3600" b="1" i="0" dirty="0">
                <a:solidFill>
                  <a:srgbClr val="333333"/>
                </a:solidFill>
                <a:effectLst/>
                <a:latin typeface="Times New Roman" panose="02020603050405020304" pitchFamily="18" charset="0"/>
                <a:cs typeface="Times New Roman" panose="02020603050405020304" pitchFamily="18" charset="0"/>
              </a:rPr>
              <a:t>Better performance:</a:t>
            </a:r>
            <a:r>
              <a:rPr lang="en-US" sz="3600" b="0" i="0" dirty="0">
                <a:solidFill>
                  <a:srgbClr val="333333"/>
                </a:solidFill>
                <a:effectLst/>
                <a:latin typeface="Times New Roman" panose="02020603050405020304" pitchFamily="18" charset="0"/>
                <a:cs typeface="Times New Roman" panose="02020603050405020304" pitchFamily="18" charset="0"/>
              </a:rPr>
              <a:t> because it creates a thread for each request, not process.</a:t>
            </a:r>
          </a:p>
          <a:p>
            <a:pPr algn="just">
              <a:buFont typeface="+mj-lt"/>
              <a:buAutoNum type="arabicPeriod"/>
            </a:pPr>
            <a:r>
              <a:rPr lang="en-US" sz="3600" b="1" i="0" dirty="0">
                <a:solidFill>
                  <a:srgbClr val="333333"/>
                </a:solidFill>
                <a:effectLst/>
                <a:latin typeface="Times New Roman" panose="02020603050405020304" pitchFamily="18" charset="0"/>
                <a:cs typeface="Times New Roman" panose="02020603050405020304" pitchFamily="18" charset="0"/>
              </a:rPr>
              <a:t>Robust:</a:t>
            </a:r>
            <a:r>
              <a:rPr lang="en-US" sz="3600" dirty="0">
                <a:solidFill>
                  <a:srgbClr val="333333"/>
                </a:solidFill>
                <a:latin typeface="Times New Roman" panose="02020603050405020304" pitchFamily="18" charset="0"/>
                <a:cs typeface="Times New Roman" panose="02020603050405020304" pitchFamily="18" charset="0"/>
              </a:rPr>
              <a:t> JVM </a:t>
            </a:r>
            <a:r>
              <a:rPr lang="en-US" sz="3600" b="0" i="0" dirty="0">
                <a:solidFill>
                  <a:srgbClr val="333333"/>
                </a:solidFill>
                <a:effectLst/>
                <a:latin typeface="Times New Roman" panose="02020603050405020304" pitchFamily="18" charset="0"/>
                <a:cs typeface="Times New Roman" panose="02020603050405020304" pitchFamily="18" charset="0"/>
              </a:rPr>
              <a:t>manages Servlets, so we don't need to worry about the memory leak, </a:t>
            </a:r>
            <a:r>
              <a:rPr lang="en-US" sz="3600" b="0" i="0" dirty="0" err="1">
                <a:solidFill>
                  <a:srgbClr val="333333"/>
                </a:solidFill>
                <a:effectLst/>
                <a:latin typeface="Times New Roman" panose="02020603050405020304" pitchFamily="18" charset="0"/>
                <a:cs typeface="Times New Roman" panose="02020603050405020304" pitchFamily="18" charset="0"/>
              </a:rPr>
              <a:t>GarbageCollection</a:t>
            </a:r>
            <a:r>
              <a:rPr lang="en-US" sz="3600" b="0" i="0" dirty="0">
                <a:solidFill>
                  <a:srgbClr val="333333"/>
                </a:solidFill>
                <a:effectLst/>
                <a:latin typeface="Times New Roman" panose="02020603050405020304" pitchFamily="18" charset="0"/>
                <a:cs typeface="Times New Roman" panose="02020603050405020304" pitchFamily="18" charset="0"/>
              </a:rPr>
              <a:t>, etc.</a:t>
            </a:r>
          </a:p>
          <a:p>
            <a:pPr>
              <a:buFont typeface="+mj-lt"/>
              <a:buAutoNum type="arabicPeriod"/>
            </a:pPr>
            <a:r>
              <a:rPr lang="en-US" sz="3600" b="1" i="0" dirty="0">
                <a:solidFill>
                  <a:srgbClr val="333333"/>
                </a:solidFill>
                <a:effectLst/>
                <a:latin typeface="Times New Roman" panose="02020603050405020304" pitchFamily="18" charset="0"/>
                <a:cs typeface="Times New Roman" panose="02020603050405020304" pitchFamily="18" charset="0"/>
              </a:rPr>
              <a:t>Secure &amp; platform independent :</a:t>
            </a:r>
            <a:r>
              <a:rPr lang="en-US" sz="3600" b="0" i="0" dirty="0">
                <a:solidFill>
                  <a:srgbClr val="333333"/>
                </a:solidFill>
                <a:effectLst/>
                <a:latin typeface="Times New Roman" panose="02020603050405020304" pitchFamily="18" charset="0"/>
                <a:cs typeface="Times New Roman" panose="02020603050405020304" pitchFamily="18" charset="0"/>
              </a:rPr>
              <a:t> because it uses java language.</a:t>
            </a:r>
            <a:br>
              <a:rPr lang="en-US" sz="2400" dirty="0"/>
            </a:b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025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7981-C725-64EC-6D49-7CCE2DCE9EDE}"/>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D53A5FA8-10D0-5515-0485-BF24E73E5658}"/>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57FF2640-D9D9-1AF5-FCC9-D16A0F1D4459}"/>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13EFBCEB-46B6-49F5-3641-479D1317A150}"/>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dirty="0">
                <a:solidFill>
                  <a:schemeClr val="bg2"/>
                </a:solidFill>
                <a:latin typeface="Times New Roman" panose="02020603050405020304" pitchFamily="18" charset="0"/>
                <a:cs typeface="Times New Roman" panose="02020603050405020304" pitchFamily="18" charset="0"/>
              </a:rPr>
              <a:t>Advantages of Servlet</a:t>
            </a:r>
            <a:endParaRPr lang="en-IN" sz="3600" b="1" i="0" dirty="0">
              <a:solidFill>
                <a:srgbClr val="FFFFFF"/>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pic>
        <p:nvPicPr>
          <p:cNvPr id="7" name="Picture 6">
            <a:extLst>
              <a:ext uri="{FF2B5EF4-FFF2-40B4-BE49-F238E27FC236}">
                <a16:creationId xmlns:a16="http://schemas.microsoft.com/office/drawing/2014/main" id="{B60290C5-B8ED-DDB2-C1EA-5D584ACC99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500" y="2352674"/>
            <a:ext cx="8583386" cy="4287611"/>
          </a:xfrm>
          <a:prstGeom prst="rect">
            <a:avLst/>
          </a:prstGeom>
        </p:spPr>
      </p:pic>
    </p:spTree>
    <p:extLst>
      <p:ext uri="{BB962C8B-B14F-4D97-AF65-F5344CB8AC3E}">
        <p14:creationId xmlns:p14="http://schemas.microsoft.com/office/powerpoint/2010/main" val="2965459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E0046-AFC5-76E7-E463-026F9BA00D8F}"/>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EA354758-D510-C50C-DEAB-D34263D4F6E1}"/>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28543520-D090-49EB-E04C-EE967E251601}"/>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8DD74F77-48BA-64AC-C21F-BA900FE8961F}"/>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dirty="0">
                <a:solidFill>
                  <a:schemeClr val="bg2"/>
                </a:solidFill>
                <a:latin typeface="Times New Roman" panose="02020603050405020304" pitchFamily="18" charset="0"/>
                <a:cs typeface="Times New Roman" panose="02020603050405020304" pitchFamily="18" charset="0"/>
              </a:rPr>
              <a:t>Server</a:t>
            </a:r>
            <a:endParaRPr lang="en-IN" sz="3600" b="1" i="0" dirty="0">
              <a:solidFill>
                <a:srgbClr val="FFFFFF"/>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79FAFF8B-1C2F-010D-E2D4-76D920644466}"/>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FF08E9A-1ECD-6D4B-7121-70F789BFD32D}"/>
              </a:ext>
            </a:extLst>
          </p:cNvPr>
          <p:cNvSpPr txBox="1"/>
          <p:nvPr/>
        </p:nvSpPr>
        <p:spPr>
          <a:xfrm>
            <a:off x="76200" y="2286000"/>
            <a:ext cx="8953500" cy="3046988"/>
          </a:xfrm>
          <a:prstGeom prst="rect">
            <a:avLst/>
          </a:prstGeom>
          <a:noFill/>
        </p:spPr>
        <p:txBody>
          <a:bodyPr wrap="square" rtlCol="0">
            <a:spAutoFit/>
          </a:bodyPr>
          <a:lstStyle/>
          <a:p>
            <a:pPr marL="457200" indent="-457200">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Server is a device or a computer program that accepts and responds to the request made by other program, known as client.</a:t>
            </a:r>
          </a:p>
          <a:p>
            <a:pPr marL="457200" indent="-457200">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It is used to manage the network resources and for running the program or software that provides services.</a:t>
            </a:r>
          </a:p>
        </p:txBody>
      </p:sp>
    </p:spTree>
    <p:extLst>
      <p:ext uri="{BB962C8B-B14F-4D97-AF65-F5344CB8AC3E}">
        <p14:creationId xmlns:p14="http://schemas.microsoft.com/office/powerpoint/2010/main" val="1380719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FE1BE-992C-8BE3-1C11-61A3CBA33A67}"/>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309B0DE5-FE9A-7D56-7F72-62D3517D29B1}"/>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ECAD86CA-1575-E46D-656E-B5566CDE25EF}"/>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C8715706-BABC-01DC-F717-574366BE5718}"/>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i="0" dirty="0">
                <a:solidFill>
                  <a:schemeClr val="bg2"/>
                </a:solidFill>
                <a:effectLst/>
                <a:latin typeface="Times New Roman" panose="02020603050405020304" pitchFamily="18" charset="0"/>
                <a:cs typeface="Times New Roman" panose="02020603050405020304" pitchFamily="18" charset="0"/>
              </a:rPr>
              <a:t>HTTP</a:t>
            </a:r>
            <a:endParaRPr lang="en-IN" sz="3600" b="1" i="0" dirty="0">
              <a:solidFill>
                <a:srgbClr val="FFFFFF"/>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5131E7EB-D02A-03F6-CBC1-C6D699B387F0}"/>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52D7E11-9293-4209-7B54-3A2E5DE5B1FC}"/>
              </a:ext>
            </a:extLst>
          </p:cNvPr>
          <p:cNvSpPr txBox="1"/>
          <p:nvPr/>
        </p:nvSpPr>
        <p:spPr>
          <a:xfrm>
            <a:off x="76200" y="2286000"/>
            <a:ext cx="8953500" cy="2092881"/>
          </a:xfrm>
          <a:prstGeom prst="rect">
            <a:avLst/>
          </a:prstGeom>
          <a:noFill/>
        </p:spPr>
        <p:txBody>
          <a:bodyPr wrap="square" rtlCol="0">
            <a:spAutoFit/>
          </a:bodyPr>
          <a:lstStyle/>
          <a:p>
            <a:pPr marL="457200" indent="-457200">
              <a:buFont typeface="Arial" panose="020B0604020202020204" pitchFamily="34" charset="0"/>
              <a:buChar char="•"/>
            </a:pPr>
            <a:r>
              <a:rPr lang="en-US" sz="2600" b="0" i="0" dirty="0">
                <a:solidFill>
                  <a:srgbClr val="333333"/>
                </a:solidFill>
                <a:effectLst/>
                <a:latin typeface="Times New Roman" panose="02020603050405020304" pitchFamily="18" charset="0"/>
                <a:cs typeface="Times New Roman" panose="02020603050405020304" pitchFamily="18" charset="0"/>
              </a:rPr>
              <a:t>HTTP is TCP/IP based communication protocol, which is used to deliver the data like image files, query results, HTML files </a:t>
            </a:r>
            <a:r>
              <a:rPr lang="en-US" sz="2600" b="0" i="0" dirty="0" err="1">
                <a:solidFill>
                  <a:srgbClr val="333333"/>
                </a:solidFill>
                <a:effectLst/>
                <a:latin typeface="Times New Roman" panose="02020603050405020304" pitchFamily="18" charset="0"/>
                <a:cs typeface="Times New Roman" panose="02020603050405020304" pitchFamily="18" charset="0"/>
              </a:rPr>
              <a:t>etc</a:t>
            </a:r>
            <a:r>
              <a:rPr lang="en-US" sz="2600" b="0" i="0" dirty="0">
                <a:solidFill>
                  <a:srgbClr val="333333"/>
                </a:solidFill>
                <a:effectLst/>
                <a:latin typeface="Times New Roman" panose="02020603050405020304" pitchFamily="18" charset="0"/>
                <a:cs typeface="Times New Roman" panose="02020603050405020304" pitchFamily="18" charset="0"/>
              </a:rPr>
              <a:t> on the World Wide Web with the default port is TCP 80.</a:t>
            </a:r>
          </a:p>
          <a:p>
            <a:pPr marL="457200" indent="-457200">
              <a:buFont typeface="Arial" panose="020B0604020202020204" pitchFamily="34" charset="0"/>
              <a:buChar char="•"/>
            </a:pPr>
            <a:r>
              <a:rPr lang="en-US" sz="2600" b="0" i="0" dirty="0">
                <a:solidFill>
                  <a:srgbClr val="333333"/>
                </a:solidFill>
                <a:effectLst/>
                <a:latin typeface="Times New Roman" panose="02020603050405020304" pitchFamily="18" charset="0"/>
                <a:cs typeface="Times New Roman" panose="02020603050405020304" pitchFamily="18" charset="0"/>
              </a:rPr>
              <a:t>It is the data communication protocol used to establish communication between client and server.</a:t>
            </a:r>
            <a:endParaRPr lang="en-IN" sz="26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349B1F7-1E31-3663-FBFD-148363511F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1601" y="4378881"/>
            <a:ext cx="6063342" cy="2259208"/>
          </a:xfrm>
          <a:prstGeom prst="rect">
            <a:avLst/>
          </a:prstGeom>
        </p:spPr>
      </p:pic>
    </p:spTree>
    <p:extLst>
      <p:ext uri="{BB962C8B-B14F-4D97-AF65-F5344CB8AC3E}">
        <p14:creationId xmlns:p14="http://schemas.microsoft.com/office/powerpoint/2010/main" val="1392942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C0FD3-1FBE-AE7B-1B4C-845AF98703C3}"/>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F0AA9FB2-8B9C-6A92-CB50-FF1E962CD214}"/>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66568E2B-1F72-D572-38AE-5B8347DAEEA3}"/>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DF91BC46-6C8E-BB2D-C461-BAFE07F4F8EA}"/>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i="0" dirty="0">
                <a:solidFill>
                  <a:schemeClr val="bg2"/>
                </a:solidFill>
                <a:effectLst/>
                <a:latin typeface="Times New Roman" panose="02020603050405020304" pitchFamily="18" charset="0"/>
                <a:cs typeface="Times New Roman" panose="02020603050405020304" pitchFamily="18" charset="0"/>
              </a:rPr>
              <a:t>HTTP Request</a:t>
            </a:r>
            <a:endParaRPr lang="en-IN" sz="3600" b="1" i="0" dirty="0">
              <a:solidFill>
                <a:srgbClr val="FFFFFF"/>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DC28360D-F097-A775-DA3E-5362890D1DED}"/>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BEFDAA9-B65E-B533-010C-D4CBAC1FA80A}"/>
              </a:ext>
            </a:extLst>
          </p:cNvPr>
          <p:cNvSpPr txBox="1"/>
          <p:nvPr/>
        </p:nvSpPr>
        <p:spPr>
          <a:xfrm>
            <a:off x="76200" y="2286000"/>
            <a:ext cx="8953500" cy="4108817"/>
          </a:xfrm>
          <a:prstGeom prst="rect">
            <a:avLst/>
          </a:prstGeom>
          <a:noFill/>
        </p:spPr>
        <p:txBody>
          <a:bodyPr wrap="square" rtlCol="0">
            <a:spAutoFit/>
          </a:bodyPr>
          <a:lstStyle/>
          <a:p>
            <a:pPr marL="457200" indent="-457200">
              <a:buFont typeface="Arial" panose="020B0604020202020204" pitchFamily="34" charset="0"/>
              <a:buChar char="•"/>
            </a:pPr>
            <a:r>
              <a:rPr lang="en-US" sz="2900" b="0" i="0" dirty="0">
                <a:solidFill>
                  <a:srgbClr val="333333"/>
                </a:solidFill>
                <a:effectLst/>
                <a:latin typeface="Times New Roman" panose="02020603050405020304" pitchFamily="18" charset="0"/>
                <a:cs typeface="Times New Roman" panose="02020603050405020304" pitchFamily="18" charset="0"/>
              </a:rPr>
              <a:t>The request sent by the computer to a web server, contains all sorts of potentially interesting information; it is known as HTTP requests.</a:t>
            </a:r>
          </a:p>
          <a:p>
            <a:pPr marL="457200" indent="-457200">
              <a:buFont typeface="Arial" panose="020B0604020202020204" pitchFamily="34" charset="0"/>
              <a:buChar char="•"/>
            </a:pPr>
            <a:r>
              <a:rPr lang="en-US" sz="2900" b="0" i="0" dirty="0">
                <a:solidFill>
                  <a:srgbClr val="333333"/>
                </a:solidFill>
                <a:effectLst/>
                <a:latin typeface="Times New Roman" panose="02020603050405020304" pitchFamily="18" charset="0"/>
                <a:cs typeface="Times New Roman" panose="02020603050405020304" pitchFamily="18" charset="0"/>
              </a:rPr>
              <a:t>The HTTP request method indicates the method to be performed on the resource identified by the </a:t>
            </a:r>
            <a:r>
              <a:rPr lang="en-US" sz="2900" b="1" i="0" dirty="0">
                <a:solidFill>
                  <a:srgbClr val="333333"/>
                </a:solidFill>
                <a:effectLst/>
                <a:latin typeface="Times New Roman" panose="02020603050405020304" pitchFamily="18" charset="0"/>
                <a:cs typeface="Times New Roman" panose="02020603050405020304" pitchFamily="18" charset="0"/>
              </a:rPr>
              <a:t>Requested URI (Uniform Resource Identifier)</a:t>
            </a:r>
            <a:r>
              <a:rPr lang="en-US" sz="2900" b="0" i="0" dirty="0">
                <a:solidFill>
                  <a:srgbClr val="333333"/>
                </a:solidFill>
                <a:effectLst/>
                <a:latin typeface="Times New Roman" panose="02020603050405020304" pitchFamily="18" charset="0"/>
                <a:cs typeface="Times New Roman" panose="02020603050405020304" pitchFamily="18" charset="0"/>
              </a:rPr>
              <a:t>. This method is case-sensitive and should be used in uppercase.</a:t>
            </a:r>
          </a:p>
          <a:p>
            <a:pPr marL="457200" indent="-457200">
              <a:buFont typeface="Arial" panose="020B0604020202020204" pitchFamily="34" charset="0"/>
              <a:buChar char="•"/>
            </a:pPr>
            <a:r>
              <a:rPr lang="en-US" sz="2900" b="0" i="0" dirty="0">
                <a:solidFill>
                  <a:srgbClr val="333333"/>
                </a:solidFill>
                <a:effectLst/>
                <a:latin typeface="Times New Roman" panose="02020603050405020304" pitchFamily="18" charset="0"/>
                <a:cs typeface="Times New Roman" panose="02020603050405020304" pitchFamily="18" charset="0"/>
              </a:rPr>
              <a:t>The HTTP request methods are:</a:t>
            </a:r>
          </a:p>
          <a:p>
            <a:pPr marL="457200" indent="-457200">
              <a:buFont typeface="Arial" panose="020B0604020202020204" pitchFamily="34" charset="0"/>
              <a:buChar char="•"/>
            </a:pPr>
            <a:r>
              <a:rPr lang="en-IN" sz="2900" b="1" i="0" dirty="0">
                <a:solidFill>
                  <a:srgbClr val="333333"/>
                </a:solidFill>
                <a:effectLst/>
                <a:latin typeface="Times New Roman" panose="02020603050405020304" pitchFamily="18" charset="0"/>
                <a:cs typeface="Times New Roman" panose="02020603050405020304" pitchFamily="18" charset="0"/>
              </a:rPr>
              <a:t>GET</a:t>
            </a:r>
            <a:r>
              <a:rPr lang="en-US" sz="2900" dirty="0">
                <a:solidFill>
                  <a:srgbClr val="333333"/>
                </a:solidFill>
                <a:latin typeface="Times New Roman" panose="02020603050405020304" pitchFamily="18" charset="0"/>
                <a:cs typeface="Times New Roman" panose="02020603050405020304" pitchFamily="18" charset="0"/>
              </a:rPr>
              <a:t>:- </a:t>
            </a:r>
            <a:r>
              <a:rPr lang="en-US" sz="2900" b="0" i="0" dirty="0">
                <a:solidFill>
                  <a:srgbClr val="333333"/>
                </a:solidFill>
                <a:effectLst/>
                <a:latin typeface="Times New Roman" panose="02020603050405020304" pitchFamily="18" charset="0"/>
                <a:cs typeface="Times New Roman" panose="02020603050405020304" pitchFamily="18" charset="0"/>
              </a:rPr>
              <a:t>Asks to get the resource at the requested URL.</a:t>
            </a:r>
          </a:p>
        </p:txBody>
      </p:sp>
    </p:spTree>
    <p:extLst>
      <p:ext uri="{BB962C8B-B14F-4D97-AF65-F5344CB8AC3E}">
        <p14:creationId xmlns:p14="http://schemas.microsoft.com/office/powerpoint/2010/main" val="3073530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0A3DF-37CA-2F29-E423-07C685CB81E5}"/>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7179E65F-7718-96F2-CDDC-00915C67D0AD}"/>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AD3D4AC5-9EC3-898D-68C3-DA42CAE85AC1}"/>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a:latin typeface="Arial" panose="020B0604020202020204" pitchFamily="34" charset="0"/>
            </a:endParaRPr>
          </a:p>
        </p:txBody>
      </p:sp>
      <p:sp>
        <p:nvSpPr>
          <p:cNvPr id="4" name="TextBox 6">
            <a:extLst>
              <a:ext uri="{FF2B5EF4-FFF2-40B4-BE49-F238E27FC236}">
                <a16:creationId xmlns:a16="http://schemas.microsoft.com/office/drawing/2014/main" id="{00B5C45E-1160-8A92-A072-24FCCEB1B03E}"/>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sz="3600" b="1" i="0" dirty="0">
                <a:solidFill>
                  <a:schemeClr val="bg2"/>
                </a:solidFill>
                <a:effectLst/>
                <a:latin typeface="Times New Roman" panose="02020603050405020304" pitchFamily="18" charset="0"/>
                <a:cs typeface="Times New Roman" panose="02020603050405020304" pitchFamily="18" charset="0"/>
              </a:rPr>
              <a:t>HTTP Request</a:t>
            </a:r>
            <a:endParaRPr lang="en-IN" sz="3600" b="1" i="0" dirty="0">
              <a:solidFill>
                <a:srgbClr val="FFFFFF"/>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C477765F-B000-E312-A0C6-CF78BC98C851}"/>
              </a:ext>
            </a:extLst>
          </p:cNvPr>
          <p:cNvSpPr txBox="1"/>
          <p:nvPr/>
        </p:nvSpPr>
        <p:spPr>
          <a:xfrm>
            <a:off x="0" y="2286000"/>
            <a:ext cx="9144000" cy="461665"/>
          </a:xfrm>
          <a:prstGeom prst="rect">
            <a:avLst/>
          </a:prstGeom>
          <a:noFill/>
        </p:spPr>
        <p:txBody>
          <a:bodyPr wrap="square" rtlCol="0">
            <a:spAutoFit/>
          </a:bodyPr>
          <a:lstStyle/>
          <a:p>
            <a:pPr algn="just"/>
            <a:endParaRPr lang="en-US" sz="2400" b="0" i="0" dirty="0">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D2A508E-8890-3DEF-9A2C-C812EA6B8842}"/>
              </a:ext>
            </a:extLst>
          </p:cNvPr>
          <p:cNvSpPr txBox="1"/>
          <p:nvPr/>
        </p:nvSpPr>
        <p:spPr>
          <a:xfrm>
            <a:off x="76200" y="2286000"/>
            <a:ext cx="8953500" cy="3539430"/>
          </a:xfrm>
          <a:prstGeom prst="rect">
            <a:avLst/>
          </a:prstGeom>
          <a:noFill/>
        </p:spPr>
        <p:txBody>
          <a:bodyPr wrap="square" rtlCol="0">
            <a:spAutoFit/>
          </a:bodyPr>
          <a:lstStyle/>
          <a:p>
            <a:pPr marL="457200" indent="-457200">
              <a:buFont typeface="Arial" panose="020B0604020202020204" pitchFamily="34" charset="0"/>
              <a:buChar char="•"/>
            </a:pPr>
            <a:r>
              <a:rPr lang="en-IN" sz="3200" b="1" i="0" dirty="0">
                <a:solidFill>
                  <a:srgbClr val="333333"/>
                </a:solidFill>
                <a:effectLst/>
                <a:latin typeface="Times New Roman" panose="02020603050405020304" pitchFamily="18" charset="0"/>
                <a:cs typeface="Times New Roman" panose="02020603050405020304" pitchFamily="18" charset="0"/>
              </a:rPr>
              <a:t>POST</a:t>
            </a:r>
            <a:r>
              <a:rPr lang="en-US" sz="3200" dirty="0">
                <a:solidFill>
                  <a:srgbClr val="333333"/>
                </a:solidFill>
                <a:latin typeface="Times New Roman" panose="02020603050405020304" pitchFamily="18" charset="0"/>
                <a:cs typeface="Times New Roman" panose="02020603050405020304" pitchFamily="18" charset="0"/>
              </a:rPr>
              <a:t>:-</a:t>
            </a:r>
            <a:r>
              <a:rPr lang="en-US" sz="3200" b="0" i="0" dirty="0">
                <a:solidFill>
                  <a:srgbClr val="333333"/>
                </a:solidFill>
                <a:effectLst/>
                <a:latin typeface="Times New Roman" panose="02020603050405020304" pitchFamily="18" charset="0"/>
                <a:cs typeface="Times New Roman" panose="02020603050405020304" pitchFamily="18" charset="0"/>
              </a:rPr>
              <a:t>Asks the server to accept the body info attached. It is like GET request with extra info sent with the request.</a:t>
            </a:r>
            <a:endParaRPr lang="en-IN" sz="3200" b="1" i="0" dirty="0">
              <a:solidFill>
                <a:srgbClr val="333333"/>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3200" b="1" i="0" dirty="0">
                <a:solidFill>
                  <a:srgbClr val="333333"/>
                </a:solidFill>
                <a:effectLst/>
                <a:latin typeface="Times New Roman" panose="02020603050405020304" pitchFamily="18" charset="0"/>
                <a:cs typeface="Times New Roman" panose="02020603050405020304" pitchFamily="18" charset="0"/>
              </a:rPr>
              <a:t>PUT</a:t>
            </a:r>
            <a:r>
              <a:rPr lang="en-US" sz="3200" dirty="0">
                <a:solidFill>
                  <a:srgbClr val="333333"/>
                </a:solidFill>
                <a:latin typeface="Times New Roman" panose="02020603050405020304" pitchFamily="18" charset="0"/>
                <a:cs typeface="Times New Roman" panose="02020603050405020304" pitchFamily="18" charset="0"/>
              </a:rPr>
              <a:t>:- </a:t>
            </a:r>
            <a:r>
              <a:rPr lang="en-US" sz="3200" b="0" i="0" dirty="0">
                <a:solidFill>
                  <a:srgbClr val="333333"/>
                </a:solidFill>
                <a:effectLst/>
                <a:latin typeface="Times New Roman" panose="02020603050405020304" pitchFamily="18" charset="0"/>
                <a:cs typeface="Times New Roman" panose="02020603050405020304" pitchFamily="18" charset="0"/>
              </a:rPr>
              <a:t>Says to put the enclosed info (the body) at the requested URL.</a:t>
            </a:r>
            <a:endParaRPr lang="en-US" sz="3200" dirty="0">
              <a:solidFill>
                <a:srgbClr val="333333"/>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3200" b="1" i="0" dirty="0">
                <a:solidFill>
                  <a:srgbClr val="333333"/>
                </a:solidFill>
                <a:effectLst/>
                <a:latin typeface="Times New Roman" panose="02020603050405020304" pitchFamily="18" charset="0"/>
                <a:cs typeface="Times New Roman" panose="02020603050405020304" pitchFamily="18" charset="0"/>
              </a:rPr>
              <a:t>DELETE</a:t>
            </a:r>
            <a:r>
              <a:rPr lang="en-US" sz="3200" b="1" i="0" dirty="0">
                <a:solidFill>
                  <a:srgbClr val="333333"/>
                </a:solidFill>
                <a:effectLst/>
                <a:latin typeface="Times New Roman" panose="02020603050405020304" pitchFamily="18" charset="0"/>
                <a:cs typeface="Times New Roman" panose="02020603050405020304" pitchFamily="18" charset="0"/>
              </a:rPr>
              <a:t>:- </a:t>
            </a:r>
            <a:r>
              <a:rPr lang="en-US" sz="3200" b="0" i="0" dirty="0">
                <a:solidFill>
                  <a:srgbClr val="333333"/>
                </a:solidFill>
                <a:effectLst/>
                <a:latin typeface="Times New Roman" panose="02020603050405020304" pitchFamily="18" charset="0"/>
                <a:cs typeface="Times New Roman" panose="02020603050405020304" pitchFamily="18" charset="0"/>
              </a:rPr>
              <a:t>Says to delete the resource at the requested URL.</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049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751FB-16AA-1B1A-3176-6167406096E5}"/>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97ECB424-67CD-1DDA-1DBE-0962CF010828}"/>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B0916F4E-0289-E6A5-9C6B-67C74791B99C}"/>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CEA1363A-ADF5-964B-0191-E308738C2224}"/>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Servlet Container</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332A7879-DA0F-0B53-8177-D90E59556C8B}"/>
              </a:ext>
            </a:extLst>
          </p:cNvPr>
          <p:cNvSpPr txBox="1"/>
          <p:nvPr/>
        </p:nvSpPr>
        <p:spPr>
          <a:xfrm>
            <a:off x="0" y="2286000"/>
            <a:ext cx="9144000" cy="2492990"/>
          </a:xfrm>
          <a:prstGeom prst="rect">
            <a:avLst/>
          </a:prstGeom>
          <a:noFill/>
        </p:spPr>
        <p:txBody>
          <a:bodyPr wrap="square" rtlCol="0">
            <a:spAutoFit/>
          </a:bodyPr>
          <a:lstStyle/>
          <a:p>
            <a:pPr marL="342900" indent="-342900" algn="just">
              <a:buFont typeface="Arial" panose="020B0604020202020204" pitchFamily="34" charset="0"/>
              <a:buChar char="•"/>
            </a:pPr>
            <a:r>
              <a:rPr lang="en-IN" sz="2600" b="0" i="0" dirty="0">
                <a:effectLst/>
                <a:latin typeface="Times New Roman" panose="02020603050405020304" pitchFamily="18" charset="0"/>
                <a:cs typeface="Times New Roman" panose="02020603050405020304" pitchFamily="18" charset="0"/>
              </a:rPr>
              <a:t>It provides the runtime environment for </a:t>
            </a:r>
            <a:r>
              <a:rPr lang="en-IN" sz="2600" b="0" i="0" dirty="0" err="1">
                <a:effectLst/>
                <a:latin typeface="Times New Roman" panose="02020603050405020304" pitchFamily="18" charset="0"/>
                <a:cs typeface="Times New Roman" panose="02020603050405020304" pitchFamily="18" charset="0"/>
              </a:rPr>
              <a:t>JavaEE</a:t>
            </a:r>
            <a:r>
              <a:rPr lang="en-IN" sz="2600" dirty="0">
                <a:latin typeface="Times New Roman" panose="02020603050405020304" pitchFamily="18" charset="0"/>
                <a:cs typeface="Times New Roman" panose="02020603050405020304" pitchFamily="18" charset="0"/>
              </a:rPr>
              <a:t> </a:t>
            </a:r>
            <a:r>
              <a:rPr lang="en-IN" sz="2600" b="0" i="0" dirty="0">
                <a:effectLst/>
                <a:latin typeface="Times New Roman" panose="02020603050405020304" pitchFamily="18" charset="0"/>
                <a:cs typeface="Times New Roman" panose="02020603050405020304" pitchFamily="18" charset="0"/>
              </a:rPr>
              <a:t>(j2ee) applications.</a:t>
            </a:r>
          </a:p>
          <a:p>
            <a:pPr marL="342900" indent="-342900" algn="just">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It manages the lifecycle of a Servlet.</a:t>
            </a:r>
          </a:p>
          <a:p>
            <a:pPr marL="342900" indent="-342900" algn="just">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It handles authorization and authentication of resource access.</a:t>
            </a:r>
          </a:p>
          <a:p>
            <a:pPr marL="342900" indent="-342900" algn="just">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It provides the service of decoding and encoding MIME-based messages.</a:t>
            </a:r>
          </a:p>
        </p:txBody>
      </p:sp>
      <p:pic>
        <p:nvPicPr>
          <p:cNvPr id="7" name="Picture 6">
            <a:extLst>
              <a:ext uri="{FF2B5EF4-FFF2-40B4-BE49-F238E27FC236}">
                <a16:creationId xmlns:a16="http://schemas.microsoft.com/office/drawing/2014/main" id="{1DE0C81C-64F2-00F2-3F76-2A62A16F52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60756" y="4397846"/>
            <a:ext cx="5134692" cy="2048161"/>
          </a:xfrm>
          <a:prstGeom prst="rect">
            <a:avLst/>
          </a:prstGeom>
        </p:spPr>
      </p:pic>
    </p:spTree>
    <p:extLst>
      <p:ext uri="{BB962C8B-B14F-4D97-AF65-F5344CB8AC3E}">
        <p14:creationId xmlns:p14="http://schemas.microsoft.com/office/powerpoint/2010/main" val="64582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A3E88-D8D9-F005-4822-FC75FD5963AA}"/>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A47D621C-EB9B-46D8-BCA6-C4E5D08645F4}"/>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B43027D5-27E9-3ED1-F5FE-45EF8E6DDBA9}"/>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1D86B12F-9F60-0F4F-0C9E-C331B21705F4}"/>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Servlet Life Cycle</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668D4FB1-2B66-F4D1-D2E4-1020019F7186}"/>
              </a:ext>
            </a:extLst>
          </p:cNvPr>
          <p:cNvSpPr txBox="1"/>
          <p:nvPr/>
        </p:nvSpPr>
        <p:spPr>
          <a:xfrm>
            <a:off x="0" y="2286000"/>
            <a:ext cx="9144000" cy="4401205"/>
          </a:xfrm>
          <a:prstGeom prst="rect">
            <a:avLst/>
          </a:prstGeom>
          <a:noFill/>
        </p:spPr>
        <p:txBody>
          <a:bodyPr wrap="square" rtlCol="0">
            <a:spAutoFit/>
          </a:bodyPr>
          <a:lstStyle/>
          <a:p>
            <a:pPr algn="just"/>
            <a:r>
              <a:rPr lang="en-US" sz="2800" b="0" i="0" dirty="0">
                <a:effectLst/>
                <a:latin typeface="Times New Roman" panose="02020603050405020304" pitchFamily="18" charset="0"/>
                <a:cs typeface="Times New Roman" panose="02020603050405020304" pitchFamily="18" charset="0"/>
              </a:rPr>
              <a:t>The web container maintains the life cycle of a servlet instance. Let's see the life cycle of the servlet:</a:t>
            </a:r>
          </a:p>
          <a:p>
            <a:pPr marL="457200" indent="-457200" algn="l">
              <a:buFont typeface="+mj-lt"/>
              <a:buAutoNum type="arabicPeriod"/>
            </a:pPr>
            <a:r>
              <a:rPr lang="en-US" sz="2800" b="1" i="0" dirty="0">
                <a:effectLst/>
                <a:latin typeface="Times New Roman" panose="02020603050405020304" pitchFamily="18" charset="0"/>
                <a:cs typeface="Times New Roman" panose="02020603050405020304" pitchFamily="18" charset="0"/>
              </a:rPr>
              <a:t>Servlet class is loaded</a:t>
            </a:r>
          </a:p>
          <a:p>
            <a:pPr lvl="1" algn="just"/>
            <a:r>
              <a:rPr lang="en-US" sz="2800" b="0" i="0" dirty="0">
                <a:effectLst/>
                <a:latin typeface="Times New Roman" panose="02020603050405020304" pitchFamily="18" charset="0"/>
                <a:cs typeface="Times New Roman" panose="02020603050405020304" pitchFamily="18" charset="0"/>
              </a:rPr>
              <a:t>The </a:t>
            </a:r>
            <a:r>
              <a:rPr lang="en-US" sz="2800" b="0" i="0" dirty="0" err="1">
                <a:effectLst/>
                <a:latin typeface="Times New Roman" panose="02020603050405020304" pitchFamily="18" charset="0"/>
                <a:cs typeface="Times New Roman" panose="02020603050405020304" pitchFamily="18" charset="0"/>
              </a:rPr>
              <a:t>classloader</a:t>
            </a:r>
            <a:r>
              <a:rPr lang="en-US" sz="2800" b="0" i="0" dirty="0">
                <a:effectLst/>
                <a:latin typeface="Times New Roman" panose="02020603050405020304" pitchFamily="18" charset="0"/>
                <a:cs typeface="Times New Roman" panose="02020603050405020304" pitchFamily="18" charset="0"/>
              </a:rPr>
              <a:t> is responsible to load the servlet class. The servlet class is loaded when the first request for the servlet is received by the web container.</a:t>
            </a:r>
          </a:p>
          <a:p>
            <a:pPr algn="l"/>
            <a:r>
              <a:rPr lang="en-US" sz="2800" b="1" i="0" dirty="0">
                <a:effectLst/>
                <a:latin typeface="Times New Roman" panose="02020603050405020304" pitchFamily="18" charset="0"/>
                <a:cs typeface="Times New Roman" panose="02020603050405020304" pitchFamily="18" charset="0"/>
              </a:rPr>
              <a:t>2. Servlet instance is created</a:t>
            </a:r>
          </a:p>
          <a:p>
            <a:pPr lvl="1" algn="just"/>
            <a:r>
              <a:rPr lang="en-US" sz="2800" b="0" i="0" dirty="0">
                <a:effectLst/>
                <a:latin typeface="Times New Roman" panose="02020603050405020304" pitchFamily="18" charset="0"/>
                <a:cs typeface="Times New Roman" panose="02020603050405020304" pitchFamily="18" charset="0"/>
              </a:rPr>
              <a:t>The web container creates the instance of a servlet after loading the servlet class. The servlet instance is created only once in the servlet life cycle.</a:t>
            </a:r>
          </a:p>
        </p:txBody>
      </p:sp>
    </p:spTree>
    <p:extLst>
      <p:ext uri="{BB962C8B-B14F-4D97-AF65-F5344CB8AC3E}">
        <p14:creationId xmlns:p14="http://schemas.microsoft.com/office/powerpoint/2010/main" val="282300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F5F8B-675D-C310-8CA3-8509D9702F76}"/>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0FA81650-0E62-6E25-9EB4-756795880808}"/>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4D769156-00DA-9BAD-C813-4CC3BF3D7E91}"/>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46FAF5A5-4BA4-FEDC-ADC2-2943F091738A}"/>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Servlet Life Cycle</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859D9D9B-7AD7-8D25-0071-474AAB56F306}"/>
              </a:ext>
            </a:extLst>
          </p:cNvPr>
          <p:cNvSpPr txBox="1"/>
          <p:nvPr/>
        </p:nvSpPr>
        <p:spPr>
          <a:xfrm>
            <a:off x="0" y="2286000"/>
            <a:ext cx="9144000" cy="4031873"/>
          </a:xfrm>
          <a:prstGeom prst="rect">
            <a:avLst/>
          </a:prstGeom>
          <a:noFill/>
        </p:spPr>
        <p:txBody>
          <a:bodyPr wrap="square" rtlCol="0">
            <a:spAutoFit/>
          </a:bodyPr>
          <a:lstStyle/>
          <a:p>
            <a:pPr algn="just"/>
            <a:r>
              <a:rPr lang="en-US" sz="3200" b="0" i="0" dirty="0">
                <a:effectLst/>
                <a:latin typeface="Times New Roman" panose="02020603050405020304" pitchFamily="18" charset="0"/>
                <a:cs typeface="Times New Roman" panose="02020603050405020304" pitchFamily="18" charset="0"/>
              </a:rPr>
              <a:t>3. </a:t>
            </a:r>
            <a:r>
              <a:rPr lang="en-US" sz="3200" b="1" i="0" dirty="0" err="1">
                <a:effectLst/>
                <a:latin typeface="Times New Roman" panose="02020603050405020304" pitchFamily="18" charset="0"/>
                <a:cs typeface="Times New Roman" panose="02020603050405020304" pitchFamily="18" charset="0"/>
              </a:rPr>
              <a:t>init</a:t>
            </a:r>
            <a:r>
              <a:rPr lang="en-US" sz="3200" b="1" i="0" dirty="0">
                <a:effectLst/>
                <a:latin typeface="Times New Roman" panose="02020603050405020304" pitchFamily="18" charset="0"/>
                <a:cs typeface="Times New Roman" panose="02020603050405020304" pitchFamily="18" charset="0"/>
              </a:rPr>
              <a:t> method is invoked</a:t>
            </a:r>
          </a:p>
          <a:p>
            <a:pPr algn="just"/>
            <a:r>
              <a:rPr lang="en-US" sz="3200" b="0" i="0" dirty="0">
                <a:effectLst/>
                <a:latin typeface="Times New Roman" panose="02020603050405020304" pitchFamily="18" charset="0"/>
                <a:cs typeface="Times New Roman" panose="02020603050405020304" pitchFamily="18" charset="0"/>
              </a:rPr>
              <a:t>The web container calls the </a:t>
            </a:r>
            <a:r>
              <a:rPr lang="en-US" sz="3200" b="0" i="0" dirty="0" err="1">
                <a:effectLst/>
                <a:latin typeface="Times New Roman" panose="02020603050405020304" pitchFamily="18" charset="0"/>
                <a:cs typeface="Times New Roman" panose="02020603050405020304" pitchFamily="18" charset="0"/>
              </a:rPr>
              <a:t>init</a:t>
            </a:r>
            <a:r>
              <a:rPr lang="en-US" sz="3200" b="0" i="0" dirty="0">
                <a:effectLst/>
                <a:latin typeface="Times New Roman" panose="02020603050405020304" pitchFamily="18" charset="0"/>
                <a:cs typeface="Times New Roman" panose="02020603050405020304" pitchFamily="18" charset="0"/>
              </a:rPr>
              <a:t> method only once after creating the servlet instance. The </a:t>
            </a:r>
            <a:r>
              <a:rPr lang="en-US" sz="3200" b="0" i="0" dirty="0" err="1">
                <a:effectLst/>
                <a:latin typeface="Times New Roman" panose="02020603050405020304" pitchFamily="18" charset="0"/>
                <a:cs typeface="Times New Roman" panose="02020603050405020304" pitchFamily="18" charset="0"/>
              </a:rPr>
              <a:t>init</a:t>
            </a:r>
            <a:r>
              <a:rPr lang="en-US" sz="3200" b="0" i="0" dirty="0">
                <a:effectLst/>
                <a:latin typeface="Times New Roman" panose="02020603050405020304" pitchFamily="18" charset="0"/>
                <a:cs typeface="Times New Roman" panose="02020603050405020304" pitchFamily="18" charset="0"/>
              </a:rPr>
              <a:t> method is used to initialize the servlet. It is the life cycle method of the </a:t>
            </a:r>
            <a:r>
              <a:rPr lang="en-US" sz="3200" b="0" i="0" dirty="0" err="1">
                <a:effectLst/>
                <a:latin typeface="Times New Roman" panose="02020603050405020304" pitchFamily="18" charset="0"/>
                <a:cs typeface="Times New Roman" panose="02020603050405020304" pitchFamily="18" charset="0"/>
              </a:rPr>
              <a:t>javax.servlet.Servlet</a:t>
            </a:r>
            <a:r>
              <a:rPr lang="en-US" sz="3200" b="0" i="0" dirty="0">
                <a:effectLst/>
                <a:latin typeface="Times New Roman" panose="02020603050405020304" pitchFamily="18" charset="0"/>
                <a:cs typeface="Times New Roman" panose="02020603050405020304" pitchFamily="18" charset="0"/>
              </a:rPr>
              <a:t> interface. Syntax of the </a:t>
            </a:r>
            <a:r>
              <a:rPr lang="en-US" sz="3200" b="0" i="0" dirty="0" err="1">
                <a:effectLst/>
                <a:latin typeface="Times New Roman" panose="02020603050405020304" pitchFamily="18" charset="0"/>
                <a:cs typeface="Times New Roman" panose="02020603050405020304" pitchFamily="18" charset="0"/>
              </a:rPr>
              <a:t>init</a:t>
            </a:r>
            <a:r>
              <a:rPr lang="en-US" sz="3200" b="0" i="0" dirty="0">
                <a:effectLst/>
                <a:latin typeface="Times New Roman" panose="02020603050405020304" pitchFamily="18" charset="0"/>
                <a:cs typeface="Times New Roman" panose="02020603050405020304" pitchFamily="18" charset="0"/>
              </a:rPr>
              <a:t> method is given below:</a:t>
            </a:r>
          </a:p>
          <a:p>
            <a:pPr algn="just"/>
            <a:r>
              <a:rPr lang="en-US" sz="3200" dirty="0">
                <a:latin typeface="Times New Roman" panose="02020603050405020304" pitchFamily="18" charset="0"/>
                <a:cs typeface="Times New Roman" panose="02020603050405020304" pitchFamily="18" charset="0"/>
              </a:rPr>
              <a:t>public</a:t>
            </a:r>
            <a:r>
              <a:rPr lang="en-US" sz="3200" b="0" i="0" dirty="0">
                <a:solidFill>
                  <a:srgbClr val="333333"/>
                </a:solidFill>
                <a:effectLst/>
                <a:latin typeface="Times New Roman" panose="02020603050405020304" pitchFamily="18" charset="0"/>
                <a:cs typeface="Times New Roman" panose="02020603050405020304" pitchFamily="18" charset="0"/>
              </a:rPr>
              <a:t> </a:t>
            </a:r>
            <a:r>
              <a:rPr lang="en-US" sz="3200" b="1" i="0" dirty="0">
                <a:solidFill>
                  <a:srgbClr val="006699"/>
                </a:solidFill>
                <a:effectLst/>
                <a:latin typeface="Times New Roman" panose="02020603050405020304" pitchFamily="18" charset="0"/>
                <a:cs typeface="Times New Roman" panose="02020603050405020304" pitchFamily="18" charset="0"/>
              </a:rPr>
              <a:t>void</a:t>
            </a:r>
            <a:r>
              <a:rPr lang="en-US" sz="3200" b="0" i="0" dirty="0">
                <a:solidFill>
                  <a:srgbClr val="333333"/>
                </a:solidFill>
                <a:effectLst/>
                <a:latin typeface="Times New Roman" panose="02020603050405020304" pitchFamily="18" charset="0"/>
                <a:cs typeface="Times New Roman" panose="02020603050405020304" pitchFamily="18" charset="0"/>
              </a:rPr>
              <a:t> </a:t>
            </a:r>
            <a:r>
              <a:rPr lang="en-US" sz="3200" b="0" i="0" dirty="0" err="1">
                <a:solidFill>
                  <a:srgbClr val="333333"/>
                </a:solidFill>
                <a:effectLst/>
                <a:latin typeface="Times New Roman" panose="02020603050405020304" pitchFamily="18" charset="0"/>
                <a:cs typeface="Times New Roman" panose="02020603050405020304" pitchFamily="18" charset="0"/>
              </a:rPr>
              <a:t>init</a:t>
            </a:r>
            <a:r>
              <a:rPr lang="en-US" sz="3200" b="0" i="0" dirty="0">
                <a:solidFill>
                  <a:srgbClr val="333333"/>
                </a:solidFill>
                <a:effectLst/>
                <a:latin typeface="Times New Roman" panose="02020603050405020304" pitchFamily="18" charset="0"/>
                <a:cs typeface="Times New Roman" panose="02020603050405020304" pitchFamily="18" charset="0"/>
              </a:rPr>
              <a:t>(</a:t>
            </a:r>
            <a:r>
              <a:rPr lang="en-US" sz="3200" b="0" i="0" dirty="0" err="1">
                <a:solidFill>
                  <a:srgbClr val="333333"/>
                </a:solidFill>
                <a:effectLst/>
                <a:latin typeface="Times New Roman" panose="02020603050405020304" pitchFamily="18" charset="0"/>
                <a:cs typeface="Times New Roman" panose="02020603050405020304" pitchFamily="18" charset="0"/>
              </a:rPr>
              <a:t>ServletConfig</a:t>
            </a:r>
            <a:r>
              <a:rPr lang="en-US" sz="3200" b="0" i="0" dirty="0">
                <a:solidFill>
                  <a:srgbClr val="333333"/>
                </a:solidFill>
                <a:effectLst/>
                <a:latin typeface="Times New Roman" panose="02020603050405020304" pitchFamily="18" charset="0"/>
                <a:cs typeface="Times New Roman" panose="02020603050405020304" pitchFamily="18" charset="0"/>
              </a:rPr>
              <a:t> config) </a:t>
            </a:r>
            <a:r>
              <a:rPr lang="en-US" sz="3200" b="1" i="0" dirty="0">
                <a:solidFill>
                  <a:srgbClr val="006699"/>
                </a:solidFill>
                <a:effectLst/>
                <a:latin typeface="Times New Roman" panose="02020603050405020304" pitchFamily="18" charset="0"/>
                <a:cs typeface="Times New Roman" panose="02020603050405020304" pitchFamily="18" charset="0"/>
              </a:rPr>
              <a:t>throws</a:t>
            </a:r>
            <a:r>
              <a:rPr lang="en-US" sz="3200" b="0" i="0" dirty="0">
                <a:solidFill>
                  <a:srgbClr val="333333"/>
                </a:solidFill>
                <a:effectLst/>
                <a:latin typeface="Times New Roman" panose="02020603050405020304" pitchFamily="18" charset="0"/>
                <a:cs typeface="Times New Roman" panose="02020603050405020304" pitchFamily="18" charset="0"/>
              </a:rPr>
              <a:t> </a:t>
            </a:r>
            <a:r>
              <a:rPr lang="en-US" sz="3200" b="0" i="0" dirty="0" err="1">
                <a:solidFill>
                  <a:srgbClr val="333333"/>
                </a:solidFill>
                <a:effectLst/>
                <a:latin typeface="Times New Roman" panose="02020603050405020304" pitchFamily="18" charset="0"/>
                <a:cs typeface="Times New Roman" panose="02020603050405020304" pitchFamily="18" charset="0"/>
              </a:rPr>
              <a:t>ServletException</a:t>
            </a:r>
            <a:endParaRPr lang="en-US" sz="32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8268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21BE5-FDEA-EE30-33F6-0656BF2A2D3F}"/>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43D7054B-EE2D-D4B9-19AF-485EBCA925E5}"/>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EF4B4F0F-1942-809C-FC61-8215A6222BCF}"/>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E5CD45A3-ED56-119B-72E6-001754B9BD16}"/>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Servlet Life Cycle</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81667050-DD92-0EFE-C60C-52947A2C340A}"/>
              </a:ext>
            </a:extLst>
          </p:cNvPr>
          <p:cNvSpPr txBox="1"/>
          <p:nvPr/>
        </p:nvSpPr>
        <p:spPr>
          <a:xfrm>
            <a:off x="0" y="2286000"/>
            <a:ext cx="9144000" cy="4401205"/>
          </a:xfrm>
          <a:prstGeom prst="rect">
            <a:avLst/>
          </a:prstGeom>
          <a:noFill/>
        </p:spPr>
        <p:txBody>
          <a:bodyPr wrap="square" rtlCol="0">
            <a:spAutoFit/>
          </a:bodyPr>
          <a:lstStyle/>
          <a:p>
            <a:pPr algn="just"/>
            <a:r>
              <a:rPr lang="en-US" sz="2800" dirty="0">
                <a:solidFill>
                  <a:srgbClr val="333333"/>
                </a:solidFill>
                <a:latin typeface="Times New Roman" panose="02020603050405020304" pitchFamily="18" charset="0"/>
                <a:cs typeface="Times New Roman" panose="02020603050405020304" pitchFamily="18" charset="0"/>
              </a:rPr>
              <a:t>4.</a:t>
            </a:r>
            <a:r>
              <a:rPr lang="en-US" sz="2800" b="0" i="0" dirty="0">
                <a:effectLst/>
                <a:latin typeface="Times New Roman" panose="02020603050405020304" pitchFamily="18" charset="0"/>
                <a:cs typeface="Times New Roman" panose="02020603050405020304" pitchFamily="18" charset="0"/>
              </a:rPr>
              <a:t> </a:t>
            </a:r>
            <a:r>
              <a:rPr lang="en-US" sz="2800" b="1" i="0" dirty="0">
                <a:effectLst/>
                <a:latin typeface="Times New Roman" panose="02020603050405020304" pitchFamily="18" charset="0"/>
                <a:cs typeface="Times New Roman" panose="02020603050405020304" pitchFamily="18" charset="0"/>
              </a:rPr>
              <a:t>service method is invoked</a:t>
            </a:r>
          </a:p>
          <a:p>
            <a:pPr algn="just"/>
            <a:r>
              <a:rPr lang="en-US" sz="2800" b="0" i="0" dirty="0">
                <a:effectLst/>
                <a:latin typeface="Times New Roman" panose="02020603050405020304" pitchFamily="18" charset="0"/>
                <a:cs typeface="Times New Roman" panose="02020603050405020304" pitchFamily="18" charset="0"/>
              </a:rPr>
              <a:t>The web container calls the service method each time when request for the servlet is received. If servlet is not initialized, it follows the first three steps as described above then calls the service method. If servlet is initialized, it calls the service method. Notice that servlet is initialized only once. The syntax of the service method of the Servlet interface is given below:</a:t>
            </a:r>
          </a:p>
          <a:p>
            <a:pPr algn="l"/>
            <a:r>
              <a:rPr lang="en-IN" sz="2800" b="0" i="0" dirty="0">
                <a:effectLst/>
                <a:latin typeface="Times New Roman" panose="02020603050405020304" pitchFamily="18" charset="0"/>
                <a:cs typeface="Times New Roman" panose="02020603050405020304" pitchFamily="18" charset="0"/>
              </a:rPr>
              <a:t>public </a:t>
            </a:r>
            <a:r>
              <a:rPr lang="en-IN" sz="2800" b="1" i="0" dirty="0">
                <a:effectLst/>
                <a:latin typeface="Times New Roman" panose="02020603050405020304" pitchFamily="18" charset="0"/>
                <a:cs typeface="Times New Roman" panose="02020603050405020304" pitchFamily="18" charset="0"/>
              </a:rPr>
              <a:t>void</a:t>
            </a:r>
            <a:r>
              <a:rPr lang="en-IN" sz="2800" b="0" i="0" dirty="0">
                <a:effectLst/>
                <a:latin typeface="Times New Roman" panose="02020603050405020304" pitchFamily="18" charset="0"/>
                <a:cs typeface="Times New Roman" panose="02020603050405020304" pitchFamily="18" charset="0"/>
              </a:rPr>
              <a:t> service(</a:t>
            </a:r>
            <a:r>
              <a:rPr lang="en-IN" sz="2800" b="0" i="0" dirty="0" err="1">
                <a:effectLst/>
                <a:latin typeface="Times New Roman" panose="02020603050405020304" pitchFamily="18" charset="0"/>
                <a:cs typeface="Times New Roman" panose="02020603050405020304" pitchFamily="18" charset="0"/>
              </a:rPr>
              <a:t>ServletRequest</a:t>
            </a:r>
            <a:r>
              <a:rPr lang="en-IN" sz="2800" b="0" i="0" dirty="0">
                <a:effectLst/>
                <a:latin typeface="Times New Roman" panose="02020603050405020304" pitchFamily="18" charset="0"/>
                <a:cs typeface="Times New Roman" panose="02020603050405020304" pitchFamily="18" charset="0"/>
              </a:rPr>
              <a:t> request, </a:t>
            </a:r>
            <a:r>
              <a:rPr lang="en-IN" sz="2800" b="0" i="0" dirty="0" err="1">
                <a:effectLst/>
                <a:latin typeface="Times New Roman" panose="02020603050405020304" pitchFamily="18" charset="0"/>
                <a:cs typeface="Times New Roman" panose="02020603050405020304" pitchFamily="18" charset="0"/>
              </a:rPr>
              <a:t>ServletResponse</a:t>
            </a:r>
            <a:r>
              <a:rPr lang="en-IN" sz="2800" b="0" i="0" dirty="0">
                <a:effectLst/>
                <a:latin typeface="Times New Roman" panose="02020603050405020304" pitchFamily="18" charset="0"/>
                <a:cs typeface="Times New Roman" panose="02020603050405020304" pitchFamily="18" charset="0"/>
              </a:rPr>
              <a:t> response)   </a:t>
            </a:r>
          </a:p>
          <a:p>
            <a:pPr algn="l"/>
            <a:r>
              <a:rPr lang="en-IN" sz="2800" b="1" i="0" dirty="0">
                <a:effectLst/>
                <a:latin typeface="Times New Roman" panose="02020603050405020304" pitchFamily="18" charset="0"/>
                <a:cs typeface="Times New Roman" panose="02020603050405020304" pitchFamily="18" charset="0"/>
              </a:rPr>
              <a:t>throws</a:t>
            </a:r>
            <a:r>
              <a:rPr lang="en-IN" sz="2800" b="0" i="0" dirty="0">
                <a:effectLst/>
                <a:latin typeface="Times New Roman" panose="02020603050405020304" pitchFamily="18" charset="0"/>
                <a:cs typeface="Times New Roman" panose="02020603050405020304" pitchFamily="18" charset="0"/>
              </a:rPr>
              <a:t> </a:t>
            </a:r>
            <a:r>
              <a:rPr lang="en-IN" sz="2800" b="0" i="0" dirty="0" err="1">
                <a:effectLst/>
                <a:latin typeface="Times New Roman" panose="02020603050405020304" pitchFamily="18" charset="0"/>
                <a:cs typeface="Times New Roman" panose="02020603050405020304" pitchFamily="18" charset="0"/>
              </a:rPr>
              <a:t>ServletException</a:t>
            </a:r>
            <a:r>
              <a:rPr lang="en-IN" sz="2800" b="0" i="0" dirty="0">
                <a:effectLst/>
                <a:latin typeface="Times New Roman" panose="02020603050405020304" pitchFamily="18" charset="0"/>
                <a:cs typeface="Times New Roman" panose="02020603050405020304" pitchFamily="18" charset="0"/>
              </a:rPr>
              <a:t>, </a:t>
            </a:r>
            <a:r>
              <a:rPr lang="en-IN" sz="2800" b="0" i="0" dirty="0" err="1">
                <a:effectLst/>
                <a:latin typeface="Times New Roman" panose="02020603050405020304" pitchFamily="18" charset="0"/>
                <a:cs typeface="Times New Roman" panose="02020603050405020304" pitchFamily="18" charset="0"/>
              </a:rPr>
              <a:t>IOException</a:t>
            </a:r>
            <a:r>
              <a:rPr lang="en-IN" sz="2800" b="0" i="0" dirty="0">
                <a:effectLst/>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4822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E5AB9-F272-6BAC-F4FE-EC22336FCB90}"/>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351B2C82-34B9-6710-1E05-AEAB357F68D4}"/>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71351230-6866-F2F2-E066-EA9AB08527E9}"/>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9F87DE93-B771-8FFA-6F58-6D23149C93F5}"/>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Servlet Life Cycle</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D78A4362-5980-876F-E432-EBD244A188CD}"/>
              </a:ext>
            </a:extLst>
          </p:cNvPr>
          <p:cNvSpPr txBox="1"/>
          <p:nvPr/>
        </p:nvSpPr>
        <p:spPr>
          <a:xfrm>
            <a:off x="0" y="2286000"/>
            <a:ext cx="9144000" cy="4524315"/>
          </a:xfrm>
          <a:prstGeom prst="rect">
            <a:avLst/>
          </a:prstGeom>
          <a:noFill/>
        </p:spPr>
        <p:txBody>
          <a:bodyPr wrap="square" rtlCol="0">
            <a:spAutoFit/>
          </a:bodyPr>
          <a:lstStyle/>
          <a:p>
            <a:r>
              <a:rPr lang="en-IN" sz="3600" b="0" i="0" dirty="0">
                <a:effectLst/>
                <a:latin typeface="Times New Roman" panose="02020603050405020304" pitchFamily="18" charset="0"/>
                <a:cs typeface="Times New Roman" panose="02020603050405020304" pitchFamily="18" charset="0"/>
              </a:rPr>
              <a:t>5. </a:t>
            </a:r>
            <a:r>
              <a:rPr lang="en-IN" sz="3600" b="1" i="0" dirty="0">
                <a:effectLst/>
                <a:latin typeface="Times New Roman" panose="02020603050405020304" pitchFamily="18" charset="0"/>
                <a:cs typeface="Times New Roman" panose="02020603050405020304" pitchFamily="18" charset="0"/>
              </a:rPr>
              <a:t>destroy method is invoked</a:t>
            </a:r>
            <a:endParaRPr lang="en-US" sz="3600" b="1" i="0" dirty="0">
              <a:solidFill>
                <a:srgbClr val="333333"/>
              </a:solidFill>
              <a:effectLst/>
              <a:latin typeface="Times New Roman" panose="02020603050405020304" pitchFamily="18" charset="0"/>
              <a:cs typeface="Times New Roman" panose="02020603050405020304" pitchFamily="18" charset="0"/>
            </a:endParaRPr>
          </a:p>
          <a:p>
            <a:pPr algn="l"/>
            <a:r>
              <a:rPr lang="en-US" sz="3600" b="0" i="0" dirty="0">
                <a:solidFill>
                  <a:srgbClr val="333333"/>
                </a:solidFill>
                <a:effectLst/>
                <a:latin typeface="Times New Roman" panose="02020603050405020304" pitchFamily="18" charset="0"/>
                <a:cs typeface="Times New Roman" panose="02020603050405020304" pitchFamily="18" charset="0"/>
              </a:rPr>
              <a:t>The web container calls the destroy method before removing the servlet instance from the service. It gives the servlet an opportunity to clean up any resource for example memory, thread etc. The syntax of the destroy method of the Servlet interface is given below:</a:t>
            </a:r>
          </a:p>
          <a:p>
            <a:r>
              <a:rPr lang="en-IN" sz="3600" b="0" i="0" dirty="0">
                <a:solidFill>
                  <a:srgbClr val="333333"/>
                </a:solidFill>
                <a:effectLst/>
                <a:latin typeface="Times New Roman" panose="02020603050405020304" pitchFamily="18" charset="0"/>
                <a:cs typeface="Times New Roman" panose="02020603050405020304" pitchFamily="18" charset="0"/>
              </a:rPr>
              <a:t>public </a:t>
            </a:r>
            <a:r>
              <a:rPr lang="en-IN" sz="3600" b="1" i="0" dirty="0">
                <a:solidFill>
                  <a:srgbClr val="006699"/>
                </a:solidFill>
                <a:effectLst/>
                <a:latin typeface="Times New Roman" panose="02020603050405020304" pitchFamily="18" charset="0"/>
                <a:cs typeface="Times New Roman" panose="02020603050405020304" pitchFamily="18" charset="0"/>
              </a:rPr>
              <a:t>void</a:t>
            </a:r>
            <a:r>
              <a:rPr lang="en-IN" sz="3600" b="0" i="0" dirty="0">
                <a:solidFill>
                  <a:srgbClr val="333333"/>
                </a:solidFill>
                <a:effectLst/>
                <a:latin typeface="Times New Roman" panose="02020603050405020304" pitchFamily="18" charset="0"/>
                <a:cs typeface="Times New Roman" panose="02020603050405020304" pitchFamily="18" charset="0"/>
              </a:rPr>
              <a:t> destroy() </a:t>
            </a:r>
          </a:p>
        </p:txBody>
      </p:sp>
    </p:spTree>
    <p:extLst>
      <p:ext uri="{BB962C8B-B14F-4D97-AF65-F5344CB8AC3E}">
        <p14:creationId xmlns:p14="http://schemas.microsoft.com/office/powerpoint/2010/main" val="3646917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2AE58-9200-D5FE-42D4-9E60F9BD66F5}"/>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71100B37-99A0-B088-98AB-E666EE8A5561}"/>
              </a:ext>
            </a:extLst>
          </p:cNvPr>
          <p:cNvSpPr txBox="1">
            <a:spLocks noChangeArrowheads="1"/>
          </p:cNvSpPr>
          <p:nvPr>
            <p:custDataLst>
              <p:tags r:id="rId1"/>
            </p:custDataLst>
          </p:nvPr>
        </p:nvSpPr>
        <p:spPr bwMode="auto">
          <a:xfrm>
            <a:off x="190500" y="2352675"/>
            <a:ext cx="86752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0" indent="0" algn="l" rtl="0" fontAlgn="base">
              <a:spcAft>
                <a:spcPts val="750"/>
              </a:spcAft>
              <a:buNone/>
            </a:pPr>
            <a:r>
              <a:rPr lang="en-US" sz="1200" b="0" i="0" dirty="0">
                <a:solidFill>
                  <a:srgbClr val="FFFFFF"/>
                </a:solidFill>
                <a:effectLst/>
                <a:latin typeface="Nunito" pitchFamily="2" charset="0"/>
              </a:rPr>
              <a:t>Execution of Servlets basically</a:t>
            </a:r>
            <a:r>
              <a:rPr lang="en-US" sz="1200" b="1" i="0" dirty="0">
                <a:solidFill>
                  <a:srgbClr val="FFFFFF"/>
                </a:solidFill>
                <a:effectLst/>
                <a:latin typeface="Nunito" pitchFamily="2" charset="0"/>
              </a:rPr>
              <a:t> </a:t>
            </a:r>
            <a:r>
              <a:rPr lang="en-US" sz="1200" b="0" i="0" dirty="0">
                <a:solidFill>
                  <a:srgbClr val="FFFFFF"/>
                </a:solidFill>
                <a:effectLst/>
                <a:latin typeface="Nunito" pitchFamily="2" charset="0"/>
              </a:rPr>
              <a:t>involves Six basic steps:</a:t>
            </a:r>
            <a:endParaRPr lang="en-US" sz="2000" b="0" i="0" dirty="0">
              <a:effectLst/>
              <a:latin typeface="Nunito" pitchFamily="2" charset="0"/>
            </a:endParaRPr>
          </a:p>
        </p:txBody>
      </p:sp>
      <p:sp>
        <p:nvSpPr>
          <p:cNvPr id="3" name="Rectangle 7">
            <a:extLst>
              <a:ext uri="{FF2B5EF4-FFF2-40B4-BE49-F238E27FC236}">
                <a16:creationId xmlns:a16="http://schemas.microsoft.com/office/drawing/2014/main" id="{53EF2145-78E8-F986-5092-1332DC76AE60}"/>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6FA7C465-3E12-A286-0282-356FFE600819}"/>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Servlet Life Cycle</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pic>
        <p:nvPicPr>
          <p:cNvPr id="6" name="Picture 5">
            <a:extLst>
              <a:ext uri="{FF2B5EF4-FFF2-40B4-BE49-F238E27FC236}">
                <a16:creationId xmlns:a16="http://schemas.microsoft.com/office/drawing/2014/main" id="{33969916-7E5F-F293-D738-3268E92B8159}"/>
              </a:ext>
            </a:extLst>
          </p:cNvPr>
          <p:cNvPicPr>
            <a:picLocks noChangeAspect="1"/>
          </p:cNvPicPr>
          <p:nvPr/>
        </p:nvPicPr>
        <p:blipFill>
          <a:blip r:embed="rId6"/>
          <a:stretch>
            <a:fillRect/>
          </a:stretch>
        </p:blipFill>
        <p:spPr>
          <a:xfrm>
            <a:off x="914400" y="2330450"/>
            <a:ext cx="7119257" cy="4483496"/>
          </a:xfrm>
          <a:prstGeom prst="rect">
            <a:avLst/>
          </a:prstGeom>
        </p:spPr>
      </p:pic>
    </p:spTree>
    <p:extLst>
      <p:ext uri="{BB962C8B-B14F-4D97-AF65-F5344CB8AC3E}">
        <p14:creationId xmlns:p14="http://schemas.microsoft.com/office/powerpoint/2010/main" val="228557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CE2F6-11E2-3491-65B2-8C12A7B99FC1}"/>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6E2524B2-967A-B64B-1E39-0DEDD16BB656}"/>
              </a:ext>
            </a:extLst>
          </p:cNvPr>
          <p:cNvSpPr txBox="1">
            <a:spLocks noChangeArrowheads="1"/>
          </p:cNvSpPr>
          <p:nvPr>
            <p:custDataLst>
              <p:tags r:id="rId1"/>
            </p:custDataLst>
          </p:nvPr>
        </p:nvSpPr>
        <p:spPr bwMode="auto">
          <a:xfrm>
            <a:off x="190500" y="2352675"/>
            <a:ext cx="8675204" cy="4108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fontAlgn="base">
              <a:spcBef>
                <a:spcPts val="0"/>
              </a:spcBef>
            </a:pPr>
            <a:r>
              <a:rPr lang="en-US" sz="2900" b="0" i="0" dirty="0">
                <a:effectLst/>
                <a:latin typeface="Times New Roman" panose="02020603050405020304" pitchFamily="18" charset="0"/>
                <a:cs typeface="Times New Roman" panose="02020603050405020304" pitchFamily="18" charset="0"/>
              </a:rPr>
              <a:t>The </a:t>
            </a:r>
            <a:r>
              <a:rPr lang="en-US" sz="2900" b="0" i="0" dirty="0" err="1">
                <a:effectLst/>
                <a:latin typeface="Times New Roman" panose="02020603050405020304" pitchFamily="18" charset="0"/>
                <a:cs typeface="Times New Roman" panose="02020603050405020304" pitchFamily="18" charset="0"/>
              </a:rPr>
              <a:t>javax.servlet</a:t>
            </a:r>
            <a:r>
              <a:rPr lang="en-US" sz="2900" b="0" i="0" dirty="0">
                <a:effectLst/>
                <a:latin typeface="Times New Roman" panose="02020603050405020304" pitchFamily="18" charset="0"/>
                <a:cs typeface="Times New Roman" panose="02020603050405020304" pitchFamily="18" charset="0"/>
              </a:rPr>
              <a:t> and </a:t>
            </a:r>
            <a:r>
              <a:rPr lang="en-US" sz="2900" b="0" i="0" dirty="0" err="1">
                <a:effectLst/>
                <a:latin typeface="Times New Roman" panose="02020603050405020304" pitchFamily="18" charset="0"/>
                <a:cs typeface="Times New Roman" panose="02020603050405020304" pitchFamily="18" charset="0"/>
              </a:rPr>
              <a:t>javax.servlet.http</a:t>
            </a:r>
            <a:r>
              <a:rPr lang="en-US" sz="2900" b="0" i="0" dirty="0">
                <a:effectLst/>
                <a:latin typeface="Times New Roman" panose="02020603050405020304" pitchFamily="18" charset="0"/>
                <a:cs typeface="Times New Roman" panose="02020603050405020304" pitchFamily="18" charset="0"/>
              </a:rPr>
              <a:t> packages represent interfaces and classes for servlet </a:t>
            </a:r>
            <a:r>
              <a:rPr lang="en-US" sz="2900" b="0" i="0" dirty="0" err="1">
                <a:effectLst/>
                <a:latin typeface="Times New Roman" panose="02020603050405020304" pitchFamily="18" charset="0"/>
                <a:cs typeface="Times New Roman" panose="02020603050405020304" pitchFamily="18" charset="0"/>
              </a:rPr>
              <a:t>api</a:t>
            </a:r>
            <a:r>
              <a:rPr lang="en-US" sz="2900" b="0" i="0" dirty="0">
                <a:effectLst/>
                <a:latin typeface="Times New Roman" panose="02020603050405020304" pitchFamily="18" charset="0"/>
                <a:cs typeface="Times New Roman" panose="02020603050405020304" pitchFamily="18" charset="0"/>
              </a:rPr>
              <a:t>.(after tomcat 10 </a:t>
            </a:r>
            <a:r>
              <a:rPr lang="en-US" sz="2900" dirty="0">
                <a:latin typeface="Times New Roman" panose="02020603050405020304" pitchFamily="18" charset="0"/>
                <a:cs typeface="Times New Roman" panose="02020603050405020304" pitchFamily="18" charset="0"/>
              </a:rPr>
              <a:t>and</a:t>
            </a:r>
            <a:r>
              <a:rPr lang="en-US" sz="2900" b="0" i="0" dirty="0">
                <a:effectLst/>
                <a:latin typeface="Times New Roman" panose="02020603050405020304" pitchFamily="18" charset="0"/>
                <a:cs typeface="Times New Roman" panose="02020603050405020304" pitchFamily="18" charset="0"/>
              </a:rPr>
              <a:t> later </a:t>
            </a:r>
            <a:r>
              <a:rPr lang="en-US" sz="2900" b="0" i="0" dirty="0" err="1">
                <a:effectLst/>
                <a:latin typeface="Times New Roman" panose="02020603050405020304" pitchFamily="18" charset="0"/>
                <a:cs typeface="Times New Roman" panose="02020603050405020304" pitchFamily="18" charset="0"/>
              </a:rPr>
              <a:t>jakarta.servlet</a:t>
            </a:r>
            <a:r>
              <a:rPr lang="en-US" sz="2900" b="0" i="0" dirty="0">
                <a:effectLst/>
                <a:latin typeface="Times New Roman" panose="02020603050405020304" pitchFamily="18" charset="0"/>
                <a:cs typeface="Times New Roman" panose="02020603050405020304" pitchFamily="18" charset="0"/>
              </a:rPr>
              <a:t> and </a:t>
            </a:r>
            <a:r>
              <a:rPr lang="en-US" sz="2900" b="0" i="0" dirty="0" err="1">
                <a:effectLst/>
                <a:latin typeface="Times New Roman" panose="02020603050405020304" pitchFamily="18" charset="0"/>
                <a:cs typeface="Times New Roman" panose="02020603050405020304" pitchFamily="18" charset="0"/>
              </a:rPr>
              <a:t>jakarta.servlet.http</a:t>
            </a:r>
            <a:r>
              <a:rPr lang="en-US" sz="2900" b="0" i="0" dirty="0">
                <a:effectLst/>
                <a:latin typeface="Times New Roman" panose="02020603050405020304" pitchFamily="18" charset="0"/>
                <a:cs typeface="Times New Roman" panose="02020603050405020304" pitchFamily="18" charset="0"/>
              </a:rPr>
              <a:t>). </a:t>
            </a:r>
          </a:p>
          <a:p>
            <a:pPr fontAlgn="base">
              <a:spcBef>
                <a:spcPts val="0"/>
              </a:spcBef>
            </a:pPr>
            <a:r>
              <a:rPr lang="en-US" sz="2900" b="0" i="0" dirty="0">
                <a:solidFill>
                  <a:srgbClr val="333333"/>
                </a:solidFill>
                <a:effectLst/>
                <a:latin typeface="Times New Roman" panose="02020603050405020304" pitchFamily="18" charset="0"/>
                <a:cs typeface="Times New Roman" panose="02020603050405020304" pitchFamily="18" charset="0"/>
              </a:rPr>
              <a:t>The </a:t>
            </a:r>
            <a:r>
              <a:rPr lang="en-US" sz="2900" b="1" i="0" dirty="0" err="1">
                <a:solidFill>
                  <a:srgbClr val="333333"/>
                </a:solidFill>
                <a:effectLst/>
                <a:latin typeface="Times New Roman" panose="02020603050405020304" pitchFamily="18" charset="0"/>
                <a:cs typeface="Times New Roman" panose="02020603050405020304" pitchFamily="18" charset="0"/>
              </a:rPr>
              <a:t>jakarta.servlet</a:t>
            </a:r>
            <a:r>
              <a:rPr lang="en-US" sz="2900" b="0" i="0" dirty="0">
                <a:solidFill>
                  <a:srgbClr val="333333"/>
                </a:solidFill>
                <a:effectLst/>
                <a:latin typeface="Times New Roman" panose="02020603050405020304" pitchFamily="18" charset="0"/>
                <a:cs typeface="Times New Roman" panose="02020603050405020304" pitchFamily="18" charset="0"/>
              </a:rPr>
              <a:t> package contains many interfaces and classes that are used by the servlet or web container. These are not specific to any protocol.</a:t>
            </a:r>
            <a:endParaRPr lang="en-US" sz="2900" dirty="0">
              <a:solidFill>
                <a:srgbClr val="333333"/>
              </a:solidFill>
              <a:latin typeface="Times New Roman" panose="02020603050405020304" pitchFamily="18" charset="0"/>
              <a:cs typeface="Times New Roman" panose="02020603050405020304" pitchFamily="18" charset="0"/>
            </a:endParaRPr>
          </a:p>
          <a:p>
            <a:pPr fontAlgn="base">
              <a:spcBef>
                <a:spcPts val="0"/>
              </a:spcBef>
            </a:pPr>
            <a:r>
              <a:rPr lang="en-US" sz="2900" b="0" i="0" dirty="0">
                <a:solidFill>
                  <a:srgbClr val="333333"/>
                </a:solidFill>
                <a:effectLst/>
                <a:latin typeface="Times New Roman" panose="02020603050405020304" pitchFamily="18" charset="0"/>
                <a:cs typeface="Times New Roman" panose="02020603050405020304" pitchFamily="18" charset="0"/>
              </a:rPr>
              <a:t>The </a:t>
            </a:r>
            <a:r>
              <a:rPr lang="en-US" sz="2900" b="1" i="0" dirty="0" err="1">
                <a:solidFill>
                  <a:srgbClr val="333333"/>
                </a:solidFill>
                <a:effectLst/>
                <a:latin typeface="Times New Roman" panose="02020603050405020304" pitchFamily="18" charset="0"/>
                <a:cs typeface="Times New Roman" panose="02020603050405020304" pitchFamily="18" charset="0"/>
              </a:rPr>
              <a:t>jakarta.servlet.http</a:t>
            </a:r>
            <a:r>
              <a:rPr lang="en-US" sz="2900" b="0" i="0" dirty="0">
                <a:solidFill>
                  <a:srgbClr val="333333"/>
                </a:solidFill>
                <a:effectLst/>
                <a:latin typeface="Times New Roman" panose="02020603050405020304" pitchFamily="18" charset="0"/>
                <a:cs typeface="Times New Roman" panose="02020603050405020304" pitchFamily="18" charset="0"/>
              </a:rPr>
              <a:t> package contains interfaces and classes that are responsible for http requests only.</a:t>
            </a:r>
            <a:endParaRPr lang="en-US" sz="2900" b="0" i="0" dirty="0">
              <a:effectLst/>
              <a:latin typeface="Times New Roman" panose="02020603050405020304" pitchFamily="18" charset="0"/>
              <a:cs typeface="Times New Roman" panose="02020603050405020304" pitchFamily="18" charset="0"/>
            </a:endParaRPr>
          </a:p>
        </p:txBody>
      </p:sp>
      <p:sp>
        <p:nvSpPr>
          <p:cNvPr id="3" name="Rectangle 7">
            <a:extLst>
              <a:ext uri="{FF2B5EF4-FFF2-40B4-BE49-F238E27FC236}">
                <a16:creationId xmlns:a16="http://schemas.microsoft.com/office/drawing/2014/main" id="{4A478F23-182E-8124-0903-2BCA4782DB2C}"/>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CE7EDA5D-6DA0-C479-2438-89C8BC7ABDBC}"/>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Servlet </a:t>
            </a:r>
            <a:r>
              <a:rPr lang="en-IN" dirty="0">
                <a:solidFill>
                  <a:schemeClr val="bg1"/>
                </a:solidFill>
                <a:latin typeface="Times New Roman" panose="02020603050405020304" pitchFamily="18" charset="0"/>
                <a:cs typeface="Times New Roman" panose="02020603050405020304" pitchFamily="18" charset="0"/>
              </a:rPr>
              <a:t>API</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2057407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1FFD5-4D71-621C-4044-E8EAE75F5C20}"/>
            </a:ext>
          </a:extLst>
        </p:cNvPr>
        <p:cNvGrpSpPr/>
        <p:nvPr/>
      </p:nvGrpSpPr>
      <p:grpSpPr>
        <a:xfrm>
          <a:off x="0" y="0"/>
          <a:ext cx="0" cy="0"/>
          <a:chOff x="0" y="0"/>
          <a:chExt cx="0" cy="0"/>
        </a:xfrm>
      </p:grpSpPr>
      <p:sp>
        <p:nvSpPr>
          <p:cNvPr id="2" name="TextBox 4">
            <a:extLst>
              <a:ext uri="{FF2B5EF4-FFF2-40B4-BE49-F238E27FC236}">
                <a16:creationId xmlns:a16="http://schemas.microsoft.com/office/drawing/2014/main" id="{0C691D23-D739-E96D-8636-49A3A765945C}"/>
              </a:ext>
            </a:extLst>
          </p:cNvPr>
          <p:cNvSpPr txBox="1">
            <a:spLocks noChangeArrowheads="1"/>
          </p:cNvSpPr>
          <p:nvPr>
            <p:custDataLst>
              <p:tags r:id="rId1"/>
            </p:custDataLst>
          </p:nvPr>
        </p:nvSpPr>
        <p:spPr bwMode="auto">
          <a:xfrm>
            <a:off x="190500" y="2352675"/>
            <a:ext cx="8675204"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fontAlgn="base">
              <a:spcBef>
                <a:spcPts val="0"/>
              </a:spcBef>
            </a:pPr>
            <a:r>
              <a:rPr lang="en-US" sz="2900" i="0" dirty="0">
                <a:effectLst/>
                <a:latin typeface="Times New Roman" panose="02020603050405020304" pitchFamily="18" charset="0"/>
                <a:cs typeface="Times New Roman" panose="02020603050405020304" pitchFamily="18" charset="0"/>
              </a:rPr>
              <a:t>Servlet interface provides common behavior to all the </a:t>
            </a:r>
            <a:r>
              <a:rPr lang="en-US" sz="2900" i="0" dirty="0" err="1">
                <a:effectLst/>
                <a:latin typeface="Times New Roman" panose="02020603050405020304" pitchFamily="18" charset="0"/>
                <a:cs typeface="Times New Roman" panose="02020603050405020304" pitchFamily="18" charset="0"/>
              </a:rPr>
              <a:t>servlets.Servlet</a:t>
            </a:r>
            <a:r>
              <a:rPr lang="en-US" sz="2900" i="0" dirty="0">
                <a:effectLst/>
                <a:latin typeface="Times New Roman" panose="02020603050405020304" pitchFamily="18" charset="0"/>
                <a:cs typeface="Times New Roman" panose="02020603050405020304" pitchFamily="18" charset="0"/>
              </a:rPr>
              <a:t> interface defines methods that all servlets must implement.</a:t>
            </a:r>
          </a:p>
          <a:p>
            <a:pPr fontAlgn="base">
              <a:spcBef>
                <a:spcPts val="0"/>
              </a:spcBef>
            </a:pPr>
            <a:r>
              <a:rPr lang="en-US" sz="2900" i="0" dirty="0">
                <a:effectLst/>
                <a:latin typeface="Times New Roman" panose="02020603050405020304" pitchFamily="18" charset="0"/>
                <a:cs typeface="Times New Roman" panose="02020603050405020304" pitchFamily="18" charset="0"/>
              </a:rPr>
              <a:t>Servlet interface needs to be implemented for creating any servlet (either directly or indirectly). </a:t>
            </a:r>
          </a:p>
          <a:p>
            <a:pPr fontAlgn="base">
              <a:spcBef>
                <a:spcPts val="0"/>
              </a:spcBef>
            </a:pPr>
            <a:r>
              <a:rPr lang="en-US" sz="2900" i="0" dirty="0">
                <a:effectLst/>
                <a:latin typeface="Times New Roman" panose="02020603050405020304" pitchFamily="18" charset="0"/>
                <a:cs typeface="Times New Roman" panose="02020603050405020304" pitchFamily="18" charset="0"/>
              </a:rPr>
              <a:t>It provides 3 life cycle methods that are used to initialize the servlet, to service the requests, and to destroy the servlet and 2 non-life cycle methods.</a:t>
            </a:r>
          </a:p>
        </p:txBody>
      </p:sp>
      <p:sp>
        <p:nvSpPr>
          <p:cNvPr id="3" name="Rectangle 7">
            <a:extLst>
              <a:ext uri="{FF2B5EF4-FFF2-40B4-BE49-F238E27FC236}">
                <a16:creationId xmlns:a16="http://schemas.microsoft.com/office/drawing/2014/main" id="{70533729-CDE4-340F-950D-9D27F50A8ECD}"/>
              </a:ext>
            </a:extLst>
          </p:cNvPr>
          <p:cNvSpPr>
            <a:spLocks noChangeArrowheads="1"/>
          </p:cNvSpPr>
          <p:nvPr>
            <p:custDataLst>
              <p:tags r:id="rId2"/>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6F5B4C3A-38FF-7008-B571-AF0E611A0B08}"/>
              </a:ext>
            </a:extLst>
          </p:cNvPr>
          <p:cNvSpPr>
            <a:spLocks noChangeArrowheads="1"/>
          </p:cNvSpPr>
          <p:nvPr>
            <p:custDataLst>
              <p:tags r:id="rId3"/>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Servlet Interface</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Tree>
    <p:extLst>
      <p:ext uri="{BB962C8B-B14F-4D97-AF65-F5344CB8AC3E}">
        <p14:creationId xmlns:p14="http://schemas.microsoft.com/office/powerpoint/2010/main" val="413611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848D9-A1CE-8CFA-BB2F-BC00DC28B747}"/>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12A733BD-F685-06EA-27BC-5E3BAD7BD9F5}"/>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22F6713B-FA56-0034-59C8-FA73A8BCC6BA}"/>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Methods of Servlet Interface</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graphicFrame>
        <p:nvGraphicFramePr>
          <p:cNvPr id="5" name="Table 4">
            <a:extLst>
              <a:ext uri="{FF2B5EF4-FFF2-40B4-BE49-F238E27FC236}">
                <a16:creationId xmlns:a16="http://schemas.microsoft.com/office/drawing/2014/main" id="{3BECA78C-B045-4EDA-7571-1A843DB776B7}"/>
              </a:ext>
            </a:extLst>
          </p:cNvPr>
          <p:cNvGraphicFramePr>
            <a:graphicFrameLocks noGrp="1"/>
          </p:cNvGraphicFramePr>
          <p:nvPr>
            <p:extLst>
              <p:ext uri="{D42A27DB-BD31-4B8C-83A1-F6EECF244321}">
                <p14:modId xmlns:p14="http://schemas.microsoft.com/office/powerpoint/2010/main" val="38885442"/>
              </p:ext>
            </p:extLst>
          </p:nvPr>
        </p:nvGraphicFramePr>
        <p:xfrm>
          <a:off x="234398" y="2352489"/>
          <a:ext cx="8675204" cy="4439024"/>
        </p:xfrm>
        <a:graphic>
          <a:graphicData uri="http://schemas.openxmlformats.org/drawingml/2006/table">
            <a:tbl>
              <a:tblPr>
                <a:tableStyleId>{284E427A-3D55-4303-BF80-6455036E1DE7}</a:tableStyleId>
              </a:tblPr>
              <a:tblGrid>
                <a:gridCol w="4951361">
                  <a:extLst>
                    <a:ext uri="{9D8B030D-6E8A-4147-A177-3AD203B41FA5}">
                      <a16:colId xmlns:a16="http://schemas.microsoft.com/office/drawing/2014/main" val="3882958083"/>
                    </a:ext>
                  </a:extLst>
                </a:gridCol>
                <a:gridCol w="3723843">
                  <a:extLst>
                    <a:ext uri="{9D8B030D-6E8A-4147-A177-3AD203B41FA5}">
                      <a16:colId xmlns:a16="http://schemas.microsoft.com/office/drawing/2014/main" val="1086008081"/>
                    </a:ext>
                  </a:extLst>
                </a:gridCol>
              </a:tblGrid>
              <a:tr h="273039">
                <a:tc>
                  <a:txBody>
                    <a:bodyPr/>
                    <a:lstStyle/>
                    <a:p>
                      <a:pPr algn="l" fontAlgn="t"/>
                      <a:r>
                        <a:rPr lang="en-IN" sz="1800" dirty="0">
                          <a:solidFill>
                            <a:schemeClr val="tx1"/>
                          </a:solidFill>
                          <a:effectLst/>
                        </a:rPr>
                        <a:t>Method</a:t>
                      </a:r>
                    </a:p>
                  </a:txBody>
                  <a:tcPr marL="43202" marR="43202" marT="43202" marB="43202"/>
                </a:tc>
                <a:tc>
                  <a:txBody>
                    <a:bodyPr/>
                    <a:lstStyle/>
                    <a:p>
                      <a:pPr algn="l" fontAlgn="t"/>
                      <a:r>
                        <a:rPr lang="en-IN" sz="1800" dirty="0">
                          <a:solidFill>
                            <a:schemeClr val="tx1"/>
                          </a:solidFill>
                          <a:effectLst/>
                        </a:rPr>
                        <a:t>Description</a:t>
                      </a:r>
                    </a:p>
                  </a:txBody>
                  <a:tcPr marL="43202" marR="43202" marT="43202" marB="43202"/>
                </a:tc>
                <a:extLst>
                  <a:ext uri="{0D108BD9-81ED-4DB2-BD59-A6C34878D82A}">
                    <a16:rowId xmlns:a16="http://schemas.microsoft.com/office/drawing/2014/main" val="2132186147"/>
                  </a:ext>
                </a:extLst>
              </a:tr>
              <a:tr h="1002294">
                <a:tc>
                  <a:txBody>
                    <a:bodyPr/>
                    <a:lstStyle/>
                    <a:p>
                      <a:r>
                        <a:rPr lang="en-IN" sz="1800" b="1">
                          <a:solidFill>
                            <a:schemeClr val="tx1"/>
                          </a:solidFill>
                          <a:effectLst/>
                        </a:rPr>
                        <a:t>public void init(ServletConfig config)</a:t>
                      </a:r>
                      <a:endParaRPr lang="en-IN" sz="1800">
                        <a:solidFill>
                          <a:schemeClr val="tx1"/>
                        </a:solidFill>
                        <a:effectLst/>
                      </a:endParaRPr>
                    </a:p>
                  </a:txBody>
                  <a:tcPr marL="34562" marR="34562" marT="34562" marB="34562" anchor="ctr"/>
                </a:tc>
                <a:tc>
                  <a:txBody>
                    <a:bodyPr/>
                    <a:lstStyle/>
                    <a:p>
                      <a:r>
                        <a:rPr lang="en-US" sz="1800">
                          <a:solidFill>
                            <a:schemeClr val="tx1"/>
                          </a:solidFill>
                          <a:effectLst/>
                        </a:rPr>
                        <a:t>initializes the servlet. It is the life cycle method of servlet and invoked by the web container only once.</a:t>
                      </a:r>
                    </a:p>
                  </a:txBody>
                  <a:tcPr marL="34562" marR="34562" marT="34562" marB="34562" anchor="ctr"/>
                </a:tc>
                <a:extLst>
                  <a:ext uri="{0D108BD9-81ED-4DB2-BD59-A6C34878D82A}">
                    <a16:rowId xmlns:a16="http://schemas.microsoft.com/office/drawing/2014/main" val="3962748441"/>
                  </a:ext>
                </a:extLst>
              </a:tr>
              <a:tr h="1002294">
                <a:tc>
                  <a:txBody>
                    <a:bodyPr/>
                    <a:lstStyle/>
                    <a:p>
                      <a:r>
                        <a:rPr lang="fr-FR" sz="1800" b="1" dirty="0">
                          <a:solidFill>
                            <a:schemeClr val="tx1"/>
                          </a:solidFill>
                          <a:effectLst/>
                        </a:rPr>
                        <a:t>public </a:t>
                      </a:r>
                      <a:r>
                        <a:rPr lang="fr-FR" sz="1800" b="1" dirty="0" err="1">
                          <a:solidFill>
                            <a:schemeClr val="tx1"/>
                          </a:solidFill>
                          <a:effectLst/>
                        </a:rPr>
                        <a:t>void</a:t>
                      </a:r>
                      <a:r>
                        <a:rPr lang="fr-FR" sz="1800" b="1" dirty="0">
                          <a:solidFill>
                            <a:schemeClr val="tx1"/>
                          </a:solidFill>
                          <a:effectLst/>
                        </a:rPr>
                        <a:t> service(</a:t>
                      </a:r>
                      <a:r>
                        <a:rPr lang="fr-FR" sz="1800" b="1" dirty="0" err="1">
                          <a:solidFill>
                            <a:schemeClr val="tx1"/>
                          </a:solidFill>
                          <a:effectLst/>
                        </a:rPr>
                        <a:t>ServletRequest</a:t>
                      </a:r>
                      <a:r>
                        <a:rPr lang="fr-FR" sz="1800" b="1" dirty="0">
                          <a:solidFill>
                            <a:schemeClr val="tx1"/>
                          </a:solidFill>
                          <a:effectLst/>
                        </a:rPr>
                        <a:t> </a:t>
                      </a:r>
                      <a:r>
                        <a:rPr lang="fr-FR" sz="1800" b="1" dirty="0" err="1">
                          <a:solidFill>
                            <a:schemeClr val="tx1"/>
                          </a:solidFill>
                          <a:effectLst/>
                        </a:rPr>
                        <a:t>request,ServletResponse</a:t>
                      </a:r>
                      <a:r>
                        <a:rPr lang="fr-FR" sz="1800" b="1" dirty="0">
                          <a:solidFill>
                            <a:schemeClr val="tx1"/>
                          </a:solidFill>
                          <a:effectLst/>
                        </a:rPr>
                        <a:t> </a:t>
                      </a:r>
                      <a:r>
                        <a:rPr lang="fr-FR" sz="1800" b="1" dirty="0" err="1">
                          <a:solidFill>
                            <a:schemeClr val="tx1"/>
                          </a:solidFill>
                          <a:effectLst/>
                        </a:rPr>
                        <a:t>response</a:t>
                      </a:r>
                      <a:r>
                        <a:rPr lang="fr-FR" sz="1800" b="1" dirty="0">
                          <a:solidFill>
                            <a:schemeClr val="tx1"/>
                          </a:solidFill>
                          <a:effectLst/>
                        </a:rPr>
                        <a:t>)</a:t>
                      </a:r>
                      <a:endParaRPr lang="fr-FR" sz="1800" dirty="0">
                        <a:solidFill>
                          <a:schemeClr val="tx1"/>
                        </a:solidFill>
                        <a:effectLst/>
                      </a:endParaRPr>
                    </a:p>
                  </a:txBody>
                  <a:tcPr marL="34562" marR="34562" marT="34562" marB="34562" anchor="ctr"/>
                </a:tc>
                <a:tc>
                  <a:txBody>
                    <a:bodyPr/>
                    <a:lstStyle/>
                    <a:p>
                      <a:r>
                        <a:rPr lang="en-US" sz="1800">
                          <a:solidFill>
                            <a:schemeClr val="tx1"/>
                          </a:solidFill>
                          <a:effectLst/>
                        </a:rPr>
                        <a:t>provides response for the incoming request. It is invoked at each request by the web container.</a:t>
                      </a:r>
                    </a:p>
                  </a:txBody>
                  <a:tcPr marL="34562" marR="34562" marT="34562" marB="34562" anchor="ctr"/>
                </a:tc>
                <a:extLst>
                  <a:ext uri="{0D108BD9-81ED-4DB2-BD59-A6C34878D82A}">
                    <a16:rowId xmlns:a16="http://schemas.microsoft.com/office/drawing/2014/main" val="1691228560"/>
                  </a:ext>
                </a:extLst>
              </a:tr>
              <a:tr h="815660">
                <a:tc>
                  <a:txBody>
                    <a:bodyPr/>
                    <a:lstStyle/>
                    <a:p>
                      <a:r>
                        <a:rPr lang="en-IN" sz="1800" b="1">
                          <a:solidFill>
                            <a:schemeClr val="tx1"/>
                          </a:solidFill>
                          <a:effectLst/>
                        </a:rPr>
                        <a:t>public void destroy()</a:t>
                      </a:r>
                      <a:endParaRPr lang="en-IN" sz="1800">
                        <a:solidFill>
                          <a:schemeClr val="tx1"/>
                        </a:solidFill>
                        <a:effectLst/>
                      </a:endParaRPr>
                    </a:p>
                  </a:txBody>
                  <a:tcPr marL="34562" marR="34562" marT="34562" marB="34562" anchor="ctr"/>
                </a:tc>
                <a:tc>
                  <a:txBody>
                    <a:bodyPr/>
                    <a:lstStyle/>
                    <a:p>
                      <a:r>
                        <a:rPr lang="en-US" sz="1800">
                          <a:solidFill>
                            <a:schemeClr val="tx1"/>
                          </a:solidFill>
                          <a:effectLst/>
                        </a:rPr>
                        <a:t>is invoked only once and indicates that servlet is being destroyed.</a:t>
                      </a:r>
                    </a:p>
                  </a:txBody>
                  <a:tcPr marL="34562" marR="34562" marT="34562" marB="34562" anchor="ctr"/>
                </a:tc>
                <a:extLst>
                  <a:ext uri="{0D108BD9-81ED-4DB2-BD59-A6C34878D82A}">
                    <a16:rowId xmlns:a16="http://schemas.microsoft.com/office/drawing/2014/main" val="3767948282"/>
                  </a:ext>
                </a:extLst>
              </a:tr>
              <a:tr h="442392">
                <a:tc>
                  <a:txBody>
                    <a:bodyPr/>
                    <a:lstStyle/>
                    <a:p>
                      <a:r>
                        <a:rPr lang="en-IN" sz="1800" b="1">
                          <a:solidFill>
                            <a:schemeClr val="tx1"/>
                          </a:solidFill>
                          <a:effectLst/>
                        </a:rPr>
                        <a:t>public ServletConfig getServletConfig()</a:t>
                      </a:r>
                      <a:endParaRPr lang="en-IN" sz="1800">
                        <a:solidFill>
                          <a:schemeClr val="tx1"/>
                        </a:solidFill>
                        <a:effectLst/>
                      </a:endParaRPr>
                    </a:p>
                  </a:txBody>
                  <a:tcPr marL="34562" marR="34562" marT="34562" marB="34562" anchor="ctr"/>
                </a:tc>
                <a:tc>
                  <a:txBody>
                    <a:bodyPr/>
                    <a:lstStyle/>
                    <a:p>
                      <a:r>
                        <a:rPr lang="en-US" sz="1800">
                          <a:solidFill>
                            <a:schemeClr val="tx1"/>
                          </a:solidFill>
                          <a:effectLst/>
                        </a:rPr>
                        <a:t>returns the object of ServletConfig.</a:t>
                      </a:r>
                    </a:p>
                  </a:txBody>
                  <a:tcPr marL="34562" marR="34562" marT="34562" marB="34562" anchor="ctr"/>
                </a:tc>
                <a:extLst>
                  <a:ext uri="{0D108BD9-81ED-4DB2-BD59-A6C34878D82A}">
                    <a16:rowId xmlns:a16="http://schemas.microsoft.com/office/drawing/2014/main" val="1607019373"/>
                  </a:ext>
                </a:extLst>
              </a:tr>
              <a:tr h="815660">
                <a:tc>
                  <a:txBody>
                    <a:bodyPr/>
                    <a:lstStyle/>
                    <a:p>
                      <a:r>
                        <a:rPr lang="en-IN" sz="1800" b="1">
                          <a:solidFill>
                            <a:schemeClr val="tx1"/>
                          </a:solidFill>
                          <a:effectLst/>
                        </a:rPr>
                        <a:t>public String getServletInfo()</a:t>
                      </a:r>
                      <a:endParaRPr lang="en-IN" sz="1800">
                        <a:solidFill>
                          <a:schemeClr val="tx1"/>
                        </a:solidFill>
                        <a:effectLst/>
                      </a:endParaRPr>
                    </a:p>
                  </a:txBody>
                  <a:tcPr marL="34562" marR="34562" marT="34562" marB="34562" anchor="ctr"/>
                </a:tc>
                <a:tc>
                  <a:txBody>
                    <a:bodyPr/>
                    <a:lstStyle/>
                    <a:p>
                      <a:r>
                        <a:rPr lang="en-US" sz="1800" dirty="0">
                          <a:solidFill>
                            <a:schemeClr val="tx1"/>
                          </a:solidFill>
                          <a:effectLst/>
                        </a:rPr>
                        <a:t>returns information about servlet such as writer, copyright, version etc.</a:t>
                      </a:r>
                    </a:p>
                  </a:txBody>
                  <a:tcPr marL="34562" marR="34562" marT="34562" marB="34562" anchor="ctr"/>
                </a:tc>
                <a:extLst>
                  <a:ext uri="{0D108BD9-81ED-4DB2-BD59-A6C34878D82A}">
                    <a16:rowId xmlns:a16="http://schemas.microsoft.com/office/drawing/2014/main" val="3744259081"/>
                  </a:ext>
                </a:extLst>
              </a:tr>
            </a:tbl>
          </a:graphicData>
        </a:graphic>
      </p:graphicFrame>
    </p:spTree>
    <p:extLst>
      <p:ext uri="{BB962C8B-B14F-4D97-AF65-F5344CB8AC3E}">
        <p14:creationId xmlns:p14="http://schemas.microsoft.com/office/powerpoint/2010/main" val="2131485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BF145-15CA-3BB9-5A0E-7A5170557773}"/>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2FC43ED8-78E2-B05B-F5A8-CC5D078AD41F}"/>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D18F7DE7-C1DD-7E0C-AD13-A58EC0DF3B35}"/>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Example of Servlet Interface</a:t>
            </a:r>
            <a:endParaRPr lang="en-IN" sz="4800" b="1" i="0" dirty="0">
              <a:solidFill>
                <a:schemeClr val="bg1"/>
              </a:solidFill>
              <a:effectLst/>
              <a:latin typeface="Times New Roman" panose="02020603050405020304" pitchFamily="18" charset="0"/>
              <a:cs typeface="Times New Roman" panose="02020603050405020304" pitchFamily="18" charset="0"/>
            </a:endParaRPr>
          </a:p>
          <a:p>
            <a:pPr>
              <a:spcBef>
                <a:spcPct val="0"/>
              </a:spcBef>
              <a:buFontTx/>
              <a:buNone/>
            </a:pPr>
            <a:endParaRPr lang="en-IN" altLang="en-US" sz="3500" b="1" dirty="0">
              <a:solidFill>
                <a:schemeClr val="bg1"/>
              </a:solidFill>
              <a:cs typeface="Times New Roman" panose="02020603050405020304" pitchFamily="18" charset="0"/>
            </a:endParaRPr>
          </a:p>
        </p:txBody>
      </p:sp>
      <p:sp>
        <p:nvSpPr>
          <p:cNvPr id="5" name="TextBox 4">
            <a:extLst>
              <a:ext uri="{FF2B5EF4-FFF2-40B4-BE49-F238E27FC236}">
                <a16:creationId xmlns:a16="http://schemas.microsoft.com/office/drawing/2014/main" id="{E3E89729-F3DB-3BE3-D780-8779F0025027}"/>
              </a:ext>
            </a:extLst>
          </p:cNvPr>
          <p:cNvSpPr txBox="1"/>
          <p:nvPr/>
        </p:nvSpPr>
        <p:spPr>
          <a:xfrm>
            <a:off x="0" y="2286000"/>
            <a:ext cx="9046029" cy="4524315"/>
          </a:xfrm>
          <a:prstGeom prst="rect">
            <a:avLst/>
          </a:prstGeom>
          <a:noFill/>
        </p:spPr>
        <p:txBody>
          <a:bodyPr wrap="square" rtlCol="0">
            <a:spAutoFit/>
          </a:bodyPr>
          <a:lstStyle/>
          <a:p>
            <a:pPr algn="l"/>
            <a:r>
              <a:rPr lang="en-IN" sz="2400" b="1" i="0" dirty="0">
                <a:solidFill>
                  <a:srgbClr val="006699"/>
                </a:solidFill>
                <a:effectLst/>
                <a:latin typeface="Times New Roman" panose="02020603050405020304" pitchFamily="18" charset="0"/>
                <a:cs typeface="Times New Roman" panose="02020603050405020304" pitchFamily="18" charset="0"/>
              </a:rPr>
              <a:t>import</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0" i="0" dirty="0" err="1">
                <a:solidFill>
                  <a:srgbClr val="333333"/>
                </a:solidFill>
                <a:effectLst/>
                <a:latin typeface="Times New Roman" panose="02020603050405020304" pitchFamily="18" charset="0"/>
                <a:cs typeface="Times New Roman" panose="02020603050405020304" pitchFamily="18" charset="0"/>
              </a:rPr>
              <a:t>jarkarta.servlet</a:t>
            </a:r>
            <a:r>
              <a:rPr lang="en-IN" sz="2400" b="0" i="0" dirty="0">
                <a:solidFill>
                  <a:srgbClr val="333333"/>
                </a:solidFill>
                <a:effectLst/>
                <a:latin typeface="Times New Roman" panose="02020603050405020304" pitchFamily="18" charset="0"/>
                <a:cs typeface="Times New Roman" panose="02020603050405020304" pitchFamily="18" charset="0"/>
              </a:rPr>
              <a:t>.*;  </a:t>
            </a:r>
          </a:p>
          <a:p>
            <a:pPr algn="l"/>
            <a:r>
              <a:rPr lang="en-IN" sz="2400" b="1" i="0" dirty="0">
                <a:solidFill>
                  <a:srgbClr val="006699"/>
                </a:solidFill>
                <a:effectLst/>
                <a:latin typeface="Times New Roman" panose="02020603050405020304" pitchFamily="18" charset="0"/>
                <a:cs typeface="Times New Roman" panose="02020603050405020304" pitchFamily="18" charset="0"/>
              </a:rPr>
              <a:t>public</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1" i="0" dirty="0">
                <a:solidFill>
                  <a:srgbClr val="006699"/>
                </a:solidFill>
                <a:effectLst/>
                <a:latin typeface="Times New Roman" panose="02020603050405020304" pitchFamily="18" charset="0"/>
                <a:cs typeface="Times New Roman" panose="02020603050405020304" pitchFamily="18" charset="0"/>
              </a:rPr>
              <a:t>class</a:t>
            </a:r>
            <a:r>
              <a:rPr lang="en-IN" sz="2400" b="0" i="0" dirty="0">
                <a:solidFill>
                  <a:srgbClr val="333333"/>
                </a:solidFill>
                <a:effectLst/>
                <a:latin typeface="Times New Roman" panose="02020603050405020304" pitchFamily="18" charset="0"/>
                <a:cs typeface="Times New Roman" panose="02020603050405020304" pitchFamily="18" charset="0"/>
              </a:rPr>
              <a:t> First </a:t>
            </a:r>
            <a:r>
              <a:rPr lang="en-IN" sz="2400" b="1" i="0" dirty="0">
                <a:solidFill>
                  <a:srgbClr val="006699"/>
                </a:solidFill>
                <a:effectLst/>
                <a:latin typeface="Times New Roman" panose="02020603050405020304" pitchFamily="18" charset="0"/>
                <a:cs typeface="Times New Roman" panose="02020603050405020304" pitchFamily="18" charset="0"/>
              </a:rPr>
              <a:t>implements</a:t>
            </a:r>
            <a:r>
              <a:rPr lang="en-IN" sz="2400" b="0" i="0" dirty="0">
                <a:solidFill>
                  <a:srgbClr val="333333"/>
                </a:solidFill>
                <a:effectLst/>
                <a:latin typeface="Times New Roman" panose="02020603050405020304" pitchFamily="18" charset="0"/>
                <a:cs typeface="Times New Roman" panose="02020603050405020304" pitchFamily="18" charset="0"/>
              </a:rPr>
              <a:t> Servlet{  </a:t>
            </a:r>
          </a:p>
          <a:p>
            <a:pPr algn="l"/>
            <a:r>
              <a:rPr lang="en-IN" sz="2400" b="0" i="0" dirty="0" err="1">
                <a:solidFill>
                  <a:srgbClr val="333333"/>
                </a:solidFill>
                <a:effectLst/>
                <a:latin typeface="Times New Roman" panose="02020603050405020304" pitchFamily="18" charset="0"/>
                <a:cs typeface="Times New Roman" panose="02020603050405020304" pitchFamily="18" charset="0"/>
              </a:rPr>
              <a:t>ServletConfig</a:t>
            </a:r>
            <a:r>
              <a:rPr lang="en-IN" sz="2400" b="0" i="0" dirty="0">
                <a:solidFill>
                  <a:srgbClr val="333333"/>
                </a:solidFill>
                <a:effectLst/>
                <a:latin typeface="Times New Roman" panose="02020603050405020304" pitchFamily="18" charset="0"/>
                <a:cs typeface="Times New Roman" panose="02020603050405020304" pitchFamily="18" charset="0"/>
              </a:rPr>
              <a:t> config=</a:t>
            </a:r>
            <a:r>
              <a:rPr lang="en-IN" sz="2400" b="1" i="0" dirty="0">
                <a:solidFill>
                  <a:srgbClr val="006699"/>
                </a:solidFill>
                <a:effectLst/>
                <a:latin typeface="Times New Roman" panose="02020603050405020304" pitchFamily="18" charset="0"/>
                <a:cs typeface="Times New Roman" panose="02020603050405020304" pitchFamily="18" charset="0"/>
              </a:rPr>
              <a:t>null</a:t>
            </a:r>
            <a:r>
              <a:rPr lang="en-IN" sz="2400" b="0" i="0" dirty="0">
                <a:solidFill>
                  <a:srgbClr val="333333"/>
                </a:solidFill>
                <a:effectLst/>
                <a:latin typeface="Times New Roman" panose="02020603050405020304" pitchFamily="18" charset="0"/>
                <a:cs typeface="Times New Roman" panose="02020603050405020304" pitchFamily="18" charset="0"/>
              </a:rPr>
              <a:t>;    </a:t>
            </a:r>
          </a:p>
          <a:p>
            <a:pPr algn="l"/>
            <a:r>
              <a:rPr lang="en-IN" sz="2400" b="1" i="0" dirty="0">
                <a:solidFill>
                  <a:srgbClr val="006699"/>
                </a:solidFill>
                <a:effectLst/>
                <a:latin typeface="Times New Roman" panose="02020603050405020304" pitchFamily="18" charset="0"/>
                <a:cs typeface="Times New Roman" panose="02020603050405020304" pitchFamily="18" charset="0"/>
              </a:rPr>
              <a:t>public</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1" i="0" dirty="0">
                <a:solidFill>
                  <a:srgbClr val="006699"/>
                </a:solidFill>
                <a:effectLst/>
                <a:latin typeface="Times New Roman" panose="02020603050405020304" pitchFamily="18" charset="0"/>
                <a:cs typeface="Times New Roman" panose="02020603050405020304" pitchFamily="18" charset="0"/>
              </a:rPr>
              <a:t>void</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0" i="0" dirty="0" err="1">
                <a:solidFill>
                  <a:srgbClr val="333333"/>
                </a:solidFill>
                <a:effectLst/>
                <a:latin typeface="Times New Roman" panose="02020603050405020304" pitchFamily="18" charset="0"/>
                <a:cs typeface="Times New Roman" panose="02020603050405020304" pitchFamily="18" charset="0"/>
              </a:rPr>
              <a:t>init</a:t>
            </a:r>
            <a:r>
              <a:rPr lang="en-IN" sz="2400" b="0" i="0" dirty="0">
                <a:solidFill>
                  <a:srgbClr val="333333"/>
                </a:solidFill>
                <a:effectLst/>
                <a:latin typeface="Times New Roman" panose="02020603050405020304" pitchFamily="18" charset="0"/>
                <a:cs typeface="Times New Roman" panose="02020603050405020304" pitchFamily="18" charset="0"/>
              </a:rPr>
              <a:t>(</a:t>
            </a:r>
            <a:r>
              <a:rPr lang="en-IN" sz="2400" b="0" i="0" dirty="0" err="1">
                <a:solidFill>
                  <a:srgbClr val="333333"/>
                </a:solidFill>
                <a:effectLst/>
                <a:latin typeface="Times New Roman" panose="02020603050405020304" pitchFamily="18" charset="0"/>
                <a:cs typeface="Times New Roman" panose="02020603050405020304" pitchFamily="18" charset="0"/>
              </a:rPr>
              <a:t>ServletConfig</a:t>
            </a:r>
            <a:r>
              <a:rPr lang="en-IN" sz="2400" b="0" i="0" dirty="0">
                <a:solidFill>
                  <a:srgbClr val="333333"/>
                </a:solidFill>
                <a:effectLst/>
                <a:latin typeface="Times New Roman" panose="02020603050405020304" pitchFamily="18" charset="0"/>
                <a:cs typeface="Times New Roman" panose="02020603050405020304" pitchFamily="18" charset="0"/>
              </a:rPr>
              <a:t> config){  </a:t>
            </a:r>
          </a:p>
          <a:p>
            <a:pPr algn="l"/>
            <a:r>
              <a:rPr lang="en-IN" sz="2400" b="1" i="0" dirty="0" err="1">
                <a:solidFill>
                  <a:srgbClr val="006699"/>
                </a:solidFill>
                <a:effectLst/>
                <a:latin typeface="Times New Roman" panose="02020603050405020304" pitchFamily="18" charset="0"/>
                <a:cs typeface="Times New Roman" panose="02020603050405020304" pitchFamily="18" charset="0"/>
              </a:rPr>
              <a:t>this</a:t>
            </a:r>
            <a:r>
              <a:rPr lang="en-IN" sz="2400" b="0" i="0" dirty="0" err="1">
                <a:solidFill>
                  <a:srgbClr val="333333"/>
                </a:solidFill>
                <a:effectLst/>
                <a:latin typeface="Times New Roman" panose="02020603050405020304" pitchFamily="18" charset="0"/>
                <a:cs typeface="Times New Roman" panose="02020603050405020304" pitchFamily="18" charset="0"/>
              </a:rPr>
              <a:t>.config</a:t>
            </a:r>
            <a:r>
              <a:rPr lang="en-IN" sz="2400" b="0" i="0" dirty="0">
                <a:solidFill>
                  <a:srgbClr val="333333"/>
                </a:solidFill>
                <a:effectLst/>
                <a:latin typeface="Times New Roman" panose="02020603050405020304" pitchFamily="18" charset="0"/>
                <a:cs typeface="Times New Roman" panose="02020603050405020304" pitchFamily="18" charset="0"/>
              </a:rPr>
              <a:t>=config;  </a:t>
            </a:r>
          </a:p>
          <a:p>
            <a:pPr algn="l"/>
            <a:r>
              <a:rPr lang="en-IN" sz="2400" b="0" i="0" dirty="0" err="1">
                <a:solidFill>
                  <a:srgbClr val="333333"/>
                </a:solidFill>
                <a:effectLst/>
                <a:latin typeface="Times New Roman" panose="02020603050405020304" pitchFamily="18" charset="0"/>
                <a:cs typeface="Times New Roman" panose="02020603050405020304" pitchFamily="18" charset="0"/>
              </a:rPr>
              <a:t>System.out.println</a:t>
            </a:r>
            <a:r>
              <a:rPr lang="en-IN" sz="2400" b="0" i="0" dirty="0">
                <a:solidFill>
                  <a:srgbClr val="333333"/>
                </a:solidFill>
                <a:effectLst/>
                <a:latin typeface="Times New Roman" panose="02020603050405020304" pitchFamily="18" charset="0"/>
                <a:cs typeface="Times New Roman" panose="02020603050405020304" pitchFamily="18" charset="0"/>
              </a:rPr>
              <a:t>("servlet is initialized");  }  </a:t>
            </a:r>
          </a:p>
          <a:p>
            <a:pPr algn="l"/>
            <a:r>
              <a:rPr lang="en-IN" sz="2400" b="1" i="0" dirty="0">
                <a:solidFill>
                  <a:srgbClr val="006699"/>
                </a:solidFill>
                <a:effectLst/>
                <a:latin typeface="Times New Roman" panose="02020603050405020304" pitchFamily="18" charset="0"/>
                <a:cs typeface="Times New Roman" panose="02020603050405020304" pitchFamily="18" charset="0"/>
              </a:rPr>
              <a:t>public</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1" i="0" dirty="0">
                <a:solidFill>
                  <a:srgbClr val="006699"/>
                </a:solidFill>
                <a:effectLst/>
                <a:latin typeface="Times New Roman" panose="02020603050405020304" pitchFamily="18" charset="0"/>
                <a:cs typeface="Times New Roman" panose="02020603050405020304" pitchFamily="18" charset="0"/>
              </a:rPr>
              <a:t>void</a:t>
            </a:r>
            <a:r>
              <a:rPr lang="en-IN" sz="2400" b="0" i="0" dirty="0">
                <a:solidFill>
                  <a:srgbClr val="333333"/>
                </a:solidFill>
                <a:effectLst/>
                <a:latin typeface="Times New Roman" panose="02020603050405020304" pitchFamily="18" charset="0"/>
                <a:cs typeface="Times New Roman" panose="02020603050405020304" pitchFamily="18" charset="0"/>
              </a:rPr>
              <a:t> service(</a:t>
            </a:r>
            <a:r>
              <a:rPr lang="en-IN" sz="2400" b="0" i="0" dirty="0" err="1">
                <a:solidFill>
                  <a:srgbClr val="333333"/>
                </a:solidFill>
                <a:effectLst/>
                <a:latin typeface="Times New Roman" panose="02020603050405020304" pitchFamily="18" charset="0"/>
                <a:cs typeface="Times New Roman" panose="02020603050405020304" pitchFamily="18" charset="0"/>
              </a:rPr>
              <a:t>ServletRequest</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0" i="0" dirty="0" err="1">
                <a:solidFill>
                  <a:srgbClr val="333333"/>
                </a:solidFill>
                <a:effectLst/>
                <a:latin typeface="Times New Roman" panose="02020603050405020304" pitchFamily="18" charset="0"/>
                <a:cs typeface="Times New Roman" panose="02020603050405020304" pitchFamily="18" charset="0"/>
              </a:rPr>
              <a:t>req,ServletResponse</a:t>
            </a:r>
            <a:r>
              <a:rPr lang="en-IN" sz="2400" b="0" i="0" dirty="0">
                <a:solidFill>
                  <a:srgbClr val="333333"/>
                </a:solidFill>
                <a:effectLst/>
                <a:latin typeface="Times New Roman" panose="02020603050405020304" pitchFamily="18" charset="0"/>
                <a:cs typeface="Times New Roman" panose="02020603050405020304" pitchFamily="18" charset="0"/>
              </a:rPr>
              <a:t> res)  </a:t>
            </a:r>
          </a:p>
          <a:p>
            <a:pPr algn="l"/>
            <a:r>
              <a:rPr lang="en-IN" sz="2400" b="1" i="0" dirty="0">
                <a:solidFill>
                  <a:srgbClr val="006699"/>
                </a:solidFill>
                <a:effectLst/>
                <a:latin typeface="Times New Roman" panose="02020603050405020304" pitchFamily="18" charset="0"/>
                <a:cs typeface="Times New Roman" panose="02020603050405020304" pitchFamily="18" charset="0"/>
              </a:rPr>
              <a:t>throws</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0" i="0" dirty="0" err="1">
                <a:solidFill>
                  <a:srgbClr val="333333"/>
                </a:solidFill>
                <a:effectLst/>
                <a:latin typeface="Times New Roman" panose="02020603050405020304" pitchFamily="18" charset="0"/>
                <a:cs typeface="Times New Roman" panose="02020603050405020304" pitchFamily="18" charset="0"/>
              </a:rPr>
              <a:t>IOException,ServletException</a:t>
            </a:r>
            <a:r>
              <a:rPr lang="en-IN" sz="2400" b="0" i="0" dirty="0">
                <a:solidFill>
                  <a:srgbClr val="333333"/>
                </a:solidFill>
                <a:effectLst/>
                <a:latin typeface="Times New Roman" panose="02020603050405020304" pitchFamily="18" charset="0"/>
                <a:cs typeface="Times New Roman" panose="02020603050405020304" pitchFamily="18" charset="0"/>
              </a:rPr>
              <a:t>{  </a:t>
            </a:r>
          </a:p>
          <a:p>
            <a:pPr algn="l"/>
            <a:r>
              <a:rPr lang="en-IN" sz="2400" b="0" i="0" dirty="0" err="1">
                <a:solidFill>
                  <a:srgbClr val="333333"/>
                </a:solidFill>
                <a:effectLst/>
                <a:latin typeface="Times New Roman" panose="02020603050405020304" pitchFamily="18" charset="0"/>
                <a:cs typeface="Times New Roman" panose="02020603050405020304" pitchFamily="18" charset="0"/>
              </a:rPr>
              <a:t>res.setContentType</a:t>
            </a:r>
            <a:r>
              <a:rPr lang="en-IN" sz="2400" b="0" i="0" dirty="0">
                <a:solidFill>
                  <a:srgbClr val="333333"/>
                </a:solidFill>
                <a:effectLst/>
                <a:latin typeface="Times New Roman" panose="02020603050405020304" pitchFamily="18" charset="0"/>
                <a:cs typeface="Times New Roman" panose="02020603050405020304" pitchFamily="18" charset="0"/>
              </a:rPr>
              <a:t>("text/html");  }</a:t>
            </a:r>
          </a:p>
          <a:p>
            <a:pPr algn="l"/>
            <a:r>
              <a:rPr lang="en-IN" sz="2400" b="1" i="0" dirty="0">
                <a:solidFill>
                  <a:srgbClr val="006699"/>
                </a:solidFill>
                <a:effectLst/>
                <a:latin typeface="Times New Roman" panose="02020603050405020304" pitchFamily="18" charset="0"/>
                <a:cs typeface="Times New Roman" panose="02020603050405020304" pitchFamily="18" charset="0"/>
              </a:rPr>
              <a:t>public</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1" i="0" dirty="0">
                <a:solidFill>
                  <a:srgbClr val="006699"/>
                </a:solidFill>
                <a:effectLst/>
                <a:latin typeface="Times New Roman" panose="02020603050405020304" pitchFamily="18" charset="0"/>
                <a:cs typeface="Times New Roman" panose="02020603050405020304" pitchFamily="18" charset="0"/>
              </a:rPr>
              <a:t>void</a:t>
            </a:r>
            <a:r>
              <a:rPr lang="en-IN" sz="2400" b="0" i="0" dirty="0">
                <a:solidFill>
                  <a:srgbClr val="333333"/>
                </a:solidFill>
                <a:effectLst/>
                <a:latin typeface="Times New Roman" panose="02020603050405020304" pitchFamily="18" charset="0"/>
                <a:cs typeface="Times New Roman" panose="02020603050405020304" pitchFamily="18" charset="0"/>
              </a:rPr>
              <a:t> destroy(){</a:t>
            </a:r>
            <a:r>
              <a:rPr lang="en-IN" sz="2400" b="0" i="0" dirty="0" err="1">
                <a:solidFill>
                  <a:srgbClr val="333333"/>
                </a:solidFill>
                <a:effectLst/>
                <a:latin typeface="Times New Roman" panose="02020603050405020304" pitchFamily="18" charset="0"/>
                <a:cs typeface="Times New Roman" panose="02020603050405020304" pitchFamily="18" charset="0"/>
              </a:rPr>
              <a:t>System.out.println</a:t>
            </a:r>
            <a:r>
              <a:rPr lang="en-IN" sz="2400" b="0" i="0" dirty="0">
                <a:solidFill>
                  <a:srgbClr val="333333"/>
                </a:solidFill>
                <a:effectLst/>
                <a:latin typeface="Times New Roman" panose="02020603050405020304" pitchFamily="18" charset="0"/>
                <a:cs typeface="Times New Roman" panose="02020603050405020304" pitchFamily="18" charset="0"/>
              </a:rPr>
              <a:t>("servlet is destroyed");}  </a:t>
            </a:r>
          </a:p>
          <a:p>
            <a:pPr algn="l"/>
            <a:r>
              <a:rPr lang="en-IN" sz="2400" b="1" i="0" dirty="0">
                <a:solidFill>
                  <a:srgbClr val="006699"/>
                </a:solidFill>
                <a:effectLst/>
                <a:latin typeface="Times New Roman" panose="02020603050405020304" pitchFamily="18" charset="0"/>
                <a:cs typeface="Times New Roman" panose="02020603050405020304" pitchFamily="18" charset="0"/>
              </a:rPr>
              <a:t>public</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0" i="0" dirty="0" err="1">
                <a:solidFill>
                  <a:srgbClr val="333333"/>
                </a:solidFill>
                <a:effectLst/>
                <a:latin typeface="Times New Roman" panose="02020603050405020304" pitchFamily="18" charset="0"/>
                <a:cs typeface="Times New Roman" panose="02020603050405020304" pitchFamily="18" charset="0"/>
              </a:rPr>
              <a:t>ServletConfig</a:t>
            </a:r>
            <a:r>
              <a:rPr lang="en-IN" sz="2400" b="0" i="0" dirty="0">
                <a:solidFill>
                  <a:srgbClr val="333333"/>
                </a:solidFill>
                <a:effectLst/>
                <a:latin typeface="Times New Roman" panose="02020603050405020304" pitchFamily="18" charset="0"/>
                <a:cs typeface="Times New Roman" panose="02020603050405020304" pitchFamily="18" charset="0"/>
              </a:rPr>
              <a:t> </a:t>
            </a:r>
            <a:r>
              <a:rPr lang="en-IN" sz="2400" b="0" i="0" dirty="0" err="1">
                <a:solidFill>
                  <a:srgbClr val="333333"/>
                </a:solidFill>
                <a:effectLst/>
                <a:latin typeface="Times New Roman" panose="02020603050405020304" pitchFamily="18" charset="0"/>
                <a:cs typeface="Times New Roman" panose="02020603050405020304" pitchFamily="18" charset="0"/>
              </a:rPr>
              <a:t>getServletConfig</a:t>
            </a:r>
            <a:r>
              <a:rPr lang="en-IN" sz="2400" b="0" i="0" dirty="0">
                <a:solidFill>
                  <a:srgbClr val="333333"/>
                </a:solidFill>
                <a:effectLst/>
                <a:latin typeface="Times New Roman" panose="02020603050405020304" pitchFamily="18" charset="0"/>
                <a:cs typeface="Times New Roman" panose="02020603050405020304" pitchFamily="18" charset="0"/>
              </a:rPr>
              <a:t>(){</a:t>
            </a:r>
            <a:r>
              <a:rPr lang="en-IN" sz="2400" b="1" i="0" dirty="0">
                <a:solidFill>
                  <a:srgbClr val="006699"/>
                </a:solidFill>
                <a:effectLst/>
                <a:latin typeface="Times New Roman" panose="02020603050405020304" pitchFamily="18" charset="0"/>
                <a:cs typeface="Times New Roman" panose="02020603050405020304" pitchFamily="18" charset="0"/>
              </a:rPr>
              <a:t>return</a:t>
            </a:r>
            <a:r>
              <a:rPr lang="en-IN" sz="2400" b="0" i="0" dirty="0">
                <a:solidFill>
                  <a:srgbClr val="333333"/>
                </a:solidFill>
                <a:effectLst/>
                <a:latin typeface="Times New Roman" panose="02020603050405020304" pitchFamily="18" charset="0"/>
                <a:cs typeface="Times New Roman" panose="02020603050405020304" pitchFamily="18" charset="0"/>
              </a:rPr>
              <a:t> config;}  </a:t>
            </a:r>
          </a:p>
          <a:p>
            <a:pPr algn="l"/>
            <a:r>
              <a:rPr lang="en-IN" sz="2400" b="1" i="0" dirty="0">
                <a:solidFill>
                  <a:srgbClr val="006699"/>
                </a:solidFill>
                <a:effectLst/>
                <a:latin typeface="Times New Roman" panose="02020603050405020304" pitchFamily="18" charset="0"/>
                <a:cs typeface="Times New Roman" panose="02020603050405020304" pitchFamily="18" charset="0"/>
              </a:rPr>
              <a:t>public</a:t>
            </a:r>
            <a:r>
              <a:rPr lang="en-IN" sz="2400" b="0" i="0" dirty="0">
                <a:solidFill>
                  <a:srgbClr val="333333"/>
                </a:solidFill>
                <a:effectLst/>
                <a:latin typeface="Times New Roman" panose="02020603050405020304" pitchFamily="18" charset="0"/>
                <a:cs typeface="Times New Roman" panose="02020603050405020304" pitchFamily="18" charset="0"/>
              </a:rPr>
              <a:t> String </a:t>
            </a:r>
            <a:r>
              <a:rPr lang="en-IN" sz="2400" b="0" i="0" dirty="0" err="1">
                <a:solidFill>
                  <a:srgbClr val="333333"/>
                </a:solidFill>
                <a:effectLst/>
                <a:latin typeface="Times New Roman" panose="02020603050405020304" pitchFamily="18" charset="0"/>
                <a:cs typeface="Times New Roman" panose="02020603050405020304" pitchFamily="18" charset="0"/>
              </a:rPr>
              <a:t>getServletInfo</a:t>
            </a:r>
            <a:r>
              <a:rPr lang="en-IN" sz="2400" b="0" i="0" dirty="0">
                <a:solidFill>
                  <a:srgbClr val="333333"/>
                </a:solidFill>
                <a:effectLst/>
                <a:latin typeface="Times New Roman" panose="02020603050405020304" pitchFamily="18" charset="0"/>
                <a:cs typeface="Times New Roman" panose="02020603050405020304" pitchFamily="18" charset="0"/>
              </a:rPr>
              <a:t>(){</a:t>
            </a:r>
            <a:r>
              <a:rPr lang="en-IN" sz="2400" b="1" i="0" dirty="0">
                <a:solidFill>
                  <a:srgbClr val="006699"/>
                </a:solidFill>
                <a:effectLst/>
                <a:latin typeface="Times New Roman" panose="02020603050405020304" pitchFamily="18" charset="0"/>
                <a:cs typeface="Times New Roman" panose="02020603050405020304" pitchFamily="18" charset="0"/>
              </a:rPr>
              <a:t>return</a:t>
            </a:r>
            <a:r>
              <a:rPr lang="en-IN" sz="2400" b="0" i="0" dirty="0">
                <a:solidFill>
                  <a:srgbClr val="333333"/>
                </a:solidFill>
                <a:effectLst/>
                <a:latin typeface="Times New Roman" panose="02020603050405020304" pitchFamily="18" charset="0"/>
                <a:cs typeface="Times New Roman" panose="02020603050405020304" pitchFamily="18" charset="0"/>
              </a:rPr>
              <a:t> "copyright 2007-1010";} </a:t>
            </a:r>
          </a:p>
        </p:txBody>
      </p:sp>
    </p:spTree>
    <p:extLst>
      <p:ext uri="{BB962C8B-B14F-4D97-AF65-F5344CB8AC3E}">
        <p14:creationId xmlns:p14="http://schemas.microsoft.com/office/powerpoint/2010/main" val="763047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90ABC-D95E-D83E-B889-7F591AB7623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9FCCC93-05AC-55BB-8837-6F81BA2BA8F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9946364F-B237-4C76-A998-E952F6E4C8E9}"/>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err="1">
                <a:solidFill>
                  <a:schemeClr val="bg1"/>
                </a:solidFill>
                <a:effectLst/>
                <a:latin typeface="Times New Roman" panose="02020603050405020304" pitchFamily="18" charset="0"/>
                <a:cs typeface="Times New Roman" panose="02020603050405020304" pitchFamily="18" charset="0"/>
              </a:rPr>
              <a:t>GenericServlet</a:t>
            </a:r>
            <a:r>
              <a:rPr lang="en-IN" b="0" i="0" dirty="0">
                <a:solidFill>
                  <a:schemeClr val="bg1"/>
                </a:solidFill>
                <a:effectLst/>
                <a:latin typeface="Times New Roman" panose="02020603050405020304" pitchFamily="18" charset="0"/>
                <a:cs typeface="Times New Roman" panose="02020603050405020304" pitchFamily="18" charset="0"/>
              </a:rPr>
              <a:t> class</a:t>
            </a:r>
          </a:p>
        </p:txBody>
      </p:sp>
      <p:sp>
        <p:nvSpPr>
          <p:cNvPr id="5" name="TextBox 4">
            <a:extLst>
              <a:ext uri="{FF2B5EF4-FFF2-40B4-BE49-F238E27FC236}">
                <a16:creationId xmlns:a16="http://schemas.microsoft.com/office/drawing/2014/main" id="{153790C0-B6F0-867A-C38F-C5D653E74FA3}"/>
              </a:ext>
            </a:extLst>
          </p:cNvPr>
          <p:cNvSpPr txBox="1"/>
          <p:nvPr/>
        </p:nvSpPr>
        <p:spPr>
          <a:xfrm>
            <a:off x="0" y="2286000"/>
            <a:ext cx="9046029" cy="3970318"/>
          </a:xfrm>
          <a:prstGeom prst="rect">
            <a:avLst/>
          </a:prstGeom>
          <a:noFill/>
        </p:spPr>
        <p:txBody>
          <a:bodyPr wrap="square" rtlCol="0">
            <a:spAutoFit/>
          </a:bodyPr>
          <a:lstStyle/>
          <a:p>
            <a:pPr marL="457200" indent="-457200" algn="l">
              <a:buFont typeface="Arial" panose="020B0604020202020204" pitchFamily="34" charset="0"/>
              <a:buChar char="•"/>
            </a:pPr>
            <a:r>
              <a:rPr lang="en-US" sz="2800" b="0" i="0" dirty="0" err="1">
                <a:effectLst/>
                <a:latin typeface="Times New Roman" panose="02020603050405020304" pitchFamily="18" charset="0"/>
                <a:cs typeface="Times New Roman" panose="02020603050405020304" pitchFamily="18" charset="0"/>
              </a:rPr>
              <a:t>GenericServlet</a:t>
            </a:r>
            <a:r>
              <a:rPr lang="en-US" sz="2800" b="0" i="0" dirty="0">
                <a:effectLst/>
                <a:latin typeface="Times New Roman" panose="02020603050405020304" pitchFamily="18" charset="0"/>
                <a:cs typeface="Times New Roman" panose="02020603050405020304" pitchFamily="18" charset="0"/>
              </a:rPr>
              <a:t> class implements Servlet, </a:t>
            </a:r>
            <a:r>
              <a:rPr lang="en-US" sz="2800" b="0" i="0" dirty="0" err="1">
                <a:effectLst/>
                <a:latin typeface="Times New Roman" panose="02020603050405020304" pitchFamily="18" charset="0"/>
                <a:cs typeface="Times New Roman" panose="02020603050405020304" pitchFamily="18" charset="0"/>
              </a:rPr>
              <a:t>ServletConfig</a:t>
            </a:r>
            <a:r>
              <a:rPr lang="en-US" sz="2800" b="0" i="0" dirty="0">
                <a:effectLst/>
                <a:latin typeface="Times New Roman" panose="02020603050405020304" pitchFamily="18" charset="0"/>
                <a:cs typeface="Times New Roman" panose="02020603050405020304" pitchFamily="18" charset="0"/>
              </a:rPr>
              <a:t> and Serializable interfaces.</a:t>
            </a:r>
          </a:p>
          <a:p>
            <a:pPr marL="457200" indent="-457200"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It provides the implementation of all the methods of these interfaces except the service method.</a:t>
            </a:r>
          </a:p>
          <a:p>
            <a:pPr marL="457200" indent="-457200" algn="l">
              <a:buFont typeface="Arial" panose="020B0604020202020204" pitchFamily="34" charset="0"/>
              <a:buChar char="•"/>
            </a:pPr>
            <a:r>
              <a:rPr lang="en-US" sz="2800" b="0" i="0" dirty="0" err="1">
                <a:effectLst/>
                <a:latin typeface="Times New Roman" panose="02020603050405020304" pitchFamily="18" charset="0"/>
                <a:cs typeface="Times New Roman" panose="02020603050405020304" pitchFamily="18" charset="0"/>
              </a:rPr>
              <a:t>GenericServlet</a:t>
            </a:r>
            <a:r>
              <a:rPr lang="en-US" sz="2800" b="0" i="0" dirty="0">
                <a:effectLst/>
                <a:latin typeface="Times New Roman" panose="02020603050405020304" pitchFamily="18" charset="0"/>
                <a:cs typeface="Times New Roman" panose="02020603050405020304" pitchFamily="18" charset="0"/>
              </a:rPr>
              <a:t> class can handle any type of request so it is protocol-independent.</a:t>
            </a:r>
            <a:endParaRPr lang="en-US" sz="2800" dirty="0">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You may create a generic servlet by inheriting the </a:t>
            </a:r>
            <a:r>
              <a:rPr lang="en-US" sz="2800" b="0" i="0" dirty="0" err="1">
                <a:effectLst/>
                <a:latin typeface="Times New Roman" panose="02020603050405020304" pitchFamily="18" charset="0"/>
                <a:cs typeface="Times New Roman" panose="02020603050405020304" pitchFamily="18" charset="0"/>
              </a:rPr>
              <a:t>GenericServlet</a:t>
            </a:r>
            <a:r>
              <a:rPr lang="en-US" sz="2800" b="0" i="0" dirty="0">
                <a:effectLst/>
                <a:latin typeface="Times New Roman" panose="02020603050405020304" pitchFamily="18" charset="0"/>
                <a:cs typeface="Times New Roman" panose="02020603050405020304" pitchFamily="18" charset="0"/>
              </a:rPr>
              <a:t> class and providing the implementation of the service method.</a:t>
            </a:r>
            <a:endParaRPr lang="en-IN" sz="28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5649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6F094-54D9-37F5-503D-087728DBFAA9}"/>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20DC1022-2546-AB83-219B-94BFAE1D61FF}"/>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43CE9F1C-AB97-FDE7-5FE2-380CD3416F90}"/>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a:solidFill>
                  <a:schemeClr val="bg1"/>
                </a:solidFill>
                <a:effectLst/>
                <a:latin typeface="Times New Roman" panose="02020603050405020304" pitchFamily="18" charset="0"/>
                <a:cs typeface="Times New Roman" panose="02020603050405020304" pitchFamily="18" charset="0"/>
              </a:rPr>
              <a:t>Example of </a:t>
            </a:r>
            <a:r>
              <a:rPr lang="en-IN" b="0" i="0" dirty="0" err="1">
                <a:solidFill>
                  <a:schemeClr val="bg1"/>
                </a:solidFill>
                <a:effectLst/>
                <a:latin typeface="Times New Roman" panose="02020603050405020304" pitchFamily="18" charset="0"/>
                <a:cs typeface="Times New Roman" panose="02020603050405020304" pitchFamily="18" charset="0"/>
              </a:rPr>
              <a:t>GenericServlet</a:t>
            </a:r>
            <a:r>
              <a:rPr lang="en-IN" b="0" i="0" dirty="0">
                <a:solidFill>
                  <a:schemeClr val="bg1"/>
                </a:solidFill>
                <a:effectLst/>
                <a:latin typeface="Times New Roman" panose="02020603050405020304" pitchFamily="18" charset="0"/>
                <a:cs typeface="Times New Roman" panose="02020603050405020304" pitchFamily="18" charset="0"/>
              </a:rPr>
              <a:t> class</a:t>
            </a:r>
          </a:p>
        </p:txBody>
      </p:sp>
      <p:sp>
        <p:nvSpPr>
          <p:cNvPr id="5" name="TextBox 4">
            <a:extLst>
              <a:ext uri="{FF2B5EF4-FFF2-40B4-BE49-F238E27FC236}">
                <a16:creationId xmlns:a16="http://schemas.microsoft.com/office/drawing/2014/main" id="{EC3AAF0A-7A3E-8445-81B4-3A87FA21A2EC}"/>
              </a:ext>
            </a:extLst>
          </p:cNvPr>
          <p:cNvSpPr txBox="1"/>
          <p:nvPr/>
        </p:nvSpPr>
        <p:spPr>
          <a:xfrm>
            <a:off x="0" y="2286000"/>
            <a:ext cx="9046029" cy="4401205"/>
          </a:xfrm>
          <a:prstGeom prst="rect">
            <a:avLst/>
          </a:prstGeom>
          <a:noFill/>
        </p:spPr>
        <p:txBody>
          <a:bodyPr wrap="square" rtlCol="0">
            <a:spAutoFit/>
          </a:bodyPr>
          <a:lstStyle/>
          <a:p>
            <a:pPr algn="l"/>
            <a:r>
              <a:rPr lang="en-IN" sz="2800" b="0" i="0" dirty="0">
                <a:solidFill>
                  <a:srgbClr val="333333"/>
                </a:solidFill>
                <a:effectLst/>
                <a:latin typeface="Times New Roman" panose="02020603050405020304" pitchFamily="18" charset="0"/>
                <a:cs typeface="Times New Roman" panose="02020603050405020304" pitchFamily="18" charset="0"/>
              </a:rPr>
              <a:t>import java.io.*;  </a:t>
            </a:r>
          </a:p>
          <a:p>
            <a:pPr algn="l"/>
            <a:r>
              <a:rPr lang="en-IN" sz="2800" b="1" i="0" dirty="0">
                <a:solidFill>
                  <a:srgbClr val="006699"/>
                </a:solidFill>
                <a:effectLst/>
                <a:latin typeface="Times New Roman" panose="02020603050405020304" pitchFamily="18" charset="0"/>
                <a:cs typeface="Times New Roman" panose="02020603050405020304" pitchFamily="18" charset="0"/>
              </a:rPr>
              <a:t>import</a:t>
            </a:r>
            <a:r>
              <a:rPr lang="en-IN" sz="2800" b="0" i="0" dirty="0">
                <a:solidFill>
                  <a:srgbClr val="333333"/>
                </a:solidFill>
                <a:effectLst/>
                <a:latin typeface="Times New Roman" panose="02020603050405020304" pitchFamily="18" charset="0"/>
                <a:cs typeface="Times New Roman" panose="02020603050405020304" pitchFamily="18" charset="0"/>
              </a:rPr>
              <a:t> </a:t>
            </a:r>
            <a:r>
              <a:rPr lang="en-IN" sz="2800" b="0" i="0" dirty="0" err="1">
                <a:solidFill>
                  <a:srgbClr val="333333"/>
                </a:solidFill>
                <a:effectLst/>
                <a:latin typeface="Times New Roman" panose="02020603050405020304" pitchFamily="18" charset="0"/>
                <a:cs typeface="Times New Roman" panose="02020603050405020304" pitchFamily="18" charset="0"/>
              </a:rPr>
              <a:t>jakarta.servlet</a:t>
            </a:r>
            <a:r>
              <a:rPr lang="en-IN" sz="2800" b="0" i="0" dirty="0">
                <a:solidFill>
                  <a:srgbClr val="333333"/>
                </a:solidFill>
                <a:effectLst/>
                <a:latin typeface="Times New Roman" panose="02020603050405020304" pitchFamily="18" charset="0"/>
                <a:cs typeface="Times New Roman" panose="02020603050405020304" pitchFamily="18" charset="0"/>
              </a:rPr>
              <a:t>.*;  </a:t>
            </a:r>
          </a:p>
          <a:p>
            <a:pPr algn="l"/>
            <a:r>
              <a:rPr lang="en-IN" sz="2800" b="1" i="0" dirty="0">
                <a:solidFill>
                  <a:srgbClr val="006699"/>
                </a:solidFill>
                <a:effectLst/>
                <a:latin typeface="Times New Roman" panose="02020603050405020304" pitchFamily="18" charset="0"/>
                <a:cs typeface="Times New Roman" panose="02020603050405020304" pitchFamily="18" charset="0"/>
              </a:rPr>
              <a:t>public</a:t>
            </a:r>
            <a:r>
              <a:rPr lang="en-IN" sz="2800" b="0" i="0" dirty="0">
                <a:solidFill>
                  <a:srgbClr val="333333"/>
                </a:solidFill>
                <a:effectLst/>
                <a:latin typeface="Times New Roman" panose="02020603050405020304" pitchFamily="18" charset="0"/>
                <a:cs typeface="Times New Roman" panose="02020603050405020304" pitchFamily="18" charset="0"/>
              </a:rPr>
              <a:t> </a:t>
            </a:r>
            <a:r>
              <a:rPr lang="en-IN" sz="2800" b="1" i="0" dirty="0">
                <a:solidFill>
                  <a:srgbClr val="006699"/>
                </a:solidFill>
                <a:effectLst/>
                <a:latin typeface="Times New Roman" panose="02020603050405020304" pitchFamily="18" charset="0"/>
                <a:cs typeface="Times New Roman" panose="02020603050405020304" pitchFamily="18" charset="0"/>
              </a:rPr>
              <a:t>class</a:t>
            </a:r>
            <a:r>
              <a:rPr lang="en-IN" sz="2800" b="0" i="0" dirty="0">
                <a:solidFill>
                  <a:srgbClr val="333333"/>
                </a:solidFill>
                <a:effectLst/>
                <a:latin typeface="Times New Roman" panose="02020603050405020304" pitchFamily="18" charset="0"/>
                <a:cs typeface="Times New Roman" panose="02020603050405020304" pitchFamily="18" charset="0"/>
              </a:rPr>
              <a:t> First </a:t>
            </a:r>
            <a:r>
              <a:rPr lang="en-IN" sz="2800" b="1" i="0" dirty="0">
                <a:solidFill>
                  <a:srgbClr val="006699"/>
                </a:solidFill>
                <a:effectLst/>
                <a:latin typeface="Times New Roman" panose="02020603050405020304" pitchFamily="18" charset="0"/>
                <a:cs typeface="Times New Roman" panose="02020603050405020304" pitchFamily="18" charset="0"/>
              </a:rPr>
              <a:t>extends</a:t>
            </a:r>
            <a:r>
              <a:rPr lang="en-IN" sz="2800" b="0" i="0" dirty="0">
                <a:solidFill>
                  <a:srgbClr val="333333"/>
                </a:solidFill>
                <a:effectLst/>
                <a:latin typeface="Times New Roman" panose="02020603050405020304" pitchFamily="18" charset="0"/>
                <a:cs typeface="Times New Roman" panose="02020603050405020304" pitchFamily="18" charset="0"/>
              </a:rPr>
              <a:t> </a:t>
            </a:r>
            <a:r>
              <a:rPr lang="en-IN" sz="2800" b="0" i="0" dirty="0" err="1">
                <a:solidFill>
                  <a:srgbClr val="333333"/>
                </a:solidFill>
                <a:effectLst/>
                <a:latin typeface="Times New Roman" panose="02020603050405020304" pitchFamily="18" charset="0"/>
                <a:cs typeface="Times New Roman" panose="02020603050405020304" pitchFamily="18" charset="0"/>
              </a:rPr>
              <a:t>GenericServlet</a:t>
            </a:r>
            <a:r>
              <a:rPr lang="en-IN" sz="2800" b="0" i="0" dirty="0">
                <a:solidFill>
                  <a:srgbClr val="333333"/>
                </a:solidFill>
                <a:effectLst/>
                <a:latin typeface="Times New Roman" panose="02020603050405020304" pitchFamily="18" charset="0"/>
                <a:cs typeface="Times New Roman" panose="02020603050405020304" pitchFamily="18" charset="0"/>
              </a:rPr>
              <a:t>{  </a:t>
            </a:r>
          </a:p>
          <a:p>
            <a:pPr algn="l"/>
            <a:r>
              <a:rPr lang="en-IN" sz="2800" b="1" i="0" dirty="0">
                <a:solidFill>
                  <a:srgbClr val="006699"/>
                </a:solidFill>
                <a:effectLst/>
                <a:latin typeface="Times New Roman" panose="02020603050405020304" pitchFamily="18" charset="0"/>
                <a:cs typeface="Times New Roman" panose="02020603050405020304" pitchFamily="18" charset="0"/>
              </a:rPr>
              <a:t>public</a:t>
            </a:r>
            <a:r>
              <a:rPr lang="en-IN" sz="2800" b="0" i="0" dirty="0">
                <a:solidFill>
                  <a:srgbClr val="333333"/>
                </a:solidFill>
                <a:effectLst/>
                <a:latin typeface="Times New Roman" panose="02020603050405020304" pitchFamily="18" charset="0"/>
                <a:cs typeface="Times New Roman" panose="02020603050405020304" pitchFamily="18" charset="0"/>
              </a:rPr>
              <a:t> </a:t>
            </a:r>
            <a:r>
              <a:rPr lang="en-IN" sz="2800" b="1" i="0" dirty="0">
                <a:solidFill>
                  <a:srgbClr val="006699"/>
                </a:solidFill>
                <a:effectLst/>
                <a:latin typeface="Times New Roman" panose="02020603050405020304" pitchFamily="18" charset="0"/>
                <a:cs typeface="Times New Roman" panose="02020603050405020304" pitchFamily="18" charset="0"/>
              </a:rPr>
              <a:t>void</a:t>
            </a:r>
            <a:r>
              <a:rPr lang="en-IN" sz="2800" b="0" i="0" dirty="0">
                <a:solidFill>
                  <a:srgbClr val="333333"/>
                </a:solidFill>
                <a:effectLst/>
                <a:latin typeface="Times New Roman" panose="02020603050405020304" pitchFamily="18" charset="0"/>
                <a:cs typeface="Times New Roman" panose="02020603050405020304" pitchFamily="18" charset="0"/>
              </a:rPr>
              <a:t> service(</a:t>
            </a:r>
            <a:r>
              <a:rPr lang="en-IN" sz="2800" b="0" i="0" dirty="0" err="1">
                <a:solidFill>
                  <a:srgbClr val="333333"/>
                </a:solidFill>
                <a:effectLst/>
                <a:latin typeface="Times New Roman" panose="02020603050405020304" pitchFamily="18" charset="0"/>
                <a:cs typeface="Times New Roman" panose="02020603050405020304" pitchFamily="18" charset="0"/>
              </a:rPr>
              <a:t>ServletRequest</a:t>
            </a:r>
            <a:r>
              <a:rPr lang="en-IN" sz="2800" b="0" i="0" dirty="0">
                <a:solidFill>
                  <a:srgbClr val="333333"/>
                </a:solidFill>
                <a:effectLst/>
                <a:latin typeface="Times New Roman" panose="02020603050405020304" pitchFamily="18" charset="0"/>
                <a:cs typeface="Times New Roman" panose="02020603050405020304" pitchFamily="18" charset="0"/>
              </a:rPr>
              <a:t> </a:t>
            </a:r>
            <a:r>
              <a:rPr lang="en-IN" sz="2800" b="0" i="0" dirty="0" err="1">
                <a:solidFill>
                  <a:srgbClr val="333333"/>
                </a:solidFill>
                <a:effectLst/>
                <a:latin typeface="Times New Roman" panose="02020603050405020304" pitchFamily="18" charset="0"/>
                <a:cs typeface="Times New Roman" panose="02020603050405020304" pitchFamily="18" charset="0"/>
              </a:rPr>
              <a:t>req,ServletResponse</a:t>
            </a:r>
            <a:r>
              <a:rPr lang="en-IN" sz="2800" b="0" i="0" dirty="0">
                <a:solidFill>
                  <a:srgbClr val="333333"/>
                </a:solidFill>
                <a:effectLst/>
                <a:latin typeface="Times New Roman" panose="02020603050405020304" pitchFamily="18" charset="0"/>
                <a:cs typeface="Times New Roman" panose="02020603050405020304" pitchFamily="18" charset="0"/>
              </a:rPr>
              <a:t> res)  </a:t>
            </a:r>
          </a:p>
          <a:p>
            <a:pPr algn="l"/>
            <a:r>
              <a:rPr lang="en-IN" sz="2800" b="1" i="0" dirty="0">
                <a:solidFill>
                  <a:srgbClr val="006699"/>
                </a:solidFill>
                <a:effectLst/>
                <a:latin typeface="Times New Roman" panose="02020603050405020304" pitchFamily="18" charset="0"/>
                <a:cs typeface="Times New Roman" panose="02020603050405020304" pitchFamily="18" charset="0"/>
              </a:rPr>
              <a:t>throws</a:t>
            </a:r>
            <a:r>
              <a:rPr lang="en-IN" sz="2800" b="0" i="0" dirty="0">
                <a:solidFill>
                  <a:srgbClr val="333333"/>
                </a:solidFill>
                <a:effectLst/>
                <a:latin typeface="Times New Roman" panose="02020603050405020304" pitchFamily="18" charset="0"/>
                <a:cs typeface="Times New Roman" panose="02020603050405020304" pitchFamily="18" charset="0"/>
              </a:rPr>
              <a:t> </a:t>
            </a:r>
            <a:r>
              <a:rPr lang="en-IN" sz="2800" b="0" i="0" dirty="0" err="1">
                <a:solidFill>
                  <a:srgbClr val="333333"/>
                </a:solidFill>
                <a:effectLst/>
                <a:latin typeface="Times New Roman" panose="02020603050405020304" pitchFamily="18" charset="0"/>
                <a:cs typeface="Times New Roman" panose="02020603050405020304" pitchFamily="18" charset="0"/>
              </a:rPr>
              <a:t>IOException,ServletException</a:t>
            </a:r>
            <a:r>
              <a:rPr lang="en-IN" sz="2800" b="0" i="0" dirty="0">
                <a:solidFill>
                  <a:srgbClr val="333333"/>
                </a:solidFill>
                <a:effectLst/>
                <a:latin typeface="Times New Roman" panose="02020603050405020304" pitchFamily="18" charset="0"/>
                <a:cs typeface="Times New Roman" panose="02020603050405020304" pitchFamily="18" charset="0"/>
              </a:rPr>
              <a:t>{  </a:t>
            </a:r>
          </a:p>
          <a:p>
            <a:pPr algn="l"/>
            <a:r>
              <a:rPr lang="en-IN" sz="2800" b="0" i="0" dirty="0" err="1">
                <a:solidFill>
                  <a:srgbClr val="333333"/>
                </a:solidFill>
                <a:effectLst/>
                <a:latin typeface="Times New Roman" panose="02020603050405020304" pitchFamily="18" charset="0"/>
                <a:cs typeface="Times New Roman" panose="02020603050405020304" pitchFamily="18" charset="0"/>
              </a:rPr>
              <a:t>res.setContentType</a:t>
            </a:r>
            <a:r>
              <a:rPr lang="en-IN" sz="2800" b="0" i="0" dirty="0">
                <a:solidFill>
                  <a:srgbClr val="333333"/>
                </a:solidFill>
                <a:effectLst/>
                <a:latin typeface="Times New Roman" panose="02020603050405020304" pitchFamily="18" charset="0"/>
                <a:cs typeface="Times New Roman" panose="02020603050405020304" pitchFamily="18" charset="0"/>
              </a:rPr>
              <a:t>("text/html");  </a:t>
            </a:r>
          </a:p>
          <a:p>
            <a:pPr algn="l"/>
            <a:r>
              <a:rPr lang="en-IN" sz="2800" b="0" i="0" dirty="0" err="1">
                <a:solidFill>
                  <a:srgbClr val="333333"/>
                </a:solidFill>
                <a:effectLst/>
                <a:latin typeface="Times New Roman" panose="02020603050405020304" pitchFamily="18" charset="0"/>
                <a:cs typeface="Times New Roman" panose="02020603050405020304" pitchFamily="18" charset="0"/>
              </a:rPr>
              <a:t>PrintWriter</a:t>
            </a:r>
            <a:r>
              <a:rPr lang="en-IN" sz="2800" b="0" i="0" dirty="0">
                <a:solidFill>
                  <a:srgbClr val="333333"/>
                </a:solidFill>
                <a:effectLst/>
                <a:latin typeface="Times New Roman" panose="02020603050405020304" pitchFamily="18" charset="0"/>
                <a:cs typeface="Times New Roman" panose="02020603050405020304" pitchFamily="18" charset="0"/>
              </a:rPr>
              <a:t> out=</a:t>
            </a:r>
            <a:r>
              <a:rPr lang="en-IN" sz="2800" b="0" i="0" dirty="0" err="1">
                <a:solidFill>
                  <a:srgbClr val="333333"/>
                </a:solidFill>
                <a:effectLst/>
                <a:latin typeface="Times New Roman" panose="02020603050405020304" pitchFamily="18" charset="0"/>
                <a:cs typeface="Times New Roman" panose="02020603050405020304" pitchFamily="18" charset="0"/>
              </a:rPr>
              <a:t>res.getWriter</a:t>
            </a:r>
            <a:r>
              <a:rPr lang="en-IN" sz="2800" b="0" i="0" dirty="0">
                <a:solidFill>
                  <a:srgbClr val="333333"/>
                </a:solidFill>
                <a:effectLst/>
                <a:latin typeface="Times New Roman" panose="02020603050405020304" pitchFamily="18" charset="0"/>
                <a:cs typeface="Times New Roman" panose="02020603050405020304" pitchFamily="18" charset="0"/>
              </a:rPr>
              <a:t>();  </a:t>
            </a:r>
          </a:p>
          <a:p>
            <a:pPr algn="l"/>
            <a:r>
              <a:rPr lang="en-IN" sz="2800" b="0" i="0" dirty="0" err="1">
                <a:solidFill>
                  <a:srgbClr val="333333"/>
                </a:solidFill>
                <a:effectLst/>
                <a:latin typeface="Times New Roman" panose="02020603050405020304" pitchFamily="18" charset="0"/>
                <a:cs typeface="Times New Roman" panose="02020603050405020304" pitchFamily="18" charset="0"/>
              </a:rPr>
              <a:t>out.print</a:t>
            </a:r>
            <a:r>
              <a:rPr lang="en-IN" sz="2800" b="0" i="0" dirty="0">
                <a:solidFill>
                  <a:srgbClr val="333333"/>
                </a:solidFill>
                <a:effectLst/>
                <a:latin typeface="Times New Roman" panose="02020603050405020304" pitchFamily="18" charset="0"/>
                <a:cs typeface="Times New Roman" panose="02020603050405020304" pitchFamily="18" charset="0"/>
              </a:rPr>
              <a:t>("&lt;html&gt;&lt;body&gt;");  </a:t>
            </a:r>
          </a:p>
          <a:p>
            <a:pPr algn="l"/>
            <a:r>
              <a:rPr lang="en-IN" sz="2800" b="0" i="0" dirty="0" err="1">
                <a:solidFill>
                  <a:srgbClr val="333333"/>
                </a:solidFill>
                <a:effectLst/>
                <a:latin typeface="Times New Roman" panose="02020603050405020304" pitchFamily="18" charset="0"/>
                <a:cs typeface="Times New Roman" panose="02020603050405020304" pitchFamily="18" charset="0"/>
              </a:rPr>
              <a:t>out.print</a:t>
            </a:r>
            <a:r>
              <a:rPr lang="en-IN" sz="2800" b="0" i="0" dirty="0">
                <a:solidFill>
                  <a:srgbClr val="333333"/>
                </a:solidFill>
                <a:effectLst/>
                <a:latin typeface="Times New Roman" panose="02020603050405020304" pitchFamily="18" charset="0"/>
                <a:cs typeface="Times New Roman" panose="02020603050405020304" pitchFamily="18" charset="0"/>
              </a:rPr>
              <a:t>("&lt;b&gt;hello generic servlet&lt;/b&gt;");  </a:t>
            </a:r>
          </a:p>
          <a:p>
            <a:pPr algn="l"/>
            <a:r>
              <a:rPr lang="en-IN" sz="2800" b="0" i="0" dirty="0" err="1">
                <a:solidFill>
                  <a:srgbClr val="333333"/>
                </a:solidFill>
                <a:effectLst/>
                <a:latin typeface="Times New Roman" panose="02020603050405020304" pitchFamily="18" charset="0"/>
                <a:cs typeface="Times New Roman" panose="02020603050405020304" pitchFamily="18" charset="0"/>
              </a:rPr>
              <a:t>out.print</a:t>
            </a:r>
            <a:r>
              <a:rPr lang="en-IN" sz="2800" b="0" i="0" dirty="0">
                <a:solidFill>
                  <a:srgbClr val="333333"/>
                </a:solidFill>
                <a:effectLst/>
                <a:latin typeface="Times New Roman" panose="02020603050405020304" pitchFamily="18" charset="0"/>
                <a:cs typeface="Times New Roman" panose="02020603050405020304" pitchFamily="18" charset="0"/>
              </a:rPr>
              <a:t>("&lt;/body&gt;&lt;/html&gt;");  }</a:t>
            </a:r>
            <a:r>
              <a:rPr lang="en-IN" sz="2800" dirty="0">
                <a:solidFill>
                  <a:srgbClr val="333333"/>
                </a:solidFill>
                <a:latin typeface="Times New Roman" panose="02020603050405020304" pitchFamily="18" charset="0"/>
                <a:cs typeface="Times New Roman" panose="02020603050405020304" pitchFamily="18" charset="0"/>
              </a:rPr>
              <a:t> </a:t>
            </a:r>
            <a:r>
              <a:rPr lang="en-IN" sz="2800" b="0" i="0" dirty="0">
                <a:solidFill>
                  <a:srgbClr val="333333"/>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02706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5DCF6-A7FF-7144-AA2B-EF840F83D4C3}"/>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5F160E23-3353-0BDF-96D8-667C07616DA8}"/>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9D15FF0D-AB31-23FE-AD5C-CCD71DE68CDE}"/>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dirty="0" err="1">
                <a:solidFill>
                  <a:schemeClr val="bg1"/>
                </a:solidFill>
                <a:latin typeface="Times New Roman" panose="02020603050405020304" pitchFamily="18" charset="0"/>
                <a:cs typeface="Times New Roman" panose="02020603050405020304" pitchFamily="18" charset="0"/>
              </a:rPr>
              <a:t>HttpServlet</a:t>
            </a:r>
            <a:r>
              <a:rPr lang="en-IN" b="0" i="0" dirty="0">
                <a:solidFill>
                  <a:schemeClr val="bg1"/>
                </a:solidFill>
                <a:effectLst/>
                <a:latin typeface="Times New Roman" panose="02020603050405020304" pitchFamily="18" charset="0"/>
                <a:cs typeface="Times New Roman" panose="02020603050405020304" pitchFamily="18" charset="0"/>
              </a:rPr>
              <a:t> class</a:t>
            </a:r>
          </a:p>
        </p:txBody>
      </p:sp>
      <p:sp>
        <p:nvSpPr>
          <p:cNvPr id="5" name="TextBox 4">
            <a:extLst>
              <a:ext uri="{FF2B5EF4-FFF2-40B4-BE49-F238E27FC236}">
                <a16:creationId xmlns:a16="http://schemas.microsoft.com/office/drawing/2014/main" id="{2481F924-D589-3448-0945-BD96D77B28C8}"/>
              </a:ext>
            </a:extLst>
          </p:cNvPr>
          <p:cNvSpPr txBox="1"/>
          <p:nvPr/>
        </p:nvSpPr>
        <p:spPr>
          <a:xfrm>
            <a:off x="0" y="2286000"/>
            <a:ext cx="9046029" cy="4493538"/>
          </a:xfrm>
          <a:prstGeom prst="rect">
            <a:avLst/>
          </a:prstGeom>
          <a:noFill/>
        </p:spPr>
        <p:txBody>
          <a:bodyPr wrap="square" rtlCol="0">
            <a:spAutoFit/>
          </a:bodyPr>
          <a:lstStyle/>
          <a:p>
            <a:pPr marL="457200" indent="-457200" algn="l">
              <a:buFont typeface="Arial" panose="020B0604020202020204" pitchFamily="34" charset="0"/>
              <a:buChar char="•"/>
            </a:pPr>
            <a:r>
              <a:rPr lang="en-US" sz="2600" i="0" dirty="0">
                <a:effectLst/>
                <a:latin typeface="Times New Roman" panose="02020603050405020304" pitchFamily="18" charset="0"/>
                <a:cs typeface="Times New Roman" panose="02020603050405020304" pitchFamily="18" charset="0"/>
              </a:rPr>
              <a:t>The </a:t>
            </a:r>
            <a:r>
              <a:rPr lang="en-US" sz="2600" i="0" dirty="0" err="1">
                <a:effectLst/>
                <a:latin typeface="Times New Roman" panose="02020603050405020304" pitchFamily="18" charset="0"/>
                <a:cs typeface="Times New Roman" panose="02020603050405020304" pitchFamily="18" charset="0"/>
              </a:rPr>
              <a:t>HttpServlet</a:t>
            </a:r>
            <a:r>
              <a:rPr lang="en-US" sz="2600" i="0" dirty="0">
                <a:effectLst/>
                <a:latin typeface="Times New Roman" panose="02020603050405020304" pitchFamily="18" charset="0"/>
                <a:cs typeface="Times New Roman" panose="02020603050405020304" pitchFamily="18" charset="0"/>
              </a:rPr>
              <a:t> class extends the </a:t>
            </a:r>
            <a:r>
              <a:rPr lang="en-US" sz="2600" i="0" dirty="0" err="1">
                <a:effectLst/>
                <a:latin typeface="Times New Roman" panose="02020603050405020304" pitchFamily="18" charset="0"/>
                <a:cs typeface="Times New Roman" panose="02020603050405020304" pitchFamily="18" charset="0"/>
              </a:rPr>
              <a:t>GenericServlet</a:t>
            </a:r>
            <a:r>
              <a:rPr lang="en-US" sz="2600" i="0" dirty="0">
                <a:effectLst/>
                <a:latin typeface="Times New Roman" panose="02020603050405020304" pitchFamily="18" charset="0"/>
                <a:cs typeface="Times New Roman" panose="02020603050405020304" pitchFamily="18" charset="0"/>
              </a:rPr>
              <a:t> class and implements Serializable interface. </a:t>
            </a:r>
          </a:p>
          <a:p>
            <a:pPr marL="457200" indent="-457200" algn="l">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HTTP Servlets are designed to seamlessly work within the HTTP protocol framework, enabling robust and efficient web applications.</a:t>
            </a:r>
            <a:endParaRPr lang="en-US" sz="260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Key Methods in HTTP Servlet</a:t>
            </a:r>
          </a:p>
          <a:p>
            <a:r>
              <a:rPr lang="en-IN" sz="2600" dirty="0" err="1">
                <a:latin typeface="Times New Roman" panose="02020603050405020304" pitchFamily="18" charset="0"/>
                <a:cs typeface="Times New Roman" panose="02020603050405020304" pitchFamily="18" charset="0"/>
              </a:rPr>
              <a:t>doGet</a:t>
            </a:r>
            <a:r>
              <a:rPr lang="en-IN" sz="2600" dirty="0">
                <a:latin typeface="Times New Roman" panose="02020603050405020304" pitchFamily="18" charset="0"/>
                <a:cs typeface="Times New Roman" panose="02020603050405020304" pitchFamily="18" charset="0"/>
              </a:rPr>
              <a:t>(</a:t>
            </a:r>
            <a:r>
              <a:rPr lang="en-IN" sz="2600" dirty="0" err="1">
                <a:latin typeface="Times New Roman" panose="02020603050405020304" pitchFamily="18" charset="0"/>
                <a:cs typeface="Times New Roman" panose="02020603050405020304" pitchFamily="18" charset="0"/>
              </a:rPr>
              <a:t>HttpServletRequest</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req</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HttpServletResponse</a:t>
            </a:r>
            <a:r>
              <a:rPr lang="en-IN" sz="2600" dirty="0">
                <a:latin typeface="Times New Roman" panose="02020603050405020304" pitchFamily="18" charset="0"/>
                <a:cs typeface="Times New Roman" panose="02020603050405020304" pitchFamily="18" charset="0"/>
              </a:rPr>
              <a:t> res): Handles GET requests.</a:t>
            </a:r>
          </a:p>
          <a:p>
            <a:r>
              <a:rPr lang="en-IN" sz="2600" dirty="0" err="1">
                <a:latin typeface="Times New Roman" panose="02020603050405020304" pitchFamily="18" charset="0"/>
                <a:cs typeface="Times New Roman" panose="02020603050405020304" pitchFamily="18" charset="0"/>
              </a:rPr>
              <a:t>doPost</a:t>
            </a:r>
            <a:r>
              <a:rPr lang="en-IN" sz="2600" dirty="0">
                <a:latin typeface="Times New Roman" panose="02020603050405020304" pitchFamily="18" charset="0"/>
                <a:cs typeface="Times New Roman" panose="02020603050405020304" pitchFamily="18" charset="0"/>
              </a:rPr>
              <a:t>(</a:t>
            </a:r>
            <a:r>
              <a:rPr lang="en-IN" sz="2600" dirty="0" err="1">
                <a:latin typeface="Times New Roman" panose="02020603050405020304" pitchFamily="18" charset="0"/>
                <a:cs typeface="Times New Roman" panose="02020603050405020304" pitchFamily="18" charset="0"/>
              </a:rPr>
              <a:t>HttpServletRequest</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req</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HttpServletResponse</a:t>
            </a:r>
            <a:r>
              <a:rPr lang="en-IN" sz="2600" dirty="0">
                <a:latin typeface="Times New Roman" panose="02020603050405020304" pitchFamily="18" charset="0"/>
                <a:cs typeface="Times New Roman" panose="02020603050405020304" pitchFamily="18" charset="0"/>
              </a:rPr>
              <a:t> res): Handles POST requests.</a:t>
            </a:r>
          </a:p>
          <a:p>
            <a:r>
              <a:rPr lang="en-IN" sz="2600" dirty="0" err="1">
                <a:latin typeface="Times New Roman" panose="02020603050405020304" pitchFamily="18" charset="0"/>
                <a:cs typeface="Times New Roman" panose="02020603050405020304" pitchFamily="18" charset="0"/>
              </a:rPr>
              <a:t>doPut</a:t>
            </a:r>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doDelete</a:t>
            </a:r>
            <a:r>
              <a:rPr lang="en-IN" sz="2600" dirty="0">
                <a:latin typeface="Times New Roman" panose="02020603050405020304" pitchFamily="18" charset="0"/>
                <a:cs typeface="Times New Roman" panose="02020603050405020304" pitchFamily="18" charset="0"/>
              </a:rPr>
              <a:t>: Handle respective HTTP methods.</a:t>
            </a:r>
            <a:endParaRPr lang="en-IN" sz="260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7046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59391-7246-432A-54B8-E5C5003DDB7B}"/>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024A44C6-A08F-3C5A-FE29-CE220836B444}"/>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5DDFDD72-23E6-743F-84BC-D61C2971ABC1}"/>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dirty="0">
                <a:solidFill>
                  <a:schemeClr val="bg1"/>
                </a:solidFill>
                <a:latin typeface="Times New Roman" panose="02020603050405020304" pitchFamily="18" charset="0"/>
                <a:cs typeface="Times New Roman" panose="02020603050405020304" pitchFamily="18" charset="0"/>
              </a:rPr>
              <a:t>Example of </a:t>
            </a:r>
            <a:r>
              <a:rPr lang="en-IN" dirty="0" err="1">
                <a:solidFill>
                  <a:schemeClr val="bg1"/>
                </a:solidFill>
                <a:latin typeface="Times New Roman" panose="02020603050405020304" pitchFamily="18" charset="0"/>
                <a:cs typeface="Times New Roman" panose="02020603050405020304" pitchFamily="18" charset="0"/>
              </a:rPr>
              <a:t>HttpServlet</a:t>
            </a:r>
            <a:r>
              <a:rPr lang="en-IN" b="0" i="0" dirty="0">
                <a:solidFill>
                  <a:schemeClr val="bg1"/>
                </a:solidFill>
                <a:effectLst/>
                <a:latin typeface="Times New Roman" panose="02020603050405020304" pitchFamily="18" charset="0"/>
                <a:cs typeface="Times New Roman" panose="02020603050405020304" pitchFamily="18" charset="0"/>
              </a:rPr>
              <a:t> class</a:t>
            </a:r>
          </a:p>
        </p:txBody>
      </p:sp>
      <p:sp>
        <p:nvSpPr>
          <p:cNvPr id="5" name="TextBox 4">
            <a:extLst>
              <a:ext uri="{FF2B5EF4-FFF2-40B4-BE49-F238E27FC236}">
                <a16:creationId xmlns:a16="http://schemas.microsoft.com/office/drawing/2014/main" id="{CEF29EA2-77D8-42F7-F5F2-C6FBF05DF7B5}"/>
              </a:ext>
            </a:extLst>
          </p:cNvPr>
          <p:cNvSpPr txBox="1"/>
          <p:nvPr/>
        </p:nvSpPr>
        <p:spPr>
          <a:xfrm>
            <a:off x="0" y="2286000"/>
            <a:ext cx="9046029" cy="4524315"/>
          </a:xfrm>
          <a:prstGeom prst="rect">
            <a:avLst/>
          </a:prstGeom>
          <a:noFill/>
        </p:spPr>
        <p:txBody>
          <a:bodyPr wrap="square" rtlCol="0">
            <a:spAutoFit/>
          </a:bodyPr>
          <a:lstStyle/>
          <a:p>
            <a:pPr algn="l"/>
            <a:r>
              <a:rPr lang="en-IN" sz="3200" i="0" dirty="0">
                <a:effectLst/>
                <a:latin typeface="Times New Roman" panose="02020603050405020304" pitchFamily="18" charset="0"/>
                <a:cs typeface="Times New Roman" panose="02020603050405020304" pitchFamily="18" charset="0"/>
              </a:rPr>
              <a:t>import java.io.*;  </a:t>
            </a:r>
          </a:p>
          <a:p>
            <a:pPr algn="l"/>
            <a:r>
              <a:rPr lang="en-IN" sz="3200" i="0" dirty="0">
                <a:effectLst/>
                <a:latin typeface="Times New Roman" panose="02020603050405020304" pitchFamily="18" charset="0"/>
                <a:cs typeface="Times New Roman" panose="02020603050405020304" pitchFamily="18" charset="0"/>
              </a:rPr>
              <a:t>import </a:t>
            </a:r>
            <a:r>
              <a:rPr lang="en-IN" sz="3200" i="0" dirty="0" err="1">
                <a:effectLst/>
                <a:latin typeface="Times New Roman" panose="02020603050405020304" pitchFamily="18" charset="0"/>
                <a:cs typeface="Times New Roman" panose="02020603050405020304" pitchFamily="18" charset="0"/>
              </a:rPr>
              <a:t>jakarta.servlet</a:t>
            </a:r>
            <a:r>
              <a:rPr lang="en-IN" sz="3200" i="0" dirty="0">
                <a:effectLst/>
                <a:latin typeface="Times New Roman" panose="02020603050405020304" pitchFamily="18" charset="0"/>
                <a:cs typeface="Times New Roman" panose="02020603050405020304" pitchFamily="18" charset="0"/>
              </a:rPr>
              <a:t>.*;  </a:t>
            </a:r>
          </a:p>
          <a:p>
            <a:pPr algn="l"/>
            <a:endParaRPr lang="en-IN" sz="2800" i="0" dirty="0">
              <a:solidFill>
                <a:srgbClr val="333333"/>
              </a:solidFill>
              <a:effectLst/>
              <a:latin typeface="Times New Roman" panose="02020603050405020304" pitchFamily="18" charset="0"/>
              <a:cs typeface="Times New Roman" panose="02020603050405020304" pitchFamily="18" charset="0"/>
            </a:endParaRPr>
          </a:p>
          <a:p>
            <a:pPr algn="l"/>
            <a:r>
              <a:rPr lang="en-IN" sz="2800" i="0" dirty="0">
                <a:effectLst/>
                <a:latin typeface="Times New Roman" panose="02020603050405020304" pitchFamily="18" charset="0"/>
                <a:cs typeface="Times New Roman" panose="02020603050405020304" pitchFamily="18" charset="0"/>
              </a:rPr>
              <a:t>@WebServlet("/example")  </a:t>
            </a:r>
          </a:p>
          <a:p>
            <a:pPr algn="l"/>
            <a:r>
              <a:rPr lang="en-IN" sz="2800" i="0" dirty="0">
                <a:effectLst/>
                <a:latin typeface="Times New Roman" panose="02020603050405020304" pitchFamily="18" charset="0"/>
                <a:cs typeface="Times New Roman" panose="02020603050405020304" pitchFamily="18" charset="0"/>
              </a:rPr>
              <a:t>public class </a:t>
            </a:r>
            <a:r>
              <a:rPr lang="en-IN" sz="2800" i="0" dirty="0" err="1">
                <a:effectLst/>
                <a:latin typeface="Times New Roman" panose="02020603050405020304" pitchFamily="18" charset="0"/>
                <a:cs typeface="Times New Roman" panose="02020603050405020304" pitchFamily="18" charset="0"/>
              </a:rPr>
              <a:t>ExampleServlet</a:t>
            </a:r>
            <a:r>
              <a:rPr lang="en-IN" sz="2800" i="0" dirty="0">
                <a:effectLst/>
                <a:latin typeface="Times New Roman" panose="02020603050405020304" pitchFamily="18" charset="0"/>
                <a:cs typeface="Times New Roman" panose="02020603050405020304" pitchFamily="18" charset="0"/>
              </a:rPr>
              <a:t> extends </a:t>
            </a:r>
            <a:r>
              <a:rPr lang="en-IN" sz="2800" i="0" dirty="0" err="1">
                <a:effectLst/>
                <a:latin typeface="Times New Roman" panose="02020603050405020304" pitchFamily="18" charset="0"/>
                <a:cs typeface="Times New Roman" panose="02020603050405020304" pitchFamily="18" charset="0"/>
              </a:rPr>
              <a:t>HttpServlet</a:t>
            </a:r>
            <a:r>
              <a:rPr lang="en-IN" sz="2800" i="0" dirty="0">
                <a:effectLst/>
                <a:latin typeface="Times New Roman" panose="02020603050405020304" pitchFamily="18" charset="0"/>
                <a:cs typeface="Times New Roman" panose="02020603050405020304" pitchFamily="18" charset="0"/>
              </a:rPr>
              <a:t> {      </a:t>
            </a:r>
          </a:p>
          <a:p>
            <a:pPr algn="l"/>
            <a:r>
              <a:rPr lang="en-IN" sz="2800" i="0" dirty="0">
                <a:effectLst/>
                <a:latin typeface="Times New Roman" panose="02020603050405020304" pitchFamily="18" charset="0"/>
                <a:cs typeface="Times New Roman" panose="02020603050405020304" pitchFamily="18" charset="0"/>
              </a:rPr>
              <a:t>protected void </a:t>
            </a:r>
            <a:r>
              <a:rPr lang="en-IN" sz="2800" i="0" dirty="0" err="1">
                <a:effectLst/>
                <a:latin typeface="Times New Roman" panose="02020603050405020304" pitchFamily="18" charset="0"/>
                <a:cs typeface="Times New Roman" panose="02020603050405020304" pitchFamily="18" charset="0"/>
              </a:rPr>
              <a:t>doGet</a:t>
            </a:r>
            <a:r>
              <a:rPr lang="en-IN" sz="2800" i="0" dirty="0">
                <a:effectLst/>
                <a:latin typeface="Times New Roman" panose="02020603050405020304" pitchFamily="18" charset="0"/>
                <a:cs typeface="Times New Roman" panose="02020603050405020304" pitchFamily="18" charset="0"/>
              </a:rPr>
              <a:t>(</a:t>
            </a:r>
            <a:r>
              <a:rPr lang="en-IN" sz="2800" i="0" dirty="0" err="1">
                <a:effectLst/>
                <a:latin typeface="Times New Roman" panose="02020603050405020304" pitchFamily="18" charset="0"/>
                <a:cs typeface="Times New Roman" panose="02020603050405020304" pitchFamily="18" charset="0"/>
              </a:rPr>
              <a:t>HttpServletRequest</a:t>
            </a:r>
            <a:r>
              <a:rPr lang="en-IN" sz="2800" i="0" dirty="0">
                <a:effectLst/>
                <a:latin typeface="Times New Roman" panose="02020603050405020304" pitchFamily="18" charset="0"/>
                <a:cs typeface="Times New Roman" panose="02020603050405020304" pitchFamily="18" charset="0"/>
              </a:rPr>
              <a:t> request, </a:t>
            </a:r>
            <a:r>
              <a:rPr lang="en-IN" sz="2800" i="0" dirty="0" err="1">
                <a:effectLst/>
                <a:latin typeface="Times New Roman" panose="02020603050405020304" pitchFamily="18" charset="0"/>
                <a:cs typeface="Times New Roman" panose="02020603050405020304" pitchFamily="18" charset="0"/>
              </a:rPr>
              <a:t>HttpServletResponse</a:t>
            </a:r>
            <a:r>
              <a:rPr lang="en-IN" sz="2800" i="0" dirty="0">
                <a:effectLst/>
                <a:latin typeface="Times New Roman" panose="02020603050405020304" pitchFamily="18" charset="0"/>
                <a:cs typeface="Times New Roman" panose="02020603050405020304" pitchFamily="18" charset="0"/>
              </a:rPr>
              <a:t> response) throws </a:t>
            </a:r>
            <a:r>
              <a:rPr lang="en-IN" sz="2800" i="0" dirty="0" err="1">
                <a:effectLst/>
                <a:latin typeface="Times New Roman" panose="02020603050405020304" pitchFamily="18" charset="0"/>
                <a:cs typeface="Times New Roman" panose="02020603050405020304" pitchFamily="18" charset="0"/>
              </a:rPr>
              <a:t>IOException</a:t>
            </a:r>
            <a:r>
              <a:rPr lang="en-IN" sz="2800" i="0" dirty="0">
                <a:effectLst/>
                <a:latin typeface="Times New Roman" panose="02020603050405020304" pitchFamily="18" charset="0"/>
                <a:cs typeface="Times New Roman" panose="02020603050405020304" pitchFamily="18" charset="0"/>
              </a:rPr>
              <a:t> {          </a:t>
            </a:r>
            <a:r>
              <a:rPr lang="en-IN" sz="2800" i="0" dirty="0" err="1">
                <a:effectLst/>
                <a:latin typeface="Times New Roman" panose="02020603050405020304" pitchFamily="18" charset="0"/>
                <a:cs typeface="Times New Roman" panose="02020603050405020304" pitchFamily="18" charset="0"/>
              </a:rPr>
              <a:t>response.getWriter</a:t>
            </a:r>
            <a:r>
              <a:rPr lang="en-IN" sz="2800" i="0" dirty="0">
                <a:effectLst/>
                <a:latin typeface="Times New Roman" panose="02020603050405020304" pitchFamily="18" charset="0"/>
                <a:cs typeface="Times New Roman" panose="02020603050405020304" pitchFamily="18" charset="0"/>
              </a:rPr>
              <a:t>().</a:t>
            </a:r>
            <a:r>
              <a:rPr lang="en-IN" sz="2800" i="0" dirty="0" err="1">
                <a:effectLst/>
                <a:latin typeface="Times New Roman" panose="02020603050405020304" pitchFamily="18" charset="0"/>
                <a:cs typeface="Times New Roman" panose="02020603050405020304" pitchFamily="18" charset="0"/>
              </a:rPr>
              <a:t>println</a:t>
            </a:r>
            <a:r>
              <a:rPr lang="en-IN" sz="2800" i="0" dirty="0">
                <a:effectLst/>
                <a:latin typeface="Times New Roman" panose="02020603050405020304" pitchFamily="18" charset="0"/>
                <a:cs typeface="Times New Roman" panose="02020603050405020304" pitchFamily="18" charset="0"/>
              </a:rPr>
              <a:t>("Hello, Servlet!");      </a:t>
            </a:r>
          </a:p>
          <a:p>
            <a:pPr algn="l"/>
            <a:r>
              <a:rPr lang="en-IN" sz="2800" i="0" dirty="0">
                <a:effectLst/>
                <a:latin typeface="Times New Roman" panose="02020603050405020304" pitchFamily="18" charset="0"/>
                <a:cs typeface="Times New Roman" panose="02020603050405020304" pitchFamily="18" charset="0"/>
              </a:rPr>
              <a:t>}  </a:t>
            </a:r>
          </a:p>
          <a:p>
            <a:pPr algn="l"/>
            <a:r>
              <a:rPr lang="en-IN" sz="2800" i="0" dirty="0">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76798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206D-0177-51A8-BC87-BA047052C66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AECAE3F-8145-8F5E-5D49-36DC50B15E33}"/>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52949627-6E02-9C1E-A3D2-933D0759CAEB}"/>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err="1">
                <a:solidFill>
                  <a:schemeClr val="bg1"/>
                </a:solidFill>
                <a:effectLst/>
                <a:latin typeface="Times New Roman" panose="02020603050405020304" pitchFamily="18" charset="0"/>
                <a:cs typeface="Times New Roman" panose="02020603050405020304" pitchFamily="18" charset="0"/>
              </a:rPr>
              <a:t>ServletConfig</a:t>
            </a:r>
            <a:r>
              <a:rPr lang="en-IN" b="0" i="0" dirty="0">
                <a:solidFill>
                  <a:schemeClr val="bg1"/>
                </a:solidFill>
                <a:effectLst/>
                <a:latin typeface="Times New Roman" panose="02020603050405020304" pitchFamily="18" charset="0"/>
                <a:cs typeface="Times New Roman" panose="02020603050405020304" pitchFamily="18" charset="0"/>
              </a:rPr>
              <a:t> Interface</a:t>
            </a:r>
          </a:p>
        </p:txBody>
      </p:sp>
      <p:sp>
        <p:nvSpPr>
          <p:cNvPr id="5" name="TextBox 4">
            <a:extLst>
              <a:ext uri="{FF2B5EF4-FFF2-40B4-BE49-F238E27FC236}">
                <a16:creationId xmlns:a16="http://schemas.microsoft.com/office/drawing/2014/main" id="{326015A2-B8F0-883C-7D00-B7B1D439DA9B}"/>
              </a:ext>
            </a:extLst>
          </p:cNvPr>
          <p:cNvSpPr txBox="1"/>
          <p:nvPr/>
        </p:nvSpPr>
        <p:spPr>
          <a:xfrm>
            <a:off x="0" y="2286000"/>
            <a:ext cx="9046029" cy="4031873"/>
          </a:xfrm>
          <a:prstGeom prst="rect">
            <a:avLst/>
          </a:prstGeom>
          <a:noFill/>
        </p:spPr>
        <p:txBody>
          <a:bodyPr wrap="square" rtlCol="0">
            <a:spAutoFit/>
          </a:bodyPr>
          <a:lstStyle/>
          <a:p>
            <a:pPr marL="457200" indent="-457200" algn="l">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An object of </a:t>
            </a:r>
            <a:r>
              <a:rPr lang="en-US" sz="3200" b="0" i="0" dirty="0" err="1">
                <a:effectLst/>
                <a:latin typeface="Times New Roman" panose="02020603050405020304" pitchFamily="18" charset="0"/>
                <a:cs typeface="Times New Roman" panose="02020603050405020304" pitchFamily="18" charset="0"/>
              </a:rPr>
              <a:t>ServletConfig</a:t>
            </a:r>
            <a:r>
              <a:rPr lang="en-US" sz="3200" b="0" i="0" dirty="0">
                <a:effectLst/>
                <a:latin typeface="Times New Roman" panose="02020603050405020304" pitchFamily="18" charset="0"/>
                <a:cs typeface="Times New Roman" panose="02020603050405020304" pitchFamily="18" charset="0"/>
              </a:rPr>
              <a:t> is created by the web container for each servlet. This object can be used to get configuration information from web.xml file.</a:t>
            </a:r>
          </a:p>
          <a:p>
            <a:pPr marL="457200" indent="-457200" algn="l">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The core advantage of </a:t>
            </a:r>
            <a:r>
              <a:rPr lang="en-US" sz="3200" b="0" i="0" dirty="0" err="1">
                <a:effectLst/>
                <a:latin typeface="Times New Roman" panose="02020603050405020304" pitchFamily="18" charset="0"/>
                <a:cs typeface="Times New Roman" panose="02020603050405020304" pitchFamily="18" charset="0"/>
              </a:rPr>
              <a:t>ServletConfig</a:t>
            </a:r>
            <a:r>
              <a:rPr lang="en-US" sz="3200" b="0" i="0" dirty="0">
                <a:effectLst/>
                <a:latin typeface="Times New Roman" panose="02020603050405020304" pitchFamily="18" charset="0"/>
                <a:cs typeface="Times New Roman" panose="02020603050405020304" pitchFamily="18" charset="0"/>
              </a:rPr>
              <a:t> is that you don't need to edit the servlet file if information is modified from the web.xml file.</a:t>
            </a:r>
          </a:p>
          <a:p>
            <a:pPr algn="l"/>
            <a:r>
              <a:rPr lang="en-US" sz="3200" dirty="0">
                <a:latin typeface="Times New Roman" panose="02020603050405020304" pitchFamily="18" charset="0"/>
                <a:cs typeface="Times New Roman" panose="02020603050405020304" pitchFamily="18" charset="0"/>
              </a:rPr>
              <a:t>Syntax:-</a:t>
            </a:r>
          </a:p>
          <a:p>
            <a:r>
              <a:rPr lang="en-IN" sz="3200" b="0" i="0" dirty="0">
                <a:effectLst/>
                <a:latin typeface="Times New Roman" panose="02020603050405020304" pitchFamily="18" charset="0"/>
                <a:cs typeface="Times New Roman" panose="02020603050405020304" pitchFamily="18" charset="0"/>
              </a:rPr>
              <a:t>public </a:t>
            </a:r>
            <a:r>
              <a:rPr lang="en-IN" sz="3200" b="0" i="0" dirty="0" err="1">
                <a:effectLst/>
                <a:latin typeface="Times New Roman" panose="02020603050405020304" pitchFamily="18" charset="0"/>
                <a:cs typeface="Times New Roman" panose="02020603050405020304" pitchFamily="18" charset="0"/>
              </a:rPr>
              <a:t>ServletConfig</a:t>
            </a:r>
            <a:r>
              <a:rPr lang="en-IN" sz="3200" b="0" i="0" dirty="0">
                <a:effectLst/>
                <a:latin typeface="Times New Roman" panose="02020603050405020304" pitchFamily="18" charset="0"/>
                <a:cs typeface="Times New Roman" panose="02020603050405020304" pitchFamily="18" charset="0"/>
              </a:rPr>
              <a:t> </a:t>
            </a:r>
            <a:r>
              <a:rPr lang="en-IN" sz="3200" b="0" i="0" dirty="0" err="1">
                <a:effectLst/>
                <a:latin typeface="Times New Roman" panose="02020603050405020304" pitchFamily="18" charset="0"/>
                <a:cs typeface="Times New Roman" panose="02020603050405020304" pitchFamily="18" charset="0"/>
              </a:rPr>
              <a:t>getServletConfig</a:t>
            </a:r>
            <a:r>
              <a:rPr lang="en-IN" sz="3200" b="0" i="0" dirty="0">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07815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F2891-76FC-17C5-F7BB-DD94E3FD1DAB}"/>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2706B95-2A47-DC3B-9F0A-735E3DF1DF2B}"/>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6D789792-60C6-C250-96B4-0E48F3848ADA}"/>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err="1">
                <a:solidFill>
                  <a:schemeClr val="bg1"/>
                </a:solidFill>
                <a:effectLst/>
                <a:latin typeface="Times New Roman" panose="02020603050405020304" pitchFamily="18" charset="0"/>
                <a:cs typeface="Times New Roman" panose="02020603050405020304" pitchFamily="18" charset="0"/>
              </a:rPr>
              <a:t>ServletContext</a:t>
            </a:r>
            <a:r>
              <a:rPr lang="en-IN" b="0" i="0" dirty="0">
                <a:solidFill>
                  <a:schemeClr val="bg1"/>
                </a:solidFill>
                <a:effectLst/>
                <a:latin typeface="Times New Roman" panose="02020603050405020304" pitchFamily="18" charset="0"/>
                <a:cs typeface="Times New Roman" panose="02020603050405020304" pitchFamily="18" charset="0"/>
              </a:rPr>
              <a:t> Interface</a:t>
            </a:r>
          </a:p>
        </p:txBody>
      </p:sp>
      <p:sp>
        <p:nvSpPr>
          <p:cNvPr id="5" name="TextBox 4">
            <a:extLst>
              <a:ext uri="{FF2B5EF4-FFF2-40B4-BE49-F238E27FC236}">
                <a16:creationId xmlns:a16="http://schemas.microsoft.com/office/drawing/2014/main" id="{B0894FEE-51A9-1ADA-A755-DF037C6C75C5}"/>
              </a:ext>
            </a:extLst>
          </p:cNvPr>
          <p:cNvSpPr txBox="1"/>
          <p:nvPr/>
        </p:nvSpPr>
        <p:spPr>
          <a:xfrm>
            <a:off x="0" y="2286000"/>
            <a:ext cx="9046029" cy="4247317"/>
          </a:xfrm>
          <a:prstGeom prst="rect">
            <a:avLst/>
          </a:prstGeom>
          <a:noFill/>
        </p:spPr>
        <p:txBody>
          <a:bodyPr wrap="square" rtlCol="0">
            <a:spAutoFit/>
          </a:bodyPr>
          <a:lstStyle/>
          <a:p>
            <a:pPr marL="457200" indent="-457200" algn="l">
              <a:buFont typeface="Arial" panose="020B0604020202020204" pitchFamily="34" charset="0"/>
              <a:buChar char="•"/>
            </a:pPr>
            <a:r>
              <a:rPr lang="en-US" sz="2700" b="0" i="0" dirty="0">
                <a:effectLst/>
                <a:latin typeface="Times New Roman" panose="02020603050405020304" pitchFamily="18" charset="0"/>
                <a:cs typeface="Times New Roman" panose="02020603050405020304" pitchFamily="18" charset="0"/>
              </a:rPr>
              <a:t>An object of </a:t>
            </a:r>
            <a:r>
              <a:rPr lang="en-US" sz="2700" b="0" i="0" dirty="0" err="1">
                <a:effectLst/>
                <a:latin typeface="Times New Roman" panose="02020603050405020304" pitchFamily="18" charset="0"/>
                <a:cs typeface="Times New Roman" panose="02020603050405020304" pitchFamily="18" charset="0"/>
              </a:rPr>
              <a:t>ServletContext</a:t>
            </a:r>
            <a:r>
              <a:rPr lang="en-US" sz="2700" b="0" i="0" dirty="0">
                <a:effectLst/>
                <a:latin typeface="Times New Roman" panose="02020603050405020304" pitchFamily="18" charset="0"/>
                <a:cs typeface="Times New Roman" panose="02020603050405020304" pitchFamily="18" charset="0"/>
              </a:rPr>
              <a:t> is created by the web container at time of deploying the project. This object can be used to get configuration information from web.xml file. There is only one </a:t>
            </a:r>
            <a:r>
              <a:rPr lang="en-US" sz="2700" b="0" i="0" dirty="0" err="1">
                <a:effectLst/>
                <a:latin typeface="Times New Roman" panose="02020603050405020304" pitchFamily="18" charset="0"/>
                <a:cs typeface="Times New Roman" panose="02020603050405020304" pitchFamily="18" charset="0"/>
              </a:rPr>
              <a:t>ServletContext</a:t>
            </a:r>
            <a:r>
              <a:rPr lang="en-US" sz="2700" b="0" i="0" dirty="0">
                <a:effectLst/>
                <a:latin typeface="Times New Roman" panose="02020603050405020304" pitchFamily="18" charset="0"/>
                <a:cs typeface="Times New Roman" panose="02020603050405020304" pitchFamily="18" charset="0"/>
              </a:rPr>
              <a:t> object per web application.</a:t>
            </a:r>
          </a:p>
          <a:p>
            <a:pPr marL="457200" indent="-457200" algn="l">
              <a:buFont typeface="Arial" panose="020B0604020202020204" pitchFamily="34" charset="0"/>
              <a:buChar char="•"/>
            </a:pPr>
            <a:r>
              <a:rPr lang="en-US" sz="2700" i="0" dirty="0">
                <a:effectLst/>
                <a:latin typeface="Times New Roman" panose="02020603050405020304" pitchFamily="18" charset="0"/>
                <a:cs typeface="Times New Roman" panose="02020603050405020304" pitchFamily="18" charset="0"/>
              </a:rPr>
              <a:t>It is easy to maintain </a:t>
            </a:r>
            <a:r>
              <a:rPr lang="en-US" sz="2700" b="0" i="0" dirty="0">
                <a:effectLst/>
                <a:latin typeface="Times New Roman" panose="02020603050405020304" pitchFamily="18" charset="0"/>
                <a:cs typeface="Times New Roman" panose="02020603050405020304" pitchFamily="18" charset="0"/>
              </a:rPr>
              <a:t>if any information is shared to all the servlet, it is better to make it available for all the servlet. We provide this information from the web.xml file, so if the information is changed, we don't need to modify the servlet.</a:t>
            </a:r>
          </a:p>
          <a:p>
            <a:pPr marL="457200" indent="-457200">
              <a:buFont typeface="Arial" panose="020B0604020202020204" pitchFamily="34" charset="0"/>
              <a:buChar char="•"/>
            </a:pPr>
            <a:r>
              <a:rPr lang="en-US" sz="2700" b="1" i="0" dirty="0" err="1">
                <a:effectLst/>
                <a:latin typeface="Times New Roman" panose="02020603050405020304" pitchFamily="18" charset="0"/>
                <a:cs typeface="Times New Roman" panose="02020603050405020304" pitchFamily="18" charset="0"/>
              </a:rPr>
              <a:t>getServletContext</a:t>
            </a:r>
            <a:r>
              <a:rPr lang="en-US" sz="2700" b="1" i="0" dirty="0">
                <a:effectLst/>
                <a:latin typeface="Times New Roman" panose="02020603050405020304" pitchFamily="18" charset="0"/>
                <a:cs typeface="Times New Roman" panose="02020603050405020304" pitchFamily="18" charset="0"/>
              </a:rPr>
              <a:t>() method</a:t>
            </a:r>
            <a:r>
              <a:rPr lang="en-US" sz="2700" b="0" i="0" dirty="0">
                <a:effectLst/>
                <a:latin typeface="Times New Roman" panose="02020603050405020304" pitchFamily="18" charset="0"/>
                <a:cs typeface="Times New Roman" panose="02020603050405020304" pitchFamily="18" charset="0"/>
              </a:rPr>
              <a:t> of </a:t>
            </a:r>
            <a:r>
              <a:rPr lang="en-US" sz="2700" b="0" i="0" dirty="0" err="1">
                <a:effectLst/>
                <a:latin typeface="Times New Roman" panose="02020603050405020304" pitchFamily="18" charset="0"/>
                <a:cs typeface="Times New Roman" panose="02020603050405020304" pitchFamily="18" charset="0"/>
              </a:rPr>
              <a:t>ServletConfig</a:t>
            </a:r>
            <a:r>
              <a:rPr lang="en-US" sz="2700" b="0" i="0" dirty="0">
                <a:effectLst/>
                <a:latin typeface="Times New Roman" panose="02020603050405020304" pitchFamily="18" charset="0"/>
                <a:cs typeface="Times New Roman" panose="02020603050405020304" pitchFamily="18" charset="0"/>
              </a:rPr>
              <a:t> interface returns the object of </a:t>
            </a:r>
            <a:r>
              <a:rPr lang="en-US" sz="2700" b="0" i="0" dirty="0" err="1">
                <a:effectLst/>
                <a:latin typeface="Times New Roman" panose="02020603050405020304" pitchFamily="18" charset="0"/>
                <a:cs typeface="Times New Roman" panose="02020603050405020304" pitchFamily="18" charset="0"/>
              </a:rPr>
              <a:t>ServletContext</a:t>
            </a:r>
            <a:r>
              <a:rPr lang="en-US" sz="2700" b="0" i="0"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18506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F963C-50AF-5FC0-5EC8-25E1AB6672F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3878A39D-A0AE-159A-4761-1842559617FC}"/>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915E4800-792D-3108-6803-334E5302A902}"/>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err="1">
                <a:solidFill>
                  <a:schemeClr val="bg1"/>
                </a:solidFill>
                <a:effectLst/>
                <a:latin typeface="Times New Roman" panose="02020603050405020304" pitchFamily="18" charset="0"/>
                <a:cs typeface="Times New Roman" panose="02020603050405020304" pitchFamily="18" charset="0"/>
              </a:rPr>
              <a:t>RequestDispatcher</a:t>
            </a:r>
            <a:r>
              <a:rPr lang="en-IN" b="0" i="0" dirty="0">
                <a:solidFill>
                  <a:schemeClr val="bg1"/>
                </a:solidFill>
                <a:effectLst/>
                <a:latin typeface="Times New Roman" panose="02020603050405020304" pitchFamily="18" charset="0"/>
                <a:cs typeface="Times New Roman" panose="02020603050405020304" pitchFamily="18" charset="0"/>
              </a:rPr>
              <a:t> Interface</a:t>
            </a:r>
          </a:p>
        </p:txBody>
      </p:sp>
      <p:sp>
        <p:nvSpPr>
          <p:cNvPr id="2" name="TextBox 1">
            <a:extLst>
              <a:ext uri="{FF2B5EF4-FFF2-40B4-BE49-F238E27FC236}">
                <a16:creationId xmlns:a16="http://schemas.microsoft.com/office/drawing/2014/main" id="{BCE91331-E585-1F15-0289-065FE140F071}"/>
              </a:ext>
            </a:extLst>
          </p:cNvPr>
          <p:cNvSpPr txBox="1"/>
          <p:nvPr/>
        </p:nvSpPr>
        <p:spPr>
          <a:xfrm>
            <a:off x="0" y="2286000"/>
            <a:ext cx="8953500" cy="4524315"/>
          </a:xfrm>
          <a:prstGeom prst="rect">
            <a:avLst/>
          </a:prstGeom>
          <a:noFill/>
        </p:spPr>
        <p:txBody>
          <a:bodyPr wrap="square" rtlCol="0">
            <a:spAutoFit/>
          </a:bodyPr>
          <a:lstStyle/>
          <a:p>
            <a:pPr marL="342900" indent="-342900">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The </a:t>
            </a:r>
            <a:r>
              <a:rPr lang="en-US" sz="2400" b="0" i="0" dirty="0" err="1">
                <a:solidFill>
                  <a:srgbClr val="333333"/>
                </a:solidFill>
                <a:effectLst/>
                <a:latin typeface="Times New Roman" panose="02020603050405020304" pitchFamily="18" charset="0"/>
                <a:cs typeface="Times New Roman" panose="02020603050405020304" pitchFamily="18" charset="0"/>
              </a:rPr>
              <a:t>RequestDispatcher</a:t>
            </a:r>
            <a:r>
              <a:rPr lang="en-US" sz="2400" b="0" i="0" dirty="0">
                <a:solidFill>
                  <a:srgbClr val="333333"/>
                </a:solidFill>
                <a:effectLst/>
                <a:latin typeface="Times New Roman" panose="02020603050405020304" pitchFamily="18" charset="0"/>
                <a:cs typeface="Times New Roman" panose="02020603050405020304" pitchFamily="18" charset="0"/>
              </a:rPr>
              <a:t> interface provides the facility of dispatching the request to another resource it may be html, servlet or </a:t>
            </a:r>
            <a:r>
              <a:rPr lang="en-US" sz="2400" b="0" i="0" dirty="0" err="1">
                <a:solidFill>
                  <a:srgbClr val="333333"/>
                </a:solidFill>
                <a:effectLst/>
                <a:latin typeface="Times New Roman" panose="02020603050405020304" pitchFamily="18" charset="0"/>
                <a:cs typeface="Times New Roman" panose="02020603050405020304" pitchFamily="18" charset="0"/>
              </a:rPr>
              <a:t>jsp</a:t>
            </a:r>
            <a:r>
              <a:rPr lang="en-US" sz="2400" b="0" i="0" dirty="0">
                <a:solidFill>
                  <a:srgbClr val="333333"/>
                </a:solidFill>
                <a:effectLst/>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This interface can also be used to include the content of another resource also. It is one of the way of servlet collaboration.</a:t>
            </a:r>
            <a:endParaRPr lang="en-US" sz="2400" dirty="0">
              <a:solidFill>
                <a:srgbClr val="333333"/>
              </a:solidFill>
              <a:latin typeface="Times New Roman" panose="02020603050405020304" pitchFamily="18" charset="0"/>
              <a:cs typeface="Times New Roman" panose="02020603050405020304" pitchFamily="18" charset="0"/>
            </a:endParaRPr>
          </a:p>
          <a:p>
            <a:r>
              <a:rPr lang="en-US" sz="2400" b="0" i="0" dirty="0">
                <a:solidFill>
                  <a:srgbClr val="333333"/>
                </a:solidFill>
                <a:effectLst/>
                <a:latin typeface="Times New Roman" panose="02020603050405020304" pitchFamily="18" charset="0"/>
                <a:cs typeface="Times New Roman" panose="02020603050405020304" pitchFamily="18" charset="0"/>
              </a:rPr>
              <a:t>There are two methods defined in the </a:t>
            </a:r>
            <a:r>
              <a:rPr lang="en-US" sz="2400" b="0" i="0" dirty="0" err="1">
                <a:solidFill>
                  <a:srgbClr val="333333"/>
                </a:solidFill>
                <a:effectLst/>
                <a:latin typeface="Times New Roman" panose="02020603050405020304" pitchFamily="18" charset="0"/>
                <a:cs typeface="Times New Roman" panose="02020603050405020304" pitchFamily="18" charset="0"/>
              </a:rPr>
              <a:t>RequestDispatcher</a:t>
            </a:r>
            <a:r>
              <a:rPr lang="en-US" sz="2400" b="0" i="0" dirty="0">
                <a:solidFill>
                  <a:srgbClr val="333333"/>
                </a:solidFill>
                <a:effectLst/>
                <a:latin typeface="Times New Roman" panose="02020603050405020304" pitchFamily="18" charset="0"/>
                <a:cs typeface="Times New Roman" panose="02020603050405020304" pitchFamily="18" charset="0"/>
              </a:rPr>
              <a:t> interface.</a:t>
            </a:r>
          </a:p>
          <a:p>
            <a:pPr algn="l">
              <a:buFont typeface="+mj-lt"/>
              <a:buAutoNum type="arabicPeriod"/>
            </a:pPr>
            <a:r>
              <a:rPr lang="en-IN" sz="2400" b="1" i="0" dirty="0">
                <a:solidFill>
                  <a:srgbClr val="333333"/>
                </a:solidFill>
                <a:effectLst/>
                <a:latin typeface="Times New Roman" panose="02020603050405020304" pitchFamily="18" charset="0"/>
                <a:cs typeface="Times New Roman" panose="02020603050405020304" pitchFamily="18" charset="0"/>
              </a:rPr>
              <a:t> public void forward(</a:t>
            </a:r>
            <a:r>
              <a:rPr lang="en-IN" sz="2400" b="1" i="0" dirty="0" err="1">
                <a:solidFill>
                  <a:srgbClr val="333333"/>
                </a:solidFill>
                <a:effectLst/>
                <a:latin typeface="Times New Roman" panose="02020603050405020304" pitchFamily="18" charset="0"/>
                <a:cs typeface="Times New Roman" panose="02020603050405020304" pitchFamily="18" charset="0"/>
              </a:rPr>
              <a:t>ServletRequest</a:t>
            </a:r>
            <a:r>
              <a:rPr lang="en-IN" sz="2400" b="1" i="0" dirty="0">
                <a:solidFill>
                  <a:srgbClr val="333333"/>
                </a:solidFill>
                <a:effectLst/>
                <a:latin typeface="Times New Roman" panose="02020603050405020304" pitchFamily="18" charset="0"/>
                <a:cs typeface="Times New Roman" panose="02020603050405020304" pitchFamily="18" charset="0"/>
              </a:rPr>
              <a:t> </a:t>
            </a:r>
            <a:r>
              <a:rPr lang="en-IN" sz="2400" b="1" i="0" dirty="0" err="1">
                <a:solidFill>
                  <a:srgbClr val="333333"/>
                </a:solidFill>
                <a:effectLst/>
                <a:latin typeface="Times New Roman" panose="02020603050405020304" pitchFamily="18" charset="0"/>
                <a:cs typeface="Times New Roman" panose="02020603050405020304" pitchFamily="18" charset="0"/>
              </a:rPr>
              <a:t>request,ServletResponse</a:t>
            </a:r>
            <a:r>
              <a:rPr lang="en-IN" sz="2400" b="1" i="0" dirty="0">
                <a:solidFill>
                  <a:srgbClr val="333333"/>
                </a:solidFill>
                <a:effectLst/>
                <a:latin typeface="Times New Roman" panose="02020603050405020304" pitchFamily="18" charset="0"/>
                <a:cs typeface="Times New Roman" panose="02020603050405020304" pitchFamily="18" charset="0"/>
              </a:rPr>
              <a:t> response)throws </a:t>
            </a:r>
            <a:r>
              <a:rPr lang="en-IN" sz="2400" b="1" i="0" dirty="0" err="1">
                <a:solidFill>
                  <a:srgbClr val="333333"/>
                </a:solidFill>
                <a:effectLst/>
                <a:latin typeface="Times New Roman" panose="02020603050405020304" pitchFamily="18" charset="0"/>
                <a:cs typeface="Times New Roman" panose="02020603050405020304" pitchFamily="18" charset="0"/>
              </a:rPr>
              <a:t>ServletException,java.io.IOException:</a:t>
            </a:r>
            <a:r>
              <a:rPr lang="en-IN" sz="2400" b="0" i="0" dirty="0" err="1">
                <a:solidFill>
                  <a:srgbClr val="333333"/>
                </a:solidFill>
                <a:effectLst/>
                <a:latin typeface="Times New Roman" panose="02020603050405020304" pitchFamily="18" charset="0"/>
                <a:cs typeface="Times New Roman" panose="02020603050405020304" pitchFamily="18" charset="0"/>
              </a:rPr>
              <a:t>Forwards</a:t>
            </a:r>
            <a:r>
              <a:rPr lang="en-IN" sz="2400" b="0" i="0" dirty="0">
                <a:solidFill>
                  <a:srgbClr val="333333"/>
                </a:solidFill>
                <a:effectLst/>
                <a:latin typeface="Times New Roman" panose="02020603050405020304" pitchFamily="18" charset="0"/>
                <a:cs typeface="Times New Roman" panose="02020603050405020304" pitchFamily="18" charset="0"/>
              </a:rPr>
              <a:t> a request from a servlet to another resource (servlet, JSP file, or HTML file) on the server.</a:t>
            </a:r>
          </a:p>
          <a:p>
            <a:pPr algn="l">
              <a:buFont typeface="+mj-lt"/>
              <a:buAutoNum type="arabicPeriod"/>
            </a:pPr>
            <a:r>
              <a:rPr lang="en-IN" sz="2400" b="1" i="0" dirty="0">
                <a:solidFill>
                  <a:srgbClr val="333333"/>
                </a:solidFill>
                <a:effectLst/>
                <a:latin typeface="Times New Roman" panose="02020603050405020304" pitchFamily="18" charset="0"/>
                <a:cs typeface="Times New Roman" panose="02020603050405020304" pitchFamily="18" charset="0"/>
              </a:rPr>
              <a:t> public void include(</a:t>
            </a:r>
            <a:r>
              <a:rPr lang="en-IN" sz="2400" b="1" i="0" dirty="0" err="1">
                <a:solidFill>
                  <a:srgbClr val="333333"/>
                </a:solidFill>
                <a:effectLst/>
                <a:latin typeface="Times New Roman" panose="02020603050405020304" pitchFamily="18" charset="0"/>
                <a:cs typeface="Times New Roman" panose="02020603050405020304" pitchFamily="18" charset="0"/>
              </a:rPr>
              <a:t>ServletRequest</a:t>
            </a:r>
            <a:r>
              <a:rPr lang="en-IN" sz="2400" b="1" i="0" dirty="0">
                <a:solidFill>
                  <a:srgbClr val="333333"/>
                </a:solidFill>
                <a:effectLst/>
                <a:latin typeface="Times New Roman" panose="02020603050405020304" pitchFamily="18" charset="0"/>
                <a:cs typeface="Times New Roman" panose="02020603050405020304" pitchFamily="18" charset="0"/>
              </a:rPr>
              <a:t> </a:t>
            </a:r>
            <a:r>
              <a:rPr lang="en-IN" sz="2400" b="1" i="0" dirty="0" err="1">
                <a:solidFill>
                  <a:srgbClr val="333333"/>
                </a:solidFill>
                <a:effectLst/>
                <a:latin typeface="Times New Roman" panose="02020603050405020304" pitchFamily="18" charset="0"/>
                <a:cs typeface="Times New Roman" panose="02020603050405020304" pitchFamily="18" charset="0"/>
              </a:rPr>
              <a:t>request,ServletResponse</a:t>
            </a:r>
            <a:r>
              <a:rPr lang="en-IN" sz="2400" b="1" i="0" dirty="0">
                <a:solidFill>
                  <a:srgbClr val="333333"/>
                </a:solidFill>
                <a:effectLst/>
                <a:latin typeface="Times New Roman" panose="02020603050405020304" pitchFamily="18" charset="0"/>
                <a:cs typeface="Times New Roman" panose="02020603050405020304" pitchFamily="18" charset="0"/>
              </a:rPr>
              <a:t> response)throws </a:t>
            </a:r>
            <a:r>
              <a:rPr lang="en-IN" sz="2400" b="1" i="0" dirty="0" err="1">
                <a:solidFill>
                  <a:srgbClr val="333333"/>
                </a:solidFill>
                <a:effectLst/>
                <a:latin typeface="Times New Roman" panose="02020603050405020304" pitchFamily="18" charset="0"/>
                <a:cs typeface="Times New Roman" panose="02020603050405020304" pitchFamily="18" charset="0"/>
              </a:rPr>
              <a:t>ServletException,java.io.IOException:</a:t>
            </a:r>
            <a:r>
              <a:rPr lang="en-IN" sz="2400" b="0" i="0" dirty="0" err="1">
                <a:solidFill>
                  <a:srgbClr val="333333"/>
                </a:solidFill>
                <a:effectLst/>
                <a:latin typeface="Times New Roman" panose="02020603050405020304" pitchFamily="18" charset="0"/>
                <a:cs typeface="Times New Roman" panose="02020603050405020304" pitchFamily="18" charset="0"/>
              </a:rPr>
              <a:t>Includes</a:t>
            </a:r>
            <a:r>
              <a:rPr lang="en-IN" sz="2400" b="0" i="0" dirty="0">
                <a:solidFill>
                  <a:srgbClr val="333333"/>
                </a:solidFill>
                <a:effectLst/>
                <a:latin typeface="Times New Roman" panose="02020603050405020304" pitchFamily="18" charset="0"/>
                <a:cs typeface="Times New Roman" panose="02020603050405020304" pitchFamily="18" charset="0"/>
              </a:rPr>
              <a:t> the content of a resource (servlet, JSP page, or HTML file) in the response.</a:t>
            </a:r>
          </a:p>
        </p:txBody>
      </p:sp>
    </p:spTree>
    <p:extLst>
      <p:ext uri="{BB962C8B-B14F-4D97-AF65-F5344CB8AC3E}">
        <p14:creationId xmlns:p14="http://schemas.microsoft.com/office/powerpoint/2010/main" val="3798566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77DC6-5D4E-CDA5-1A91-96EE0A9C296A}"/>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655E07CC-0E59-9FCD-231B-2872DDAF28C3}"/>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4442928F-955F-9CC3-835A-16B9514984DE}"/>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err="1">
                <a:solidFill>
                  <a:schemeClr val="bg1"/>
                </a:solidFill>
                <a:effectLst/>
                <a:latin typeface="Times New Roman" panose="02020603050405020304" pitchFamily="18" charset="0"/>
                <a:cs typeface="Times New Roman" panose="02020603050405020304" pitchFamily="18" charset="0"/>
              </a:rPr>
              <a:t>RequestDispatcher</a:t>
            </a:r>
            <a:r>
              <a:rPr lang="en-IN" b="0" i="0" dirty="0">
                <a:solidFill>
                  <a:schemeClr val="bg1"/>
                </a:solidFill>
                <a:effectLst/>
                <a:latin typeface="Times New Roman" panose="02020603050405020304" pitchFamily="18" charset="0"/>
                <a:cs typeface="Times New Roman" panose="02020603050405020304" pitchFamily="18" charset="0"/>
              </a:rPr>
              <a:t> Interface</a:t>
            </a:r>
          </a:p>
        </p:txBody>
      </p:sp>
      <p:pic>
        <p:nvPicPr>
          <p:cNvPr id="3076" name="Picture 4" descr="forward() method of RequestDispatcher interface">
            <a:extLst>
              <a:ext uri="{FF2B5EF4-FFF2-40B4-BE49-F238E27FC236}">
                <a16:creationId xmlns:a16="http://schemas.microsoft.com/office/drawing/2014/main" id="{7ABD1545-7709-C8C1-F240-425554A8AA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9741" y="2330450"/>
            <a:ext cx="7514545" cy="4274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01937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CDBD9-2175-2C03-F548-05054F44A87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A6B3FA84-EDE2-EC3E-6969-38401344649E}"/>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4C1FDE3F-F37A-62AE-4CBC-A6A1BAA9B01E}"/>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err="1">
                <a:solidFill>
                  <a:schemeClr val="bg1"/>
                </a:solidFill>
                <a:effectLst/>
                <a:latin typeface="Times New Roman" panose="02020603050405020304" pitchFamily="18" charset="0"/>
                <a:cs typeface="Times New Roman" panose="02020603050405020304" pitchFamily="18" charset="0"/>
              </a:rPr>
              <a:t>RequestDispatcher</a:t>
            </a:r>
            <a:r>
              <a:rPr lang="en-IN" b="0" i="0" dirty="0">
                <a:solidFill>
                  <a:schemeClr val="bg1"/>
                </a:solidFill>
                <a:effectLst/>
                <a:latin typeface="Times New Roman" panose="02020603050405020304" pitchFamily="18" charset="0"/>
                <a:cs typeface="Times New Roman" panose="02020603050405020304" pitchFamily="18" charset="0"/>
              </a:rPr>
              <a:t> Interface</a:t>
            </a:r>
          </a:p>
        </p:txBody>
      </p:sp>
      <p:pic>
        <p:nvPicPr>
          <p:cNvPr id="4098" name="Picture 2" descr="include() method of RequestDispatcher interface">
            <a:extLst>
              <a:ext uri="{FF2B5EF4-FFF2-40B4-BE49-F238E27FC236}">
                <a16:creationId xmlns:a16="http://schemas.microsoft.com/office/drawing/2014/main" id="{72B127F4-0246-4922-230D-8454080A1B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472" y="2315280"/>
            <a:ext cx="8180614" cy="4513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3338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36F17-E286-ACC6-32CF-EFF593BCDB4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A1438445-B179-47DF-2E61-686F742EF739}"/>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58D837A5-7160-21B4-3D68-47CC3C350E6F}"/>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err="1">
                <a:solidFill>
                  <a:schemeClr val="bg1"/>
                </a:solidFill>
                <a:effectLst/>
                <a:latin typeface="Times New Roman" panose="02020603050405020304" pitchFamily="18" charset="0"/>
                <a:cs typeface="Times New Roman" panose="02020603050405020304" pitchFamily="18" charset="0"/>
              </a:rPr>
              <a:t>sendRedirect</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D9C10A9-317F-2310-5A4B-7F75B8B3BF42}"/>
              </a:ext>
            </a:extLst>
          </p:cNvPr>
          <p:cNvSpPr txBox="1"/>
          <p:nvPr/>
        </p:nvSpPr>
        <p:spPr>
          <a:xfrm>
            <a:off x="0" y="2286000"/>
            <a:ext cx="8953500" cy="4031873"/>
          </a:xfrm>
          <a:prstGeom prst="rect">
            <a:avLst/>
          </a:prstGeom>
          <a:noFill/>
        </p:spPr>
        <p:txBody>
          <a:bodyPr wrap="square" rtlCol="0">
            <a:spAutoFit/>
          </a:bodyPr>
          <a:lstStyle/>
          <a:p>
            <a:pPr marL="342900" indent="-342900">
              <a:buFont typeface="Arial" panose="020B0604020202020204" pitchFamily="34" charset="0"/>
              <a:buChar char="•"/>
            </a:pPr>
            <a:r>
              <a:rPr lang="en-US" sz="3200" b="0" i="0" dirty="0">
                <a:solidFill>
                  <a:srgbClr val="333333"/>
                </a:solidFill>
                <a:effectLst/>
                <a:latin typeface="Times New Roman" panose="02020603050405020304" pitchFamily="18" charset="0"/>
                <a:cs typeface="Times New Roman" panose="02020603050405020304" pitchFamily="18" charset="0"/>
              </a:rPr>
              <a:t>The </a:t>
            </a:r>
            <a:r>
              <a:rPr lang="en-US" sz="3200" b="0" i="0" dirty="0" err="1">
                <a:solidFill>
                  <a:srgbClr val="333333"/>
                </a:solidFill>
                <a:effectLst/>
                <a:latin typeface="Times New Roman" panose="02020603050405020304" pitchFamily="18" charset="0"/>
                <a:cs typeface="Times New Roman" panose="02020603050405020304" pitchFamily="18" charset="0"/>
              </a:rPr>
              <a:t>sendRedirect</a:t>
            </a:r>
            <a:r>
              <a:rPr lang="en-US" sz="3200" b="0" i="0" dirty="0">
                <a:solidFill>
                  <a:srgbClr val="333333"/>
                </a:solidFill>
                <a:effectLst/>
                <a:latin typeface="Times New Roman" panose="02020603050405020304" pitchFamily="18" charset="0"/>
                <a:cs typeface="Times New Roman" panose="02020603050405020304" pitchFamily="18" charset="0"/>
              </a:rPr>
              <a:t>() method of </a:t>
            </a:r>
            <a:r>
              <a:rPr lang="en-US" sz="3200" b="0" i="0" dirty="0" err="1">
                <a:solidFill>
                  <a:srgbClr val="333333"/>
                </a:solidFill>
                <a:effectLst/>
                <a:latin typeface="Times New Roman" panose="02020603050405020304" pitchFamily="18" charset="0"/>
                <a:cs typeface="Times New Roman" panose="02020603050405020304" pitchFamily="18" charset="0"/>
              </a:rPr>
              <a:t>HttpServletResponse</a:t>
            </a:r>
            <a:r>
              <a:rPr lang="en-US" sz="3200" b="0" i="0" dirty="0">
                <a:solidFill>
                  <a:srgbClr val="333333"/>
                </a:solidFill>
                <a:effectLst/>
                <a:latin typeface="Times New Roman" panose="02020603050405020304" pitchFamily="18" charset="0"/>
                <a:cs typeface="Times New Roman" panose="02020603050405020304" pitchFamily="18" charset="0"/>
              </a:rPr>
              <a:t> interface can be used to redirect response to another resource, it may be servlet, </a:t>
            </a:r>
            <a:r>
              <a:rPr lang="en-US" sz="3200" b="0" i="0" dirty="0" err="1">
                <a:solidFill>
                  <a:srgbClr val="333333"/>
                </a:solidFill>
                <a:effectLst/>
                <a:latin typeface="Times New Roman" panose="02020603050405020304" pitchFamily="18" charset="0"/>
                <a:cs typeface="Times New Roman" panose="02020603050405020304" pitchFamily="18" charset="0"/>
              </a:rPr>
              <a:t>jsp</a:t>
            </a:r>
            <a:r>
              <a:rPr lang="en-US" sz="3200" b="0" i="0" dirty="0">
                <a:solidFill>
                  <a:srgbClr val="333333"/>
                </a:solidFill>
                <a:effectLst/>
                <a:latin typeface="Times New Roman" panose="02020603050405020304" pitchFamily="18" charset="0"/>
                <a:cs typeface="Times New Roman" panose="02020603050405020304" pitchFamily="18" charset="0"/>
              </a:rPr>
              <a:t> or html file.</a:t>
            </a:r>
          </a:p>
          <a:p>
            <a:pPr marL="342900" indent="-342900">
              <a:buFont typeface="Arial" panose="020B0604020202020204" pitchFamily="34" charset="0"/>
              <a:buChar char="•"/>
            </a:pPr>
            <a:r>
              <a:rPr lang="en-US" sz="3200" b="0" i="0" dirty="0">
                <a:solidFill>
                  <a:srgbClr val="333333"/>
                </a:solidFill>
                <a:effectLst/>
                <a:latin typeface="Times New Roman" panose="02020603050405020304" pitchFamily="18" charset="0"/>
                <a:cs typeface="Times New Roman" panose="02020603050405020304" pitchFamily="18" charset="0"/>
              </a:rPr>
              <a:t>It accepts relative as well as absolute URL.</a:t>
            </a:r>
          </a:p>
          <a:p>
            <a:pPr marL="342900" indent="-342900">
              <a:buFont typeface="Arial" panose="020B0604020202020204" pitchFamily="34" charset="0"/>
              <a:buChar char="•"/>
            </a:pPr>
            <a:r>
              <a:rPr lang="en-US" sz="3200" b="0" i="0" dirty="0">
                <a:solidFill>
                  <a:srgbClr val="333333"/>
                </a:solidFill>
                <a:effectLst/>
                <a:latin typeface="Times New Roman" panose="02020603050405020304" pitchFamily="18" charset="0"/>
                <a:cs typeface="Times New Roman" panose="02020603050405020304" pitchFamily="18" charset="0"/>
              </a:rPr>
              <a:t>It works at client side because it uses the </a:t>
            </a:r>
            <a:r>
              <a:rPr lang="en-US" sz="3200" b="0" i="0" dirty="0" err="1">
                <a:solidFill>
                  <a:srgbClr val="333333"/>
                </a:solidFill>
                <a:effectLst/>
                <a:latin typeface="Times New Roman" panose="02020603050405020304" pitchFamily="18" charset="0"/>
                <a:cs typeface="Times New Roman" panose="02020603050405020304" pitchFamily="18" charset="0"/>
              </a:rPr>
              <a:t>url</a:t>
            </a:r>
            <a:r>
              <a:rPr lang="en-US" sz="3200" b="0" i="0" dirty="0">
                <a:solidFill>
                  <a:srgbClr val="333333"/>
                </a:solidFill>
                <a:effectLst/>
                <a:latin typeface="Times New Roman" panose="02020603050405020304" pitchFamily="18" charset="0"/>
                <a:cs typeface="Times New Roman" panose="02020603050405020304" pitchFamily="18" charset="0"/>
              </a:rPr>
              <a:t> bar of the browser to make another request. So, it can work inside and outside the server.</a:t>
            </a:r>
            <a:endParaRPr lang="en-IN" sz="32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5672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3CC82-19D2-1D03-4A75-470073BC5FF5}"/>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E82F1EA-A00B-1500-8959-644AC887B7E7}"/>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62ABD66E-0A92-A5CD-F976-DDF0BD15F675}"/>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spcBef>
                <a:spcPct val="0"/>
              </a:spcBef>
              <a:buNone/>
            </a:pPr>
            <a:r>
              <a:rPr lang="en-IN" b="0" i="0" dirty="0" err="1">
                <a:solidFill>
                  <a:schemeClr val="bg1"/>
                </a:solidFill>
                <a:effectLst/>
                <a:latin typeface="Times New Roman" panose="02020603050405020304" pitchFamily="18" charset="0"/>
                <a:cs typeface="Times New Roman" panose="02020603050405020304" pitchFamily="18" charset="0"/>
              </a:rPr>
              <a:t>sendRedirect</a:t>
            </a:r>
            <a:r>
              <a:rPr lang="en-IN" b="0" i="0" dirty="0">
                <a:solidFill>
                  <a:schemeClr val="bg1"/>
                </a:solidFill>
                <a:effectLst/>
                <a:latin typeface="Times New Roman" panose="02020603050405020304" pitchFamily="18" charset="0"/>
                <a:cs typeface="Times New Roman" panose="02020603050405020304" pitchFamily="18" charset="0"/>
              </a:rPr>
              <a:t>() VS forward()</a:t>
            </a:r>
          </a:p>
        </p:txBody>
      </p:sp>
      <p:pic>
        <p:nvPicPr>
          <p:cNvPr id="5" name="Picture 4">
            <a:extLst>
              <a:ext uri="{FF2B5EF4-FFF2-40B4-BE49-F238E27FC236}">
                <a16:creationId xmlns:a16="http://schemas.microsoft.com/office/drawing/2014/main" id="{11B39587-731F-C6B1-54E4-36113B414A47}"/>
              </a:ext>
            </a:extLst>
          </p:cNvPr>
          <p:cNvPicPr>
            <a:picLocks noGrp="1" noChangeAspect="1" noChangeArrowheads="1"/>
          </p:cNvPicPr>
          <p:nvPr/>
        </p:nvPicPr>
        <p:blipFill>
          <a:blip r:embed="rId5"/>
          <a:srcRect l="17347" t="42782" r="16327" b="22751"/>
          <a:stretch>
            <a:fillRect/>
          </a:stretch>
        </p:blipFill>
        <p:spPr bwMode="auto">
          <a:xfrm>
            <a:off x="0" y="2270616"/>
            <a:ext cx="8983661" cy="4358784"/>
          </a:xfrm>
          <a:prstGeom prst="rect">
            <a:avLst/>
          </a:prstGeom>
          <a:noFill/>
          <a:ln w="9525">
            <a:noFill/>
            <a:miter lim="800000"/>
            <a:headEnd/>
            <a:tailEnd/>
          </a:ln>
          <a:effectLst/>
        </p:spPr>
      </p:pic>
    </p:spTree>
    <p:extLst>
      <p:ext uri="{BB962C8B-B14F-4D97-AF65-F5344CB8AC3E}">
        <p14:creationId xmlns:p14="http://schemas.microsoft.com/office/powerpoint/2010/main" val="991244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5026B-FC3B-ABD1-00D5-58B7DE34665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669AB8EA-3A32-D983-1DAC-57A3D86B6FCC}"/>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E41F31F2-BA8A-3DA7-AE08-018409D6D466}"/>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Session Tracking in Servlets</a:t>
            </a:r>
          </a:p>
        </p:txBody>
      </p:sp>
      <p:sp>
        <p:nvSpPr>
          <p:cNvPr id="2" name="TextBox 1">
            <a:extLst>
              <a:ext uri="{FF2B5EF4-FFF2-40B4-BE49-F238E27FC236}">
                <a16:creationId xmlns:a16="http://schemas.microsoft.com/office/drawing/2014/main" id="{C236BE19-1CD3-7D97-AF44-D5123F499A64}"/>
              </a:ext>
            </a:extLst>
          </p:cNvPr>
          <p:cNvSpPr txBox="1"/>
          <p:nvPr/>
        </p:nvSpPr>
        <p:spPr>
          <a:xfrm>
            <a:off x="76200" y="2286000"/>
            <a:ext cx="8953500" cy="4524315"/>
          </a:xfrm>
          <a:prstGeom prst="rect">
            <a:avLst/>
          </a:prstGeom>
          <a:noFill/>
        </p:spPr>
        <p:txBody>
          <a:bodyPr wrap="square" rtlCol="0">
            <a:spAutoFit/>
          </a:bodyPr>
          <a:lstStyle/>
          <a:p>
            <a:pPr marL="342900" indent="-342900">
              <a:buFont typeface="Arial" panose="020B0604020202020204" pitchFamily="34" charset="0"/>
              <a:buChar char="•"/>
            </a:pPr>
            <a:r>
              <a:rPr lang="en-US" sz="2400" i="0" dirty="0">
                <a:effectLst/>
                <a:latin typeface="Times New Roman" panose="02020603050405020304" pitchFamily="18" charset="0"/>
                <a:cs typeface="Times New Roman" panose="02020603050405020304" pitchFamily="18" charset="0"/>
              </a:rPr>
              <a:t>Session simply means a particular interval of time.</a:t>
            </a:r>
          </a:p>
          <a:p>
            <a:pPr marL="342900" indent="-342900">
              <a:buFont typeface="Arial" panose="020B0604020202020204" pitchFamily="34" charset="0"/>
              <a:buChar char="•"/>
            </a:pPr>
            <a:r>
              <a:rPr lang="en-US" sz="2400" i="0" dirty="0">
                <a:effectLst/>
                <a:latin typeface="Times New Roman" panose="02020603050405020304" pitchFamily="18" charset="0"/>
                <a:cs typeface="Times New Roman" panose="02020603050405020304" pitchFamily="18" charset="0"/>
              </a:rPr>
              <a:t>Session Tracking is a way to maintain state (data) of an user. It is also known as session management in servlet.</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i="0" dirty="0">
                <a:effectLst/>
                <a:latin typeface="Times New Roman" panose="02020603050405020304" pitchFamily="18" charset="0"/>
                <a:cs typeface="Times New Roman" panose="02020603050405020304" pitchFamily="18" charset="0"/>
              </a:rPr>
              <a:t>Http protocol is a stateless so we need to maintain state using session tracking techniques. Each time user requests to the server, server treats the request as the new request. So we need to maintain the state of an user to recognize to particular user.</a:t>
            </a:r>
          </a:p>
          <a:p>
            <a:pPr marL="342900" indent="-342900" algn="just">
              <a:buFont typeface="Arial" panose="020B0604020202020204" pitchFamily="34" charset="0"/>
              <a:buChar char="•"/>
            </a:pPr>
            <a:r>
              <a:rPr lang="en-US" sz="2400" b="0" i="0" dirty="0">
                <a:solidFill>
                  <a:srgbClr val="333333"/>
                </a:solidFill>
                <a:effectLst/>
                <a:latin typeface="Times New Roman" panose="02020603050405020304" pitchFamily="18" charset="0"/>
                <a:cs typeface="Times New Roman" panose="02020603050405020304" pitchFamily="18" charset="0"/>
              </a:rPr>
              <a:t>There are four techniques used in Session tracking:</a:t>
            </a:r>
          </a:p>
          <a:p>
            <a:pPr marL="457200" indent="-457200" algn="l">
              <a:buFont typeface="+mj-lt"/>
              <a:buAutoNum type="arabicPeriod"/>
            </a:pPr>
            <a:r>
              <a:rPr lang="en-US" sz="2400" i="0" dirty="0">
                <a:solidFill>
                  <a:srgbClr val="333333"/>
                </a:solidFill>
                <a:effectLst/>
                <a:latin typeface="Times New Roman" panose="02020603050405020304" pitchFamily="18" charset="0"/>
                <a:cs typeface="Times New Roman" panose="02020603050405020304" pitchFamily="18" charset="0"/>
              </a:rPr>
              <a:t>Cookies</a:t>
            </a:r>
          </a:p>
          <a:p>
            <a:pPr marL="457200" indent="-457200" algn="l">
              <a:buFont typeface="+mj-lt"/>
              <a:buAutoNum type="arabicPeriod"/>
            </a:pPr>
            <a:r>
              <a:rPr lang="en-US" sz="2400" i="0" dirty="0">
                <a:solidFill>
                  <a:srgbClr val="333333"/>
                </a:solidFill>
                <a:effectLst/>
                <a:latin typeface="Times New Roman" panose="02020603050405020304" pitchFamily="18" charset="0"/>
                <a:cs typeface="Times New Roman" panose="02020603050405020304" pitchFamily="18" charset="0"/>
              </a:rPr>
              <a:t>Hidden Form Field</a:t>
            </a:r>
          </a:p>
          <a:p>
            <a:pPr marL="457200" indent="-457200" algn="l">
              <a:buFont typeface="+mj-lt"/>
              <a:buAutoNum type="arabicPeriod"/>
            </a:pPr>
            <a:r>
              <a:rPr lang="en-US" sz="2400" i="0" dirty="0">
                <a:solidFill>
                  <a:srgbClr val="333333"/>
                </a:solidFill>
                <a:effectLst/>
                <a:latin typeface="Times New Roman" panose="02020603050405020304" pitchFamily="18" charset="0"/>
                <a:cs typeface="Times New Roman" panose="02020603050405020304" pitchFamily="18" charset="0"/>
              </a:rPr>
              <a:t>URL Rewriting</a:t>
            </a:r>
          </a:p>
          <a:p>
            <a:pPr marL="457200" indent="-457200" algn="l">
              <a:buFont typeface="+mj-lt"/>
              <a:buAutoNum type="arabicPeriod"/>
            </a:pPr>
            <a:r>
              <a:rPr lang="en-US" sz="2400" i="0" dirty="0" err="1">
                <a:solidFill>
                  <a:srgbClr val="333333"/>
                </a:solidFill>
                <a:effectLst/>
                <a:latin typeface="Times New Roman" panose="02020603050405020304" pitchFamily="18" charset="0"/>
                <a:cs typeface="Times New Roman" panose="02020603050405020304" pitchFamily="18" charset="0"/>
              </a:rPr>
              <a:t>HttpSession</a:t>
            </a:r>
            <a:endParaRPr lang="en-US" sz="240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61479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1311E-AA9B-3586-18E9-F326A01D8EAD}"/>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466CE189-980C-50EC-E9A6-A4508B86556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80FC70CD-0B99-DAC4-96EF-3F25E1002CBE}"/>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0" i="0" dirty="0">
                <a:solidFill>
                  <a:schemeClr val="bg1"/>
                </a:solidFill>
                <a:effectLst/>
                <a:latin typeface="Times New Roman" panose="02020603050405020304" pitchFamily="18" charset="0"/>
                <a:cs typeface="Times New Roman" panose="02020603050405020304" pitchFamily="18" charset="0"/>
              </a:rPr>
              <a:t>Cookies</a:t>
            </a:r>
          </a:p>
        </p:txBody>
      </p:sp>
      <p:sp>
        <p:nvSpPr>
          <p:cNvPr id="2" name="TextBox 1">
            <a:extLst>
              <a:ext uri="{FF2B5EF4-FFF2-40B4-BE49-F238E27FC236}">
                <a16:creationId xmlns:a16="http://schemas.microsoft.com/office/drawing/2014/main" id="{FEB62742-816E-2C65-DE7C-E90C56AF4697}"/>
              </a:ext>
            </a:extLst>
          </p:cNvPr>
          <p:cNvSpPr txBox="1"/>
          <p:nvPr/>
        </p:nvSpPr>
        <p:spPr>
          <a:xfrm>
            <a:off x="76200" y="2286000"/>
            <a:ext cx="8953500" cy="4093428"/>
          </a:xfrm>
          <a:prstGeom prst="rect">
            <a:avLst/>
          </a:prstGeom>
          <a:noFill/>
        </p:spPr>
        <p:txBody>
          <a:bodyPr wrap="square" rtlCol="0">
            <a:spAutoFit/>
          </a:bodyPr>
          <a:lstStyle/>
          <a:p>
            <a:pPr marL="342900" indent="-342900" algn="just">
              <a:buFont typeface="Arial" panose="020B0604020202020204" pitchFamily="34" charset="0"/>
              <a:buChar char="•"/>
            </a:pPr>
            <a:r>
              <a:rPr lang="en-US" sz="2600" b="0" i="0" dirty="0">
                <a:solidFill>
                  <a:srgbClr val="333333"/>
                </a:solidFill>
                <a:effectLst/>
                <a:latin typeface="Times New Roman" panose="02020603050405020304" pitchFamily="18" charset="0"/>
                <a:cs typeface="Times New Roman" panose="02020603050405020304" pitchFamily="18" charset="0"/>
              </a:rPr>
              <a:t>A </a:t>
            </a:r>
            <a:r>
              <a:rPr lang="en-US" sz="2600" b="1" i="0" dirty="0">
                <a:solidFill>
                  <a:srgbClr val="333333"/>
                </a:solidFill>
                <a:effectLst/>
                <a:latin typeface="Times New Roman" panose="02020603050405020304" pitchFamily="18" charset="0"/>
                <a:cs typeface="Times New Roman" panose="02020603050405020304" pitchFamily="18" charset="0"/>
              </a:rPr>
              <a:t>cookie</a:t>
            </a:r>
            <a:r>
              <a:rPr lang="en-US" sz="2600" b="0" i="0" dirty="0">
                <a:solidFill>
                  <a:srgbClr val="333333"/>
                </a:solidFill>
                <a:effectLst/>
                <a:latin typeface="Times New Roman" panose="02020603050405020304" pitchFamily="18" charset="0"/>
                <a:cs typeface="Times New Roman" panose="02020603050405020304" pitchFamily="18" charset="0"/>
              </a:rPr>
              <a:t> is a small piece of information that is persisted between the multiple client requests.</a:t>
            </a:r>
            <a:endParaRPr lang="en-US" sz="2600" b="0" dirty="0">
              <a:solidFill>
                <a:srgbClr val="333333"/>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600" b="0" i="0" dirty="0">
                <a:solidFill>
                  <a:srgbClr val="333333"/>
                </a:solidFill>
                <a:effectLst/>
                <a:latin typeface="Times New Roman" panose="02020603050405020304" pitchFamily="18" charset="0"/>
                <a:cs typeface="Times New Roman" panose="02020603050405020304" pitchFamily="18" charset="0"/>
              </a:rPr>
              <a:t>A cookie has a name, a single value, and optional attributes such as a comment, path and domain qualifiers, a maximum age, and a version number.</a:t>
            </a:r>
          </a:p>
          <a:p>
            <a:pPr marL="342900" indent="-342900" algn="just">
              <a:buFont typeface="Arial" panose="020B0604020202020204" pitchFamily="34" charset="0"/>
              <a:buChar char="•"/>
            </a:pPr>
            <a:r>
              <a:rPr lang="en-US" sz="2600" b="0" i="0" dirty="0">
                <a:solidFill>
                  <a:srgbClr val="333333"/>
                </a:solidFill>
                <a:effectLst/>
                <a:latin typeface="Times New Roman" panose="02020603050405020304" pitchFamily="18" charset="0"/>
                <a:cs typeface="Times New Roman" panose="02020603050405020304" pitchFamily="18" charset="0"/>
              </a:rPr>
              <a:t>By default, each request is considered as a new request. In cookies technique, we add cookie with response from the servlet. So cookie is stored in the cache of the browser. After that if request is sent by the user, cookie is added with request by default. Thus, we recognize the user as the old user.</a:t>
            </a:r>
          </a:p>
        </p:txBody>
      </p:sp>
    </p:spTree>
    <p:extLst>
      <p:ext uri="{BB962C8B-B14F-4D97-AF65-F5344CB8AC3E}">
        <p14:creationId xmlns:p14="http://schemas.microsoft.com/office/powerpoint/2010/main" val="1645211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2C97D-E548-7252-D5B9-386BF0223F8B}"/>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DD24681-43FD-CB91-D2F0-E6F654FCDF63}"/>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E290EA23-30DB-B62C-BD69-02DA3CF01FAA}"/>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0" i="0" dirty="0">
                <a:solidFill>
                  <a:schemeClr val="bg1"/>
                </a:solidFill>
                <a:effectLst/>
                <a:latin typeface="Times New Roman" panose="02020603050405020304" pitchFamily="18" charset="0"/>
                <a:cs typeface="Times New Roman" panose="02020603050405020304" pitchFamily="18" charset="0"/>
              </a:rPr>
              <a:t>Cookies</a:t>
            </a:r>
          </a:p>
        </p:txBody>
      </p:sp>
      <p:pic>
        <p:nvPicPr>
          <p:cNvPr id="5122" name="Picture 2" descr="cookies in servlet">
            <a:extLst>
              <a:ext uri="{FF2B5EF4-FFF2-40B4-BE49-F238E27FC236}">
                <a16:creationId xmlns:a16="http://schemas.microsoft.com/office/drawing/2014/main" id="{A2DDDB45-BFBC-2E3B-D6BC-BA8B932D6C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051" y="2342016"/>
            <a:ext cx="7879898" cy="19267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C3CCD76-5301-9AFE-BE85-9FE3DCB39B14}"/>
              </a:ext>
            </a:extLst>
          </p:cNvPr>
          <p:cNvSpPr txBox="1"/>
          <p:nvPr/>
        </p:nvSpPr>
        <p:spPr>
          <a:xfrm>
            <a:off x="97971" y="4268787"/>
            <a:ext cx="8855530" cy="2308324"/>
          </a:xfrm>
          <a:prstGeom prst="rect">
            <a:avLst/>
          </a:prstGeom>
          <a:noFill/>
        </p:spPr>
        <p:txBody>
          <a:bodyPr wrap="square" rtlCol="0">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There are 2 types of cookies in servlets.</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Non-persistent cookie:- It is </a:t>
            </a:r>
            <a:r>
              <a:rPr lang="en-US" sz="2400" b="1" i="0" dirty="0">
                <a:solidFill>
                  <a:srgbClr val="333333"/>
                </a:solidFill>
                <a:effectLst/>
                <a:latin typeface="Times New Roman" panose="02020603050405020304" pitchFamily="18" charset="0"/>
                <a:cs typeface="Times New Roman" panose="02020603050405020304" pitchFamily="18" charset="0"/>
              </a:rPr>
              <a:t>valid for single session</a:t>
            </a:r>
            <a:r>
              <a:rPr lang="en-US" sz="2400" b="0" i="0" dirty="0">
                <a:solidFill>
                  <a:srgbClr val="333333"/>
                </a:solidFill>
                <a:effectLst/>
                <a:latin typeface="Times New Roman" panose="02020603050405020304" pitchFamily="18" charset="0"/>
                <a:cs typeface="Times New Roman" panose="02020603050405020304" pitchFamily="18" charset="0"/>
              </a:rPr>
              <a:t> only. It is removed each time when user closes the browser.</a:t>
            </a:r>
          </a:p>
          <a:p>
            <a:pPr algn="l"/>
            <a:r>
              <a:rPr lang="en-US" sz="2400" b="0" i="0" dirty="0">
                <a:solidFill>
                  <a:srgbClr val="333333"/>
                </a:solidFill>
                <a:effectLst/>
                <a:latin typeface="Times New Roman" panose="02020603050405020304" pitchFamily="18" charset="0"/>
                <a:cs typeface="Times New Roman" panose="02020603050405020304" pitchFamily="18" charset="0"/>
              </a:rPr>
              <a:t>Persistent </a:t>
            </a:r>
            <a:r>
              <a:rPr lang="en-US" sz="2400" b="0" i="0" dirty="0" err="1">
                <a:solidFill>
                  <a:srgbClr val="333333"/>
                </a:solidFill>
                <a:effectLst/>
                <a:latin typeface="Times New Roman" panose="02020603050405020304" pitchFamily="18" charset="0"/>
                <a:cs typeface="Times New Roman" panose="02020603050405020304" pitchFamily="18" charset="0"/>
              </a:rPr>
              <a:t>cookie:It</a:t>
            </a:r>
            <a:r>
              <a:rPr lang="en-US" sz="2400" b="0" i="0" dirty="0">
                <a:solidFill>
                  <a:srgbClr val="333333"/>
                </a:solidFill>
                <a:effectLst/>
                <a:latin typeface="Times New Roman" panose="02020603050405020304" pitchFamily="18" charset="0"/>
                <a:cs typeface="Times New Roman" panose="02020603050405020304" pitchFamily="18" charset="0"/>
              </a:rPr>
              <a:t> is </a:t>
            </a:r>
            <a:r>
              <a:rPr lang="en-US" sz="2400" b="1" i="0" dirty="0">
                <a:solidFill>
                  <a:srgbClr val="333333"/>
                </a:solidFill>
                <a:effectLst/>
                <a:latin typeface="Times New Roman" panose="02020603050405020304" pitchFamily="18" charset="0"/>
                <a:cs typeface="Times New Roman" panose="02020603050405020304" pitchFamily="18" charset="0"/>
              </a:rPr>
              <a:t>valid for multiple session</a:t>
            </a:r>
            <a:r>
              <a:rPr lang="en-US" sz="2400" b="0" i="0" dirty="0">
                <a:solidFill>
                  <a:srgbClr val="333333"/>
                </a:solidFill>
                <a:effectLst/>
                <a:latin typeface="Times New Roman" panose="02020603050405020304" pitchFamily="18" charset="0"/>
                <a:cs typeface="Times New Roman" panose="02020603050405020304" pitchFamily="18" charset="0"/>
              </a:rPr>
              <a:t> . It is not removed each time when user closes the browser. It is removed only if user logout or </a:t>
            </a:r>
            <a:r>
              <a:rPr lang="en-US" sz="2400" b="0" i="0" dirty="0" err="1">
                <a:solidFill>
                  <a:srgbClr val="333333"/>
                </a:solidFill>
                <a:effectLst/>
                <a:latin typeface="Times New Roman" panose="02020603050405020304" pitchFamily="18" charset="0"/>
                <a:cs typeface="Times New Roman" panose="02020603050405020304" pitchFamily="18" charset="0"/>
              </a:rPr>
              <a:t>signout</a:t>
            </a:r>
            <a:r>
              <a:rPr lang="en-US" sz="2400" b="0" i="0" dirty="0">
                <a:solidFill>
                  <a:srgbClr val="333333"/>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994312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3222C-2548-2DB2-8D82-5751876DDB3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894D69AE-14F5-E7F8-1C06-9D396FC532CE}"/>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AC0D2845-954F-EBCD-650F-0A9129173267}"/>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0" i="0" dirty="0">
                <a:solidFill>
                  <a:schemeClr val="bg1"/>
                </a:solidFill>
                <a:effectLst/>
                <a:latin typeface="Times New Roman" panose="02020603050405020304" pitchFamily="18" charset="0"/>
                <a:cs typeface="Times New Roman" panose="02020603050405020304" pitchFamily="18" charset="0"/>
              </a:rPr>
              <a:t>Cookies </a:t>
            </a:r>
          </a:p>
        </p:txBody>
      </p:sp>
      <p:sp>
        <p:nvSpPr>
          <p:cNvPr id="2" name="TextBox 1">
            <a:extLst>
              <a:ext uri="{FF2B5EF4-FFF2-40B4-BE49-F238E27FC236}">
                <a16:creationId xmlns:a16="http://schemas.microsoft.com/office/drawing/2014/main" id="{C86791EA-5B01-D5F2-7B81-A78ED006FBF2}"/>
              </a:ext>
            </a:extLst>
          </p:cNvPr>
          <p:cNvSpPr txBox="1"/>
          <p:nvPr/>
        </p:nvSpPr>
        <p:spPr>
          <a:xfrm>
            <a:off x="76200" y="2286000"/>
            <a:ext cx="8953500" cy="4031873"/>
          </a:xfrm>
          <a:prstGeom prst="rect">
            <a:avLst/>
          </a:prstGeom>
          <a:noFill/>
        </p:spPr>
        <p:txBody>
          <a:bodyPr wrap="square" rtlCol="0">
            <a:spAutoFit/>
          </a:bodyPr>
          <a:lstStyle/>
          <a:p>
            <a:pPr algn="l"/>
            <a:r>
              <a:rPr lang="en-US" sz="3200" b="1" i="0" dirty="0">
                <a:effectLst/>
                <a:latin typeface="Times New Roman" panose="02020603050405020304" pitchFamily="18" charset="0"/>
                <a:cs typeface="Times New Roman" panose="02020603050405020304" pitchFamily="18" charset="0"/>
              </a:rPr>
              <a:t>Advantage of Cookies</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Simplest technique of maintaining the state.</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Cookies are maintained at client side.</a:t>
            </a:r>
          </a:p>
          <a:p>
            <a:pPr algn="l"/>
            <a:r>
              <a:rPr lang="en-US" sz="3200" b="1" i="0" dirty="0">
                <a:effectLst/>
                <a:latin typeface="Times New Roman" panose="02020603050405020304" pitchFamily="18" charset="0"/>
                <a:cs typeface="Times New Roman" panose="02020603050405020304" pitchFamily="18" charset="0"/>
              </a:rPr>
              <a:t>Disadvantage of Cookies</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It will not work if cookie is disabled from the browser.</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Only textual information can be set in Cookie object.</a:t>
            </a:r>
          </a:p>
        </p:txBody>
      </p:sp>
    </p:spTree>
    <p:extLst>
      <p:ext uri="{BB962C8B-B14F-4D97-AF65-F5344CB8AC3E}">
        <p14:creationId xmlns:p14="http://schemas.microsoft.com/office/powerpoint/2010/main" val="42402215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13556-D27C-8129-C7A0-C87022AC322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644D170-838D-90A2-46BD-D4C44F9B07B1}"/>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28F1640A-58C4-6EB4-0D9C-653B04CED0DB}"/>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0" i="0" dirty="0">
                <a:solidFill>
                  <a:schemeClr val="bg1"/>
                </a:solidFill>
                <a:effectLst/>
                <a:latin typeface="Times New Roman" panose="02020603050405020304" pitchFamily="18" charset="0"/>
                <a:cs typeface="Times New Roman" panose="02020603050405020304" pitchFamily="18" charset="0"/>
              </a:rPr>
              <a:t>Cookie Class </a:t>
            </a:r>
          </a:p>
        </p:txBody>
      </p:sp>
      <p:sp>
        <p:nvSpPr>
          <p:cNvPr id="2" name="TextBox 1">
            <a:extLst>
              <a:ext uri="{FF2B5EF4-FFF2-40B4-BE49-F238E27FC236}">
                <a16:creationId xmlns:a16="http://schemas.microsoft.com/office/drawing/2014/main" id="{D6541523-8241-A79B-D1DC-EC51548D77B6}"/>
              </a:ext>
            </a:extLst>
          </p:cNvPr>
          <p:cNvSpPr txBox="1"/>
          <p:nvPr/>
        </p:nvSpPr>
        <p:spPr>
          <a:xfrm>
            <a:off x="76200" y="2286000"/>
            <a:ext cx="8953500" cy="4401205"/>
          </a:xfrm>
          <a:prstGeom prst="rect">
            <a:avLst/>
          </a:prstGeom>
          <a:noFill/>
        </p:spPr>
        <p:txBody>
          <a:bodyPr wrap="square" rtlCol="0">
            <a:spAutoFit/>
          </a:bodyPr>
          <a:lstStyle/>
          <a:p>
            <a:pPr algn="l"/>
            <a:r>
              <a:rPr lang="en-US" sz="2800" b="1" i="0" dirty="0" err="1">
                <a:solidFill>
                  <a:srgbClr val="333333"/>
                </a:solidFill>
                <a:effectLst/>
                <a:latin typeface="Times New Roman" panose="02020603050405020304" pitchFamily="18" charset="0"/>
                <a:cs typeface="Times New Roman" panose="02020603050405020304" pitchFamily="18" charset="0"/>
              </a:rPr>
              <a:t>jakarta.servlet.http.Cookie</a:t>
            </a:r>
            <a:r>
              <a:rPr lang="en-US" sz="2800" b="0" i="0" dirty="0">
                <a:solidFill>
                  <a:srgbClr val="333333"/>
                </a:solidFill>
                <a:effectLst/>
                <a:latin typeface="Times New Roman" panose="02020603050405020304" pitchFamily="18" charset="0"/>
                <a:cs typeface="Times New Roman" panose="02020603050405020304" pitchFamily="18" charset="0"/>
              </a:rPr>
              <a:t> class provides the functionality of using cookies. It provides a lot of useful methods for cookies.</a:t>
            </a:r>
          </a:p>
          <a:p>
            <a:pPr algn="l"/>
            <a:r>
              <a:rPr lang="en-US" sz="2800" b="0" i="0" dirty="0">
                <a:solidFill>
                  <a:srgbClr val="333333"/>
                </a:solidFill>
                <a:effectLst/>
                <a:latin typeface="Times New Roman" panose="02020603050405020304" pitchFamily="18" charset="0"/>
                <a:cs typeface="Times New Roman" panose="02020603050405020304" pitchFamily="18" charset="0"/>
              </a:rPr>
              <a:t>For adding cookie or getting the value from the cookie, we need some methods provided by other interfaces. They are:</a:t>
            </a:r>
          </a:p>
          <a:p>
            <a:pPr algn="l"/>
            <a:r>
              <a:rPr lang="en-US" sz="2800" b="1" i="0" dirty="0">
                <a:solidFill>
                  <a:srgbClr val="333333"/>
                </a:solidFill>
                <a:effectLst/>
                <a:latin typeface="Times New Roman" panose="02020603050405020304" pitchFamily="18" charset="0"/>
                <a:cs typeface="Times New Roman" panose="02020603050405020304" pitchFamily="18" charset="0"/>
              </a:rPr>
              <a:t>public void </a:t>
            </a:r>
            <a:r>
              <a:rPr lang="en-US" sz="2800" b="1" i="0" dirty="0" err="1">
                <a:solidFill>
                  <a:srgbClr val="333333"/>
                </a:solidFill>
                <a:effectLst/>
                <a:latin typeface="Times New Roman" panose="02020603050405020304" pitchFamily="18" charset="0"/>
                <a:cs typeface="Times New Roman" panose="02020603050405020304" pitchFamily="18" charset="0"/>
              </a:rPr>
              <a:t>addCookie</a:t>
            </a:r>
            <a:r>
              <a:rPr lang="en-US" sz="2800" b="1" i="0" dirty="0">
                <a:solidFill>
                  <a:srgbClr val="333333"/>
                </a:solidFill>
                <a:effectLst/>
                <a:latin typeface="Times New Roman" panose="02020603050405020304" pitchFamily="18" charset="0"/>
                <a:cs typeface="Times New Roman" panose="02020603050405020304" pitchFamily="18" charset="0"/>
              </a:rPr>
              <a:t>(Cookie ck):</a:t>
            </a:r>
            <a:r>
              <a:rPr lang="en-US" sz="2800" b="0" i="0" dirty="0">
                <a:solidFill>
                  <a:srgbClr val="333333"/>
                </a:solidFill>
                <a:effectLst/>
                <a:latin typeface="Times New Roman" panose="02020603050405020304" pitchFamily="18" charset="0"/>
                <a:cs typeface="Times New Roman" panose="02020603050405020304" pitchFamily="18" charset="0"/>
              </a:rPr>
              <a:t>method of </a:t>
            </a:r>
            <a:r>
              <a:rPr lang="en-US" sz="2800" b="0" i="0" dirty="0" err="1">
                <a:solidFill>
                  <a:srgbClr val="333333"/>
                </a:solidFill>
                <a:effectLst/>
                <a:latin typeface="Times New Roman" panose="02020603050405020304" pitchFamily="18" charset="0"/>
                <a:cs typeface="Times New Roman" panose="02020603050405020304" pitchFamily="18" charset="0"/>
              </a:rPr>
              <a:t>HttpServletResponse</a:t>
            </a:r>
            <a:r>
              <a:rPr lang="en-US" sz="2800" b="0" i="0" dirty="0">
                <a:solidFill>
                  <a:srgbClr val="333333"/>
                </a:solidFill>
                <a:effectLst/>
                <a:latin typeface="Times New Roman" panose="02020603050405020304" pitchFamily="18" charset="0"/>
                <a:cs typeface="Times New Roman" panose="02020603050405020304" pitchFamily="18" charset="0"/>
              </a:rPr>
              <a:t> interface is used to add cookie in response object.</a:t>
            </a:r>
          </a:p>
          <a:p>
            <a:pPr algn="l"/>
            <a:r>
              <a:rPr lang="en-US" sz="2800" b="1" i="0" dirty="0">
                <a:solidFill>
                  <a:srgbClr val="333333"/>
                </a:solidFill>
                <a:effectLst/>
                <a:latin typeface="Times New Roman" panose="02020603050405020304" pitchFamily="18" charset="0"/>
                <a:cs typeface="Times New Roman" panose="02020603050405020304" pitchFamily="18" charset="0"/>
              </a:rPr>
              <a:t>public Cookie[] </a:t>
            </a:r>
            <a:r>
              <a:rPr lang="en-US" sz="2800" b="1" i="0" dirty="0" err="1">
                <a:solidFill>
                  <a:srgbClr val="333333"/>
                </a:solidFill>
                <a:effectLst/>
                <a:latin typeface="Times New Roman" panose="02020603050405020304" pitchFamily="18" charset="0"/>
                <a:cs typeface="Times New Roman" panose="02020603050405020304" pitchFamily="18" charset="0"/>
              </a:rPr>
              <a:t>getCookies</a:t>
            </a:r>
            <a:r>
              <a:rPr lang="en-US" sz="2800" b="1" i="0" dirty="0">
                <a:solidFill>
                  <a:srgbClr val="333333"/>
                </a:solidFill>
                <a:effectLst/>
                <a:latin typeface="Times New Roman" panose="02020603050405020304" pitchFamily="18" charset="0"/>
                <a:cs typeface="Times New Roman" panose="02020603050405020304" pitchFamily="18" charset="0"/>
              </a:rPr>
              <a:t>():</a:t>
            </a:r>
            <a:r>
              <a:rPr lang="en-US" sz="2800" b="0" i="0" dirty="0">
                <a:solidFill>
                  <a:srgbClr val="333333"/>
                </a:solidFill>
                <a:effectLst/>
                <a:latin typeface="Times New Roman" panose="02020603050405020304" pitchFamily="18" charset="0"/>
                <a:cs typeface="Times New Roman" panose="02020603050405020304" pitchFamily="18" charset="0"/>
              </a:rPr>
              <a:t>method of </a:t>
            </a:r>
            <a:r>
              <a:rPr lang="en-US" sz="2800" b="0" i="0" dirty="0" err="1">
                <a:solidFill>
                  <a:srgbClr val="333333"/>
                </a:solidFill>
                <a:effectLst/>
                <a:latin typeface="Times New Roman" panose="02020603050405020304" pitchFamily="18" charset="0"/>
                <a:cs typeface="Times New Roman" panose="02020603050405020304" pitchFamily="18" charset="0"/>
              </a:rPr>
              <a:t>HttpServletRequest</a:t>
            </a:r>
            <a:r>
              <a:rPr lang="en-US" sz="2800" b="0" i="0" dirty="0">
                <a:solidFill>
                  <a:srgbClr val="333333"/>
                </a:solidFill>
                <a:effectLst/>
                <a:latin typeface="Times New Roman" panose="02020603050405020304" pitchFamily="18" charset="0"/>
                <a:cs typeface="Times New Roman" panose="02020603050405020304" pitchFamily="18" charset="0"/>
              </a:rPr>
              <a:t> interface is used to return all the cookies from the browser.</a:t>
            </a:r>
          </a:p>
        </p:txBody>
      </p:sp>
    </p:spTree>
    <p:extLst>
      <p:ext uri="{BB962C8B-B14F-4D97-AF65-F5344CB8AC3E}">
        <p14:creationId xmlns:p14="http://schemas.microsoft.com/office/powerpoint/2010/main" val="43235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4AEA1-12BB-89C3-F291-1F6FCE8B4FB9}"/>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BF0E225-AC08-AAB7-AFEC-793B1E0B69C9}"/>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A1F223DA-7329-47C9-0ABB-B38D4640F252}"/>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buNone/>
            </a:pPr>
            <a:r>
              <a:rPr lang="en-IN" b="0" i="0" dirty="0">
                <a:solidFill>
                  <a:schemeClr val="bg1"/>
                </a:solidFill>
                <a:effectLst/>
                <a:latin typeface="Times New Roman" panose="02020603050405020304" pitchFamily="18" charset="0"/>
                <a:cs typeface="Times New Roman" panose="02020603050405020304" pitchFamily="18" charset="0"/>
              </a:rPr>
              <a:t>Cookie Class </a:t>
            </a:r>
          </a:p>
        </p:txBody>
      </p:sp>
      <p:graphicFrame>
        <p:nvGraphicFramePr>
          <p:cNvPr id="5" name="Table 4">
            <a:extLst>
              <a:ext uri="{FF2B5EF4-FFF2-40B4-BE49-F238E27FC236}">
                <a16:creationId xmlns:a16="http://schemas.microsoft.com/office/drawing/2014/main" id="{93039208-04C1-C1AA-D6F2-65F3F5876024}"/>
              </a:ext>
            </a:extLst>
          </p:cNvPr>
          <p:cNvGraphicFramePr>
            <a:graphicFrameLocks noGrp="1"/>
          </p:cNvGraphicFramePr>
          <p:nvPr>
            <p:extLst>
              <p:ext uri="{D42A27DB-BD31-4B8C-83A1-F6EECF244321}">
                <p14:modId xmlns:p14="http://schemas.microsoft.com/office/powerpoint/2010/main" val="693070837"/>
              </p:ext>
            </p:extLst>
          </p:nvPr>
        </p:nvGraphicFramePr>
        <p:xfrm>
          <a:off x="226878" y="2330450"/>
          <a:ext cx="8623208" cy="1549400"/>
        </p:xfrm>
        <a:graphic>
          <a:graphicData uri="http://schemas.openxmlformats.org/drawingml/2006/table">
            <a:tbl>
              <a:tblPr>
                <a:tableStyleId>{08FB837D-C827-4EFA-A057-4D05807E0F7C}</a:tableStyleId>
              </a:tblPr>
              <a:tblGrid>
                <a:gridCol w="4311604">
                  <a:extLst>
                    <a:ext uri="{9D8B030D-6E8A-4147-A177-3AD203B41FA5}">
                      <a16:colId xmlns:a16="http://schemas.microsoft.com/office/drawing/2014/main" val="3803324345"/>
                    </a:ext>
                  </a:extLst>
                </a:gridCol>
                <a:gridCol w="4311604">
                  <a:extLst>
                    <a:ext uri="{9D8B030D-6E8A-4147-A177-3AD203B41FA5}">
                      <a16:colId xmlns:a16="http://schemas.microsoft.com/office/drawing/2014/main" val="3075817170"/>
                    </a:ext>
                  </a:extLst>
                </a:gridCol>
              </a:tblGrid>
              <a:tr h="350679">
                <a:tc>
                  <a:txBody>
                    <a:bodyPr/>
                    <a:lstStyle/>
                    <a:p>
                      <a:pPr algn="l" fontAlgn="t"/>
                      <a:r>
                        <a:rPr lang="en-IN" sz="2000" dirty="0">
                          <a:solidFill>
                            <a:schemeClr val="tx1"/>
                          </a:solidFill>
                          <a:effectLst/>
                        </a:rPr>
                        <a:t>Constructor</a:t>
                      </a:r>
                    </a:p>
                  </a:txBody>
                  <a:tcPr marL="63500" marR="63500" marT="63500" marB="63500"/>
                </a:tc>
                <a:tc>
                  <a:txBody>
                    <a:bodyPr/>
                    <a:lstStyle/>
                    <a:p>
                      <a:pPr algn="l" fontAlgn="t"/>
                      <a:r>
                        <a:rPr lang="en-IN" sz="2000">
                          <a:solidFill>
                            <a:schemeClr val="tx1"/>
                          </a:solidFill>
                          <a:effectLst/>
                        </a:rPr>
                        <a:t>Description</a:t>
                      </a:r>
                    </a:p>
                  </a:txBody>
                  <a:tcPr marL="63500" marR="63500" marT="63500" marB="63500"/>
                </a:tc>
                <a:extLst>
                  <a:ext uri="{0D108BD9-81ED-4DB2-BD59-A6C34878D82A}">
                    <a16:rowId xmlns:a16="http://schemas.microsoft.com/office/drawing/2014/main" val="2135873968"/>
                  </a:ext>
                </a:extLst>
              </a:tr>
              <a:tr h="330051">
                <a:tc>
                  <a:txBody>
                    <a:bodyPr/>
                    <a:lstStyle/>
                    <a:p>
                      <a:r>
                        <a:rPr lang="en-IN" sz="2000">
                          <a:solidFill>
                            <a:schemeClr val="tx1"/>
                          </a:solidFill>
                          <a:effectLst/>
                        </a:rPr>
                        <a:t>Cookie()</a:t>
                      </a:r>
                    </a:p>
                  </a:txBody>
                  <a:tcPr marL="50800" marR="50800" marT="50800" marB="50800" anchor="ctr"/>
                </a:tc>
                <a:tc>
                  <a:txBody>
                    <a:bodyPr/>
                    <a:lstStyle/>
                    <a:p>
                      <a:r>
                        <a:rPr lang="en-IN" sz="2000" dirty="0">
                          <a:solidFill>
                            <a:schemeClr val="tx1"/>
                          </a:solidFill>
                          <a:effectLst/>
                        </a:rPr>
                        <a:t>constructs a cookie.</a:t>
                      </a:r>
                    </a:p>
                  </a:txBody>
                  <a:tcPr marL="50800" marR="50800" marT="50800" marB="50800" anchor="ctr"/>
                </a:tc>
                <a:extLst>
                  <a:ext uri="{0D108BD9-81ED-4DB2-BD59-A6C34878D82A}">
                    <a16:rowId xmlns:a16="http://schemas.microsoft.com/office/drawing/2014/main" val="4293258822"/>
                  </a:ext>
                </a:extLst>
              </a:tr>
              <a:tr h="577590">
                <a:tc>
                  <a:txBody>
                    <a:bodyPr/>
                    <a:lstStyle/>
                    <a:p>
                      <a:r>
                        <a:rPr lang="en-US" sz="2000" dirty="0">
                          <a:solidFill>
                            <a:schemeClr val="tx1"/>
                          </a:solidFill>
                          <a:effectLst/>
                        </a:rPr>
                        <a:t>Cookie(String name, String value)</a:t>
                      </a:r>
                    </a:p>
                  </a:txBody>
                  <a:tcPr marL="50800" marR="50800" marT="50800" marB="50800" anchor="ctr"/>
                </a:tc>
                <a:tc>
                  <a:txBody>
                    <a:bodyPr/>
                    <a:lstStyle/>
                    <a:p>
                      <a:r>
                        <a:rPr lang="en-US" sz="2000" dirty="0">
                          <a:solidFill>
                            <a:schemeClr val="tx1"/>
                          </a:solidFill>
                          <a:effectLst/>
                        </a:rPr>
                        <a:t>constructs a cookie with a specified name and value.</a:t>
                      </a:r>
                    </a:p>
                  </a:txBody>
                  <a:tcPr marL="50800" marR="50800" marT="50800" marB="50800" anchor="ctr"/>
                </a:tc>
                <a:extLst>
                  <a:ext uri="{0D108BD9-81ED-4DB2-BD59-A6C34878D82A}">
                    <a16:rowId xmlns:a16="http://schemas.microsoft.com/office/drawing/2014/main" val="1857845095"/>
                  </a:ext>
                </a:extLst>
              </a:tr>
            </a:tbl>
          </a:graphicData>
        </a:graphic>
      </p:graphicFrame>
      <p:graphicFrame>
        <p:nvGraphicFramePr>
          <p:cNvPr id="6" name="Table 5">
            <a:extLst>
              <a:ext uri="{FF2B5EF4-FFF2-40B4-BE49-F238E27FC236}">
                <a16:creationId xmlns:a16="http://schemas.microsoft.com/office/drawing/2014/main" id="{E025D39A-0654-48EA-7FA9-35FE02AC7804}"/>
              </a:ext>
            </a:extLst>
          </p:cNvPr>
          <p:cNvGraphicFramePr>
            <a:graphicFrameLocks noGrp="1"/>
          </p:cNvGraphicFramePr>
          <p:nvPr>
            <p:extLst>
              <p:ext uri="{D42A27DB-BD31-4B8C-83A1-F6EECF244321}">
                <p14:modId xmlns:p14="http://schemas.microsoft.com/office/powerpoint/2010/main" val="2012428042"/>
              </p:ext>
            </p:extLst>
          </p:nvPr>
        </p:nvGraphicFramePr>
        <p:xfrm>
          <a:off x="226878" y="3879850"/>
          <a:ext cx="8623208" cy="3114499"/>
        </p:xfrm>
        <a:graphic>
          <a:graphicData uri="http://schemas.openxmlformats.org/drawingml/2006/table">
            <a:tbl>
              <a:tblPr>
                <a:tableStyleId>{08FB837D-C827-4EFA-A057-4D05807E0F7C}</a:tableStyleId>
              </a:tblPr>
              <a:tblGrid>
                <a:gridCol w="4311604">
                  <a:extLst>
                    <a:ext uri="{9D8B030D-6E8A-4147-A177-3AD203B41FA5}">
                      <a16:colId xmlns:a16="http://schemas.microsoft.com/office/drawing/2014/main" val="2875015056"/>
                    </a:ext>
                  </a:extLst>
                </a:gridCol>
                <a:gridCol w="4311604">
                  <a:extLst>
                    <a:ext uri="{9D8B030D-6E8A-4147-A177-3AD203B41FA5}">
                      <a16:colId xmlns:a16="http://schemas.microsoft.com/office/drawing/2014/main" val="2736729411"/>
                    </a:ext>
                  </a:extLst>
                </a:gridCol>
              </a:tblGrid>
              <a:tr h="369656">
                <a:tc>
                  <a:txBody>
                    <a:bodyPr/>
                    <a:lstStyle/>
                    <a:p>
                      <a:pPr algn="l" fontAlgn="t"/>
                      <a:r>
                        <a:rPr lang="en-IN" sz="2000" dirty="0">
                          <a:solidFill>
                            <a:schemeClr val="tx1"/>
                          </a:solidFill>
                          <a:effectLst/>
                        </a:rPr>
                        <a:t>Method</a:t>
                      </a:r>
                    </a:p>
                  </a:txBody>
                  <a:tcPr marL="58173" marR="58173" marT="58173" marB="58173"/>
                </a:tc>
                <a:tc>
                  <a:txBody>
                    <a:bodyPr/>
                    <a:lstStyle/>
                    <a:p>
                      <a:pPr algn="l" fontAlgn="t"/>
                      <a:r>
                        <a:rPr lang="en-IN" sz="2000" dirty="0">
                          <a:solidFill>
                            <a:schemeClr val="tx1"/>
                          </a:solidFill>
                          <a:effectLst/>
                        </a:rPr>
                        <a:t>Description</a:t>
                      </a:r>
                    </a:p>
                  </a:txBody>
                  <a:tcPr marL="58173" marR="58173" marT="58173" marB="58173"/>
                </a:tc>
                <a:extLst>
                  <a:ext uri="{0D108BD9-81ED-4DB2-BD59-A6C34878D82A}">
                    <a16:rowId xmlns:a16="http://schemas.microsoft.com/office/drawing/2014/main" val="1911580469"/>
                  </a:ext>
                </a:extLst>
              </a:tr>
              <a:tr h="616765">
                <a:tc>
                  <a:txBody>
                    <a:bodyPr/>
                    <a:lstStyle/>
                    <a:p>
                      <a:r>
                        <a:rPr lang="en-IN" sz="2000" dirty="0">
                          <a:solidFill>
                            <a:schemeClr val="tx1"/>
                          </a:solidFill>
                          <a:effectLst/>
                        </a:rPr>
                        <a:t>public void </a:t>
                      </a:r>
                      <a:r>
                        <a:rPr lang="en-IN" sz="2000" dirty="0" err="1">
                          <a:solidFill>
                            <a:schemeClr val="tx1"/>
                          </a:solidFill>
                          <a:effectLst/>
                        </a:rPr>
                        <a:t>setMaxAge</a:t>
                      </a:r>
                      <a:r>
                        <a:rPr lang="en-IN" sz="2000" dirty="0">
                          <a:solidFill>
                            <a:schemeClr val="tx1"/>
                          </a:solidFill>
                          <a:effectLst/>
                        </a:rPr>
                        <a:t>(int expiry)</a:t>
                      </a:r>
                    </a:p>
                  </a:txBody>
                  <a:tcPr marL="46538" marR="46538" marT="46538" marB="46538" anchor="ctr"/>
                </a:tc>
                <a:tc>
                  <a:txBody>
                    <a:bodyPr/>
                    <a:lstStyle/>
                    <a:p>
                      <a:r>
                        <a:rPr lang="en-US" sz="2000" dirty="0">
                          <a:solidFill>
                            <a:schemeClr val="tx1"/>
                          </a:solidFill>
                          <a:effectLst/>
                        </a:rPr>
                        <a:t>Sets the maximum age of the cookie in seconds.</a:t>
                      </a:r>
                    </a:p>
                  </a:txBody>
                  <a:tcPr marL="46538" marR="46538" marT="46538" marB="46538" anchor="ctr"/>
                </a:tc>
                <a:extLst>
                  <a:ext uri="{0D108BD9-81ED-4DB2-BD59-A6C34878D82A}">
                    <a16:rowId xmlns:a16="http://schemas.microsoft.com/office/drawing/2014/main" val="4116303768"/>
                  </a:ext>
                </a:extLst>
              </a:tr>
              <a:tr h="616765">
                <a:tc>
                  <a:txBody>
                    <a:bodyPr/>
                    <a:lstStyle/>
                    <a:p>
                      <a:r>
                        <a:rPr lang="en-IN" sz="2000" dirty="0">
                          <a:solidFill>
                            <a:schemeClr val="tx1"/>
                          </a:solidFill>
                          <a:effectLst/>
                        </a:rPr>
                        <a:t>public String </a:t>
                      </a:r>
                      <a:r>
                        <a:rPr lang="en-IN" sz="2000" dirty="0" err="1">
                          <a:solidFill>
                            <a:schemeClr val="tx1"/>
                          </a:solidFill>
                          <a:effectLst/>
                        </a:rPr>
                        <a:t>getName</a:t>
                      </a:r>
                      <a:r>
                        <a:rPr lang="en-IN" sz="2000" dirty="0">
                          <a:solidFill>
                            <a:schemeClr val="tx1"/>
                          </a:solidFill>
                          <a:effectLst/>
                        </a:rPr>
                        <a:t>()</a:t>
                      </a:r>
                    </a:p>
                  </a:txBody>
                  <a:tcPr marL="46538" marR="46538" marT="46538" marB="46538" anchor="ctr"/>
                </a:tc>
                <a:tc>
                  <a:txBody>
                    <a:bodyPr/>
                    <a:lstStyle/>
                    <a:p>
                      <a:r>
                        <a:rPr lang="en-US" sz="2000" dirty="0">
                          <a:solidFill>
                            <a:schemeClr val="tx1"/>
                          </a:solidFill>
                          <a:effectLst/>
                        </a:rPr>
                        <a:t>Returns the name of the cookie. The name cannot be changed after creation.</a:t>
                      </a:r>
                    </a:p>
                  </a:txBody>
                  <a:tcPr marL="46538" marR="46538" marT="46538" marB="46538" anchor="ctr"/>
                </a:tc>
                <a:extLst>
                  <a:ext uri="{0D108BD9-81ED-4DB2-BD59-A6C34878D82A}">
                    <a16:rowId xmlns:a16="http://schemas.microsoft.com/office/drawing/2014/main" val="1876168328"/>
                  </a:ext>
                </a:extLst>
              </a:tr>
              <a:tr h="492249">
                <a:tc>
                  <a:txBody>
                    <a:bodyPr/>
                    <a:lstStyle/>
                    <a:p>
                      <a:r>
                        <a:rPr lang="en-IN" sz="2000">
                          <a:solidFill>
                            <a:schemeClr val="tx1"/>
                          </a:solidFill>
                          <a:effectLst/>
                        </a:rPr>
                        <a:t>public String getValue()</a:t>
                      </a:r>
                    </a:p>
                  </a:txBody>
                  <a:tcPr marL="46538" marR="46538" marT="46538" marB="46538" anchor="ctr"/>
                </a:tc>
                <a:tc>
                  <a:txBody>
                    <a:bodyPr/>
                    <a:lstStyle/>
                    <a:p>
                      <a:r>
                        <a:rPr lang="en-US" sz="2000" dirty="0">
                          <a:solidFill>
                            <a:schemeClr val="tx1"/>
                          </a:solidFill>
                          <a:effectLst/>
                        </a:rPr>
                        <a:t>Returns the value of the cookie.</a:t>
                      </a:r>
                    </a:p>
                  </a:txBody>
                  <a:tcPr marL="46538" marR="46538" marT="46538" marB="46538" anchor="ctr"/>
                </a:tc>
                <a:extLst>
                  <a:ext uri="{0D108BD9-81ED-4DB2-BD59-A6C34878D82A}">
                    <a16:rowId xmlns:a16="http://schemas.microsoft.com/office/drawing/2014/main" val="1003346599"/>
                  </a:ext>
                </a:extLst>
              </a:tr>
              <a:tr h="386866">
                <a:tc>
                  <a:txBody>
                    <a:bodyPr/>
                    <a:lstStyle/>
                    <a:p>
                      <a:r>
                        <a:rPr lang="en-US" sz="2000">
                          <a:solidFill>
                            <a:schemeClr val="tx1"/>
                          </a:solidFill>
                          <a:effectLst/>
                        </a:rPr>
                        <a:t>public void setName(String name)</a:t>
                      </a:r>
                    </a:p>
                  </a:txBody>
                  <a:tcPr marL="46538" marR="46538" marT="46538" marB="46538" anchor="ctr"/>
                </a:tc>
                <a:tc>
                  <a:txBody>
                    <a:bodyPr/>
                    <a:lstStyle/>
                    <a:p>
                      <a:r>
                        <a:rPr lang="en-US" sz="2000">
                          <a:solidFill>
                            <a:schemeClr val="tx1"/>
                          </a:solidFill>
                          <a:effectLst/>
                        </a:rPr>
                        <a:t>changes the name of the cookie.</a:t>
                      </a:r>
                    </a:p>
                  </a:txBody>
                  <a:tcPr marL="46538" marR="46538" marT="46538" marB="46538" anchor="ctr"/>
                </a:tc>
                <a:extLst>
                  <a:ext uri="{0D108BD9-81ED-4DB2-BD59-A6C34878D82A}">
                    <a16:rowId xmlns:a16="http://schemas.microsoft.com/office/drawing/2014/main" val="1191178378"/>
                  </a:ext>
                </a:extLst>
              </a:tr>
              <a:tr h="349231">
                <a:tc>
                  <a:txBody>
                    <a:bodyPr/>
                    <a:lstStyle/>
                    <a:p>
                      <a:r>
                        <a:rPr lang="en-US" sz="2000">
                          <a:solidFill>
                            <a:schemeClr val="tx1"/>
                          </a:solidFill>
                          <a:effectLst/>
                        </a:rPr>
                        <a:t>public void setValue(String value)</a:t>
                      </a:r>
                    </a:p>
                  </a:txBody>
                  <a:tcPr marL="46538" marR="46538" marT="46538" marB="46538" anchor="ctr"/>
                </a:tc>
                <a:tc>
                  <a:txBody>
                    <a:bodyPr/>
                    <a:lstStyle/>
                    <a:p>
                      <a:r>
                        <a:rPr lang="en-US" sz="2000" dirty="0">
                          <a:solidFill>
                            <a:schemeClr val="tx1"/>
                          </a:solidFill>
                          <a:effectLst/>
                        </a:rPr>
                        <a:t>changes the value of the cookie.</a:t>
                      </a:r>
                    </a:p>
                  </a:txBody>
                  <a:tcPr marL="46538" marR="46538" marT="46538" marB="46538" anchor="ctr"/>
                </a:tc>
                <a:extLst>
                  <a:ext uri="{0D108BD9-81ED-4DB2-BD59-A6C34878D82A}">
                    <a16:rowId xmlns:a16="http://schemas.microsoft.com/office/drawing/2014/main" val="2621165314"/>
                  </a:ext>
                </a:extLst>
              </a:tr>
            </a:tbl>
          </a:graphicData>
        </a:graphic>
      </p:graphicFrame>
    </p:spTree>
    <p:extLst>
      <p:ext uri="{BB962C8B-B14F-4D97-AF65-F5344CB8AC3E}">
        <p14:creationId xmlns:p14="http://schemas.microsoft.com/office/powerpoint/2010/main" val="29690959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E4474-E245-C177-2DD4-B0147EE56354}"/>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A857F01D-4855-C6BC-C7A5-7C1C05D2BDFC}"/>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E10A08F3-CE90-E5BD-9CF2-2EB0EC8C83D5}"/>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Hidden Form Field</a:t>
            </a:r>
          </a:p>
        </p:txBody>
      </p:sp>
      <p:sp>
        <p:nvSpPr>
          <p:cNvPr id="2" name="TextBox 1">
            <a:extLst>
              <a:ext uri="{FF2B5EF4-FFF2-40B4-BE49-F238E27FC236}">
                <a16:creationId xmlns:a16="http://schemas.microsoft.com/office/drawing/2014/main" id="{641F84D4-D23F-4D6D-2433-B5B24DE18169}"/>
              </a:ext>
            </a:extLst>
          </p:cNvPr>
          <p:cNvSpPr txBox="1"/>
          <p:nvPr/>
        </p:nvSpPr>
        <p:spPr>
          <a:xfrm>
            <a:off x="76200" y="2286000"/>
            <a:ext cx="8953500" cy="4108817"/>
          </a:xfrm>
          <a:prstGeom prst="rect">
            <a:avLst/>
          </a:prstGeom>
          <a:noFill/>
        </p:spPr>
        <p:txBody>
          <a:bodyPr wrap="square" rtlCol="0">
            <a:spAutoFit/>
          </a:bodyPr>
          <a:lstStyle/>
          <a:p>
            <a:pPr marL="457200" indent="-457200" algn="l">
              <a:buFont typeface="Arial" panose="020B0604020202020204" pitchFamily="34" charset="0"/>
              <a:buChar char="•"/>
            </a:pPr>
            <a:r>
              <a:rPr lang="en-US" sz="2900" i="0" dirty="0">
                <a:effectLst/>
                <a:latin typeface="Times New Roman" panose="02020603050405020304" pitchFamily="18" charset="0"/>
                <a:cs typeface="Times New Roman" panose="02020603050405020304" pitchFamily="18" charset="0"/>
              </a:rPr>
              <a:t>In case of Hidden Form Field a hidden (invisible) </a:t>
            </a:r>
            <a:r>
              <a:rPr lang="en-US" sz="2900" i="0" dirty="0" err="1">
                <a:effectLst/>
                <a:latin typeface="Times New Roman" panose="02020603050405020304" pitchFamily="18" charset="0"/>
                <a:cs typeface="Times New Roman" panose="02020603050405020304" pitchFamily="18" charset="0"/>
              </a:rPr>
              <a:t>textfield</a:t>
            </a:r>
            <a:r>
              <a:rPr lang="en-US" sz="2900" i="0" dirty="0">
                <a:effectLst/>
                <a:latin typeface="Times New Roman" panose="02020603050405020304" pitchFamily="18" charset="0"/>
                <a:cs typeface="Times New Roman" panose="02020603050405020304" pitchFamily="18" charset="0"/>
              </a:rPr>
              <a:t> is used for maintaining the state of an user.</a:t>
            </a:r>
          </a:p>
          <a:p>
            <a:pPr marL="457200" indent="-457200" algn="l">
              <a:buFont typeface="Arial" panose="020B0604020202020204" pitchFamily="34" charset="0"/>
              <a:buChar char="•"/>
            </a:pPr>
            <a:r>
              <a:rPr lang="en-US" sz="2900" i="0" dirty="0">
                <a:effectLst/>
                <a:latin typeface="Times New Roman" panose="02020603050405020304" pitchFamily="18" charset="0"/>
                <a:cs typeface="Times New Roman" panose="02020603050405020304" pitchFamily="18" charset="0"/>
              </a:rPr>
              <a:t>In such case, we store the information in the hidden field and get it from another servlet. This approach is better if we have to submit form in all the pages and we don't want to depend on the browser.</a:t>
            </a:r>
          </a:p>
          <a:p>
            <a:pPr marL="457200" indent="-457200" algn="l">
              <a:buFont typeface="Arial" panose="020B0604020202020204" pitchFamily="34" charset="0"/>
              <a:buChar char="•"/>
            </a:pPr>
            <a:r>
              <a:rPr lang="en-US" sz="2900" i="0" dirty="0">
                <a:effectLst/>
                <a:latin typeface="Times New Roman" panose="02020603050405020304" pitchFamily="18" charset="0"/>
                <a:cs typeface="Times New Roman" panose="02020603050405020304" pitchFamily="18" charset="0"/>
              </a:rPr>
              <a:t>Example:</a:t>
            </a:r>
          </a:p>
          <a:p>
            <a:r>
              <a:rPr lang="en-US" sz="2900" b="0" i="0" dirty="0">
                <a:effectLst/>
                <a:latin typeface="Times New Roman" panose="02020603050405020304" pitchFamily="18" charset="0"/>
                <a:cs typeface="Times New Roman" panose="02020603050405020304" pitchFamily="18" charset="0"/>
              </a:rPr>
              <a:t>&lt;input type="hidden" name="</a:t>
            </a:r>
            <a:r>
              <a:rPr lang="en-US" sz="2900" b="0" i="0" dirty="0" err="1">
                <a:effectLst/>
                <a:latin typeface="Times New Roman" panose="02020603050405020304" pitchFamily="18" charset="0"/>
                <a:cs typeface="Times New Roman" panose="02020603050405020304" pitchFamily="18" charset="0"/>
              </a:rPr>
              <a:t>uname</a:t>
            </a:r>
            <a:r>
              <a:rPr lang="en-US" sz="2900" b="0" i="0" dirty="0">
                <a:effectLst/>
                <a:latin typeface="Times New Roman" panose="02020603050405020304" pitchFamily="18" charset="0"/>
                <a:cs typeface="Times New Roman" panose="02020603050405020304" pitchFamily="18" charset="0"/>
              </a:rPr>
              <a:t>" value="Vimal Jaiswal"&gt;  </a:t>
            </a:r>
          </a:p>
        </p:txBody>
      </p:sp>
    </p:spTree>
    <p:extLst>
      <p:ext uri="{BB962C8B-B14F-4D97-AF65-F5344CB8AC3E}">
        <p14:creationId xmlns:p14="http://schemas.microsoft.com/office/powerpoint/2010/main" val="8599221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CA3F0-6720-552B-1372-5BF30E0DCB7F}"/>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DAC88CEB-D9BC-8A93-B90A-A821A15B57B5}"/>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2C816027-5321-6F3F-2E00-5F24719E23D1}"/>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Hidden Form Field</a:t>
            </a:r>
          </a:p>
        </p:txBody>
      </p:sp>
      <p:sp>
        <p:nvSpPr>
          <p:cNvPr id="2" name="TextBox 1">
            <a:extLst>
              <a:ext uri="{FF2B5EF4-FFF2-40B4-BE49-F238E27FC236}">
                <a16:creationId xmlns:a16="http://schemas.microsoft.com/office/drawing/2014/main" id="{646C3B5E-143F-E983-5B10-7263640C36C7}"/>
              </a:ext>
            </a:extLst>
          </p:cNvPr>
          <p:cNvSpPr txBox="1"/>
          <p:nvPr/>
        </p:nvSpPr>
        <p:spPr>
          <a:xfrm>
            <a:off x="76200" y="2286000"/>
            <a:ext cx="8953500" cy="4524315"/>
          </a:xfrm>
          <a:prstGeom prst="rect">
            <a:avLst/>
          </a:prstGeom>
          <a:noFill/>
        </p:spPr>
        <p:txBody>
          <a:bodyPr wrap="square" rtlCol="0">
            <a:spAutoFit/>
          </a:bodyPr>
          <a:lstStyle/>
          <a:p>
            <a:pPr algn="l"/>
            <a:r>
              <a:rPr lang="en-US" sz="3600" b="1" i="0" dirty="0">
                <a:effectLst/>
                <a:latin typeface="Times New Roman" panose="02020603050405020304" pitchFamily="18" charset="0"/>
                <a:cs typeface="Times New Roman" panose="02020603050405020304" pitchFamily="18" charset="0"/>
              </a:rPr>
              <a:t>Advantage of Hidden Form Field:</a:t>
            </a:r>
          </a:p>
          <a:p>
            <a:pPr algn="l">
              <a:buFont typeface="+mj-lt"/>
              <a:buAutoNum type="arabicPeriod"/>
            </a:pPr>
            <a:r>
              <a:rPr lang="en-US" sz="3600" b="0" i="0" dirty="0">
                <a:effectLst/>
                <a:latin typeface="Times New Roman" panose="02020603050405020304" pitchFamily="18" charset="0"/>
                <a:cs typeface="Times New Roman" panose="02020603050405020304" pitchFamily="18" charset="0"/>
              </a:rPr>
              <a:t>It will always work whether cookie is disabled or not.</a:t>
            </a:r>
          </a:p>
          <a:p>
            <a:pPr algn="l"/>
            <a:r>
              <a:rPr lang="en-US" sz="3600" b="1" i="0" dirty="0">
                <a:effectLst/>
                <a:latin typeface="Times New Roman" panose="02020603050405020304" pitchFamily="18" charset="0"/>
                <a:cs typeface="Times New Roman" panose="02020603050405020304" pitchFamily="18" charset="0"/>
              </a:rPr>
              <a:t>Disadvantage of Hidden Form Field:</a:t>
            </a:r>
          </a:p>
          <a:p>
            <a:pPr algn="l">
              <a:buFont typeface="+mj-lt"/>
              <a:buAutoNum type="arabicPeriod"/>
            </a:pPr>
            <a:r>
              <a:rPr lang="en-US" sz="3600" b="0" i="0" dirty="0">
                <a:effectLst/>
                <a:latin typeface="Times New Roman" panose="02020603050405020304" pitchFamily="18" charset="0"/>
                <a:cs typeface="Times New Roman" panose="02020603050405020304" pitchFamily="18" charset="0"/>
              </a:rPr>
              <a:t>It is maintained at server side.</a:t>
            </a:r>
          </a:p>
          <a:p>
            <a:pPr algn="l">
              <a:buFont typeface="+mj-lt"/>
              <a:buAutoNum type="arabicPeriod"/>
            </a:pPr>
            <a:r>
              <a:rPr lang="en-US" sz="3600" b="0" i="0" dirty="0">
                <a:effectLst/>
                <a:latin typeface="Times New Roman" panose="02020603050405020304" pitchFamily="18" charset="0"/>
                <a:cs typeface="Times New Roman" panose="02020603050405020304" pitchFamily="18" charset="0"/>
              </a:rPr>
              <a:t>Extra form submission is required on each pages.</a:t>
            </a:r>
          </a:p>
          <a:p>
            <a:pPr algn="l">
              <a:buFont typeface="+mj-lt"/>
              <a:buAutoNum type="arabicPeriod"/>
            </a:pPr>
            <a:r>
              <a:rPr lang="en-US" sz="3600" b="0" i="0" dirty="0">
                <a:effectLst/>
                <a:latin typeface="Times New Roman" panose="02020603050405020304" pitchFamily="18" charset="0"/>
                <a:cs typeface="Times New Roman" panose="02020603050405020304" pitchFamily="18" charset="0"/>
              </a:rPr>
              <a:t>Only textual information can be used.</a:t>
            </a:r>
            <a:r>
              <a:rPr lang="en-US" sz="3200" b="0" i="0" dirty="0">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85784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C20E9-E642-3F86-65FC-952BCDE9409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B6C0E3FB-535B-9562-B46C-F8EB8A18E3FD}"/>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EA432C02-C74A-9934-EDD9-71B13229193F}"/>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Hidden Form Field</a:t>
            </a:r>
          </a:p>
        </p:txBody>
      </p:sp>
      <p:pic>
        <p:nvPicPr>
          <p:cNvPr id="5" name="Picture 4">
            <a:extLst>
              <a:ext uri="{FF2B5EF4-FFF2-40B4-BE49-F238E27FC236}">
                <a16:creationId xmlns:a16="http://schemas.microsoft.com/office/drawing/2014/main" id="{BECE2B29-D25E-FCDD-BCEB-31302AF4B602}"/>
              </a:ext>
            </a:extLst>
          </p:cNvPr>
          <p:cNvPicPr>
            <a:picLocks noChangeAspect="1"/>
          </p:cNvPicPr>
          <p:nvPr/>
        </p:nvPicPr>
        <p:blipFill>
          <a:blip r:embed="rId5"/>
          <a:stretch>
            <a:fillRect/>
          </a:stretch>
        </p:blipFill>
        <p:spPr>
          <a:xfrm>
            <a:off x="0" y="2330450"/>
            <a:ext cx="9127093" cy="4298950"/>
          </a:xfrm>
          <a:prstGeom prst="rect">
            <a:avLst/>
          </a:prstGeom>
        </p:spPr>
      </p:pic>
    </p:spTree>
    <p:extLst>
      <p:ext uri="{BB962C8B-B14F-4D97-AF65-F5344CB8AC3E}">
        <p14:creationId xmlns:p14="http://schemas.microsoft.com/office/powerpoint/2010/main" val="18995522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5562C-42B9-3C5F-1BBC-9772F4F5F77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793147FD-FF25-60BB-DB5E-E23C18DAB0BB}"/>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AFEBB8B6-24BA-F32E-FC93-E9315AD2EDD6}"/>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dirty="0">
                <a:solidFill>
                  <a:schemeClr val="bg1"/>
                </a:solidFill>
                <a:latin typeface="Times New Roman" panose="02020603050405020304" pitchFamily="18" charset="0"/>
                <a:cs typeface="Times New Roman" panose="02020603050405020304" pitchFamily="18" charset="0"/>
              </a:rPr>
              <a:t>URL Rewriting</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07CC622-06D4-7EB0-2581-4DF60FD5F12A}"/>
              </a:ext>
            </a:extLst>
          </p:cNvPr>
          <p:cNvSpPr txBox="1"/>
          <p:nvPr/>
        </p:nvSpPr>
        <p:spPr>
          <a:xfrm>
            <a:off x="76200" y="2286000"/>
            <a:ext cx="8953500" cy="4401205"/>
          </a:xfrm>
          <a:prstGeom prst="rect">
            <a:avLst/>
          </a:prstGeom>
          <a:noFill/>
        </p:spPr>
        <p:txBody>
          <a:bodyPr wrap="square" rtlCol="0">
            <a:spAutoFit/>
          </a:bodyPr>
          <a:lstStyle/>
          <a:p>
            <a:pPr marL="457200" indent="-457200" algn="l">
              <a:buFont typeface="Arial" panose="020B0604020202020204" pitchFamily="34" charset="0"/>
              <a:buChar char="•"/>
            </a:pPr>
            <a:r>
              <a:rPr lang="en-US" sz="2800" b="0" i="0" dirty="0">
                <a:solidFill>
                  <a:srgbClr val="333333"/>
                </a:solidFill>
                <a:effectLst/>
                <a:latin typeface="Times New Roman" panose="02020603050405020304" pitchFamily="18" charset="0"/>
                <a:cs typeface="Times New Roman" panose="02020603050405020304" pitchFamily="18" charset="0"/>
              </a:rPr>
              <a:t>In URL rewriting, we append a token or identifier to the URL of the next Servlet or the next resource. We can send parameter name/value pairs using the following format:</a:t>
            </a:r>
          </a:p>
          <a:p>
            <a:pPr marL="457200" indent="-457200" algn="just">
              <a:buFont typeface="Arial" panose="020B0604020202020204" pitchFamily="34" charset="0"/>
              <a:buChar char="•"/>
            </a:pPr>
            <a:r>
              <a:rPr lang="en-US" sz="2800" b="0" i="0" dirty="0">
                <a:solidFill>
                  <a:srgbClr val="333333"/>
                </a:solidFill>
                <a:effectLst/>
                <a:latin typeface="Times New Roman" panose="02020603050405020304" pitchFamily="18" charset="0"/>
                <a:cs typeface="Times New Roman" panose="02020603050405020304" pitchFamily="18" charset="0"/>
              </a:rPr>
              <a:t>url?name1=value1&amp;name2=value2&amp;??</a:t>
            </a:r>
          </a:p>
          <a:p>
            <a:pPr marL="457200" indent="-457200">
              <a:buFont typeface="Arial" panose="020B0604020202020204" pitchFamily="34" charset="0"/>
              <a:buChar char="•"/>
            </a:pPr>
            <a:r>
              <a:rPr lang="en-US" sz="2800" b="0" i="0" dirty="0">
                <a:solidFill>
                  <a:srgbClr val="333333"/>
                </a:solidFill>
                <a:effectLst/>
                <a:latin typeface="Times New Roman" panose="02020603050405020304" pitchFamily="18" charset="0"/>
                <a:cs typeface="Times New Roman" panose="02020603050405020304" pitchFamily="18" charset="0"/>
              </a:rPr>
              <a:t>A name and a value is separated using an equal = sign, a parameter name/value pair is separated from another parameter using the ampersand(&amp;). When the user clicks the hyperlink, the parameter name/value pairs will be passed to the server. From a Servlet, we can use </a:t>
            </a:r>
            <a:r>
              <a:rPr lang="en-US" sz="2800" b="0" i="0" dirty="0" err="1">
                <a:solidFill>
                  <a:srgbClr val="333333"/>
                </a:solidFill>
                <a:effectLst/>
                <a:latin typeface="Times New Roman" panose="02020603050405020304" pitchFamily="18" charset="0"/>
                <a:cs typeface="Times New Roman" panose="02020603050405020304" pitchFamily="18" charset="0"/>
              </a:rPr>
              <a:t>getParameter</a:t>
            </a:r>
            <a:r>
              <a:rPr lang="en-US" sz="2800" b="0" i="0" dirty="0">
                <a:solidFill>
                  <a:srgbClr val="333333"/>
                </a:solidFill>
                <a:effectLst/>
                <a:latin typeface="Times New Roman" panose="02020603050405020304" pitchFamily="18" charset="0"/>
                <a:cs typeface="Times New Roman" panose="02020603050405020304" pitchFamily="18" charset="0"/>
              </a:rPr>
              <a:t>() method to obtain a parameter value.</a:t>
            </a:r>
            <a:endParaRPr lang="en-US" sz="28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31894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CD5E6-884B-F5BD-1940-1693F66A51B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BEC1373F-B06C-0EDE-0DDD-07C495871ABA}"/>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766B9FEE-0BC8-0B57-D1E9-37C316C1B1B3}"/>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dirty="0">
                <a:solidFill>
                  <a:schemeClr val="bg1"/>
                </a:solidFill>
                <a:latin typeface="Times New Roman" panose="02020603050405020304" pitchFamily="18" charset="0"/>
                <a:cs typeface="Times New Roman" panose="02020603050405020304" pitchFamily="18" charset="0"/>
              </a:rPr>
              <a:t>URL Rewriting</a:t>
            </a:r>
            <a:endParaRPr lang="en-IN" b="0" i="0" dirty="0">
              <a:solidFill>
                <a:schemeClr val="bg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9F1C27B-CE53-BFD4-15B9-B2DA8AD136A2}"/>
              </a:ext>
            </a:extLst>
          </p:cNvPr>
          <p:cNvPicPr>
            <a:picLocks noChangeAspect="1"/>
          </p:cNvPicPr>
          <p:nvPr/>
        </p:nvPicPr>
        <p:blipFill>
          <a:blip r:embed="rId5"/>
          <a:stretch>
            <a:fillRect/>
          </a:stretch>
        </p:blipFill>
        <p:spPr>
          <a:xfrm>
            <a:off x="0" y="2454389"/>
            <a:ext cx="8972182" cy="4235224"/>
          </a:xfrm>
          <a:prstGeom prst="rect">
            <a:avLst/>
          </a:prstGeom>
        </p:spPr>
      </p:pic>
    </p:spTree>
    <p:extLst>
      <p:ext uri="{BB962C8B-B14F-4D97-AF65-F5344CB8AC3E}">
        <p14:creationId xmlns:p14="http://schemas.microsoft.com/office/powerpoint/2010/main" val="42898852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D6AFC-6375-5C79-371C-42B60EB51ABC}"/>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44534D9A-3C30-9198-1867-36D51A8C9285}"/>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15571A51-A3B0-025B-ACB5-29C51170A31F}"/>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dirty="0">
                <a:solidFill>
                  <a:schemeClr val="bg1"/>
                </a:solidFill>
                <a:latin typeface="Times New Roman" panose="02020603050405020304" pitchFamily="18" charset="0"/>
                <a:cs typeface="Times New Roman" panose="02020603050405020304" pitchFamily="18" charset="0"/>
              </a:rPr>
              <a:t>URL Rewriting</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7E74AFD-502D-5EE9-30C9-A0F35413D39A}"/>
              </a:ext>
            </a:extLst>
          </p:cNvPr>
          <p:cNvSpPr txBox="1"/>
          <p:nvPr/>
        </p:nvSpPr>
        <p:spPr>
          <a:xfrm>
            <a:off x="76200" y="2286000"/>
            <a:ext cx="8953500" cy="4031873"/>
          </a:xfrm>
          <a:prstGeom prst="rect">
            <a:avLst/>
          </a:prstGeom>
          <a:noFill/>
        </p:spPr>
        <p:txBody>
          <a:bodyPr wrap="square" rtlCol="0">
            <a:spAutoFit/>
          </a:bodyPr>
          <a:lstStyle/>
          <a:p>
            <a:pPr algn="l"/>
            <a:r>
              <a:rPr lang="en-US" sz="3200" b="1" i="0" dirty="0">
                <a:effectLst/>
                <a:latin typeface="Times New Roman" panose="02020603050405020304" pitchFamily="18" charset="0"/>
                <a:cs typeface="Times New Roman" panose="02020603050405020304" pitchFamily="18" charset="0"/>
              </a:rPr>
              <a:t>Advantage of URL Rewriting</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It will always work whether cookie is disabled or not (browser independent).</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Extra form submission is not required on each pages.</a:t>
            </a:r>
          </a:p>
          <a:p>
            <a:pPr algn="l"/>
            <a:r>
              <a:rPr lang="en-US" sz="3200" b="1" i="0" dirty="0">
                <a:effectLst/>
                <a:latin typeface="Times New Roman" panose="02020603050405020304" pitchFamily="18" charset="0"/>
                <a:cs typeface="Times New Roman" panose="02020603050405020304" pitchFamily="18" charset="0"/>
              </a:rPr>
              <a:t>Disadvantage of URL Rewriting</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It will work only with links.</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It can send Only textual information.</a:t>
            </a:r>
          </a:p>
        </p:txBody>
      </p:sp>
    </p:spTree>
    <p:extLst>
      <p:ext uri="{BB962C8B-B14F-4D97-AF65-F5344CB8AC3E}">
        <p14:creationId xmlns:p14="http://schemas.microsoft.com/office/powerpoint/2010/main" val="29223327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D6337-8F4A-3A17-BDBB-AC8E37EDF281}"/>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191158B-32C1-E779-F1A7-C679BE551CBC}"/>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691A7E25-8971-E3E6-78A5-EAE3729B2CD0}"/>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H</a:t>
            </a:r>
            <a:r>
              <a:rPr lang="en-IN" dirty="0">
                <a:solidFill>
                  <a:schemeClr val="bg1"/>
                </a:solidFill>
                <a:latin typeface="Times New Roman" panose="02020603050405020304" pitchFamily="18" charset="0"/>
                <a:cs typeface="Times New Roman" panose="02020603050405020304" pitchFamily="18" charset="0"/>
              </a:rPr>
              <a:t>ttp Session Interface</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E439D7A-2BB1-5400-84E9-EA27EE74C951}"/>
              </a:ext>
            </a:extLst>
          </p:cNvPr>
          <p:cNvSpPr txBox="1"/>
          <p:nvPr/>
        </p:nvSpPr>
        <p:spPr>
          <a:xfrm>
            <a:off x="76200" y="2286000"/>
            <a:ext cx="8953500" cy="4524315"/>
          </a:xfrm>
          <a:prstGeom prst="rect">
            <a:avLst/>
          </a:prstGeom>
          <a:noFill/>
        </p:spPr>
        <p:txBody>
          <a:bodyPr wrap="square" rtlCol="0">
            <a:spAutoFit/>
          </a:bodyPr>
          <a:lstStyle/>
          <a:p>
            <a:pPr marL="457200" indent="-457200" algn="l">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In </a:t>
            </a:r>
            <a:r>
              <a:rPr lang="en-IN" sz="3200" b="0" i="0" dirty="0">
                <a:effectLst/>
                <a:latin typeface="Times New Roman" panose="02020603050405020304" pitchFamily="18" charset="0"/>
                <a:cs typeface="Times New Roman" panose="02020603050405020304" pitchFamily="18" charset="0"/>
              </a:rPr>
              <a:t>H</a:t>
            </a:r>
            <a:r>
              <a:rPr lang="en-IN" sz="3200" dirty="0">
                <a:latin typeface="Times New Roman" panose="02020603050405020304" pitchFamily="18" charset="0"/>
                <a:cs typeface="Times New Roman" panose="02020603050405020304" pitchFamily="18" charset="0"/>
              </a:rPr>
              <a:t>ttp Session </a:t>
            </a:r>
            <a:r>
              <a:rPr lang="en-US" sz="3200" b="0" i="0" dirty="0">
                <a:effectLst/>
                <a:latin typeface="Times New Roman" panose="02020603050405020304" pitchFamily="18" charset="0"/>
                <a:cs typeface="Times New Roman" panose="02020603050405020304" pitchFamily="18" charset="0"/>
              </a:rPr>
              <a:t>, container creates a session id for each user. The container uses this id to identify the particular user.</a:t>
            </a:r>
          </a:p>
          <a:p>
            <a:pPr marL="457200" indent="-457200" algn="l">
              <a:buFont typeface="Arial" panose="020B0604020202020204" pitchFamily="34" charset="0"/>
              <a:buChar char="•"/>
            </a:pPr>
            <a:r>
              <a:rPr lang="en-US" sz="3200" b="0" i="0" dirty="0">
                <a:effectLst/>
                <a:latin typeface="Times New Roman" panose="02020603050405020304" pitchFamily="18" charset="0"/>
                <a:cs typeface="Times New Roman" panose="02020603050405020304" pitchFamily="18" charset="0"/>
              </a:rPr>
              <a:t>An object of </a:t>
            </a:r>
            <a:r>
              <a:rPr lang="en-US" sz="3200" b="0" i="0" dirty="0" err="1">
                <a:effectLst/>
                <a:latin typeface="Times New Roman" panose="02020603050405020304" pitchFamily="18" charset="0"/>
                <a:cs typeface="Times New Roman" panose="02020603050405020304" pitchFamily="18" charset="0"/>
              </a:rPr>
              <a:t>HttpSession</a:t>
            </a:r>
            <a:r>
              <a:rPr lang="en-US" sz="3200" b="0" i="0" dirty="0">
                <a:effectLst/>
                <a:latin typeface="Times New Roman" panose="02020603050405020304" pitchFamily="18" charset="0"/>
                <a:cs typeface="Times New Roman" panose="02020603050405020304" pitchFamily="18" charset="0"/>
              </a:rPr>
              <a:t> can be used to perform two tasks:</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 bind objects</a:t>
            </a:r>
          </a:p>
          <a:p>
            <a:pPr algn="l">
              <a:buFont typeface="+mj-lt"/>
              <a:buAutoNum type="arabicPeriod"/>
            </a:pPr>
            <a:r>
              <a:rPr lang="en-US" sz="3200" b="0" i="0" dirty="0">
                <a:effectLst/>
                <a:latin typeface="Times New Roman" panose="02020603050405020304" pitchFamily="18" charset="0"/>
                <a:cs typeface="Times New Roman" panose="02020603050405020304" pitchFamily="18" charset="0"/>
              </a:rPr>
              <a:t> view and manipulate information about a session, such as the session identifier, creation time, and last accessed time.</a:t>
            </a:r>
          </a:p>
        </p:txBody>
      </p:sp>
    </p:spTree>
    <p:extLst>
      <p:ext uri="{BB962C8B-B14F-4D97-AF65-F5344CB8AC3E}">
        <p14:creationId xmlns:p14="http://schemas.microsoft.com/office/powerpoint/2010/main" val="41288132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8125A-F925-BC67-CE26-06480C288F76}"/>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81B939C4-0EFE-496F-CDA8-66698B7CE438}"/>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F96964C2-4E3C-2C0D-08D4-DEE37F88EB81}"/>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H</a:t>
            </a:r>
            <a:r>
              <a:rPr lang="en-IN" dirty="0">
                <a:solidFill>
                  <a:schemeClr val="bg1"/>
                </a:solidFill>
                <a:latin typeface="Times New Roman" panose="02020603050405020304" pitchFamily="18" charset="0"/>
                <a:cs typeface="Times New Roman" panose="02020603050405020304" pitchFamily="18" charset="0"/>
              </a:rPr>
              <a:t>ttp Session Interface</a:t>
            </a:r>
            <a:endParaRPr lang="en-IN" b="0" i="0" dirty="0">
              <a:solidFill>
                <a:schemeClr val="bg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525450B-4277-310B-D4AF-06133344378C}"/>
              </a:ext>
            </a:extLst>
          </p:cNvPr>
          <p:cNvPicPr>
            <a:picLocks noChangeAspect="1"/>
          </p:cNvPicPr>
          <p:nvPr/>
        </p:nvPicPr>
        <p:blipFill>
          <a:blip r:embed="rId5"/>
          <a:stretch>
            <a:fillRect/>
          </a:stretch>
        </p:blipFill>
        <p:spPr>
          <a:xfrm>
            <a:off x="277586" y="2330450"/>
            <a:ext cx="8641716" cy="4298950"/>
          </a:xfrm>
          <a:prstGeom prst="rect">
            <a:avLst/>
          </a:prstGeom>
        </p:spPr>
      </p:pic>
    </p:spTree>
    <p:extLst>
      <p:ext uri="{BB962C8B-B14F-4D97-AF65-F5344CB8AC3E}">
        <p14:creationId xmlns:p14="http://schemas.microsoft.com/office/powerpoint/2010/main" val="8866884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FB1FB-7C41-429E-4071-FBCDADFDFD47}"/>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2372C78-81D3-E79F-9352-70D5667026CA}"/>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214D6F20-F62C-E767-552F-E31762E4B4B6}"/>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H</a:t>
            </a:r>
            <a:r>
              <a:rPr lang="en-IN" dirty="0">
                <a:solidFill>
                  <a:schemeClr val="bg1"/>
                </a:solidFill>
                <a:latin typeface="Times New Roman" panose="02020603050405020304" pitchFamily="18" charset="0"/>
                <a:cs typeface="Times New Roman" panose="02020603050405020304" pitchFamily="18" charset="0"/>
              </a:rPr>
              <a:t>ttp Session Interface</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1AFE25C-A980-9F19-6CED-06B82383A7A4}"/>
              </a:ext>
            </a:extLst>
          </p:cNvPr>
          <p:cNvSpPr txBox="1"/>
          <p:nvPr/>
        </p:nvSpPr>
        <p:spPr>
          <a:xfrm>
            <a:off x="76200" y="2286000"/>
            <a:ext cx="8953500" cy="4524315"/>
          </a:xfrm>
          <a:prstGeom prst="rect">
            <a:avLst/>
          </a:prstGeom>
          <a:noFill/>
        </p:spPr>
        <p:txBody>
          <a:bodyPr wrap="square" rtlCol="0">
            <a:spAutoFit/>
          </a:bodyPr>
          <a:lstStyle/>
          <a:p>
            <a:pPr algn="just"/>
            <a:r>
              <a:rPr lang="en-US" sz="2400" b="0" i="0" dirty="0">
                <a:solidFill>
                  <a:srgbClr val="333333"/>
                </a:solidFill>
                <a:effectLst/>
                <a:latin typeface="Times New Roman" panose="02020603050405020304" pitchFamily="18" charset="0"/>
                <a:cs typeface="Times New Roman" panose="02020603050405020304" pitchFamily="18" charset="0"/>
              </a:rPr>
              <a:t>The </a:t>
            </a:r>
            <a:r>
              <a:rPr lang="en-US" sz="2400" b="0" i="0" dirty="0" err="1">
                <a:solidFill>
                  <a:srgbClr val="333333"/>
                </a:solidFill>
                <a:effectLst/>
                <a:latin typeface="Times New Roman" panose="02020603050405020304" pitchFamily="18" charset="0"/>
                <a:cs typeface="Times New Roman" panose="02020603050405020304" pitchFamily="18" charset="0"/>
              </a:rPr>
              <a:t>HttpServletRequest</a:t>
            </a:r>
            <a:r>
              <a:rPr lang="en-US" sz="2400" b="0" i="0" dirty="0">
                <a:solidFill>
                  <a:srgbClr val="333333"/>
                </a:solidFill>
                <a:effectLst/>
                <a:latin typeface="Times New Roman" panose="02020603050405020304" pitchFamily="18" charset="0"/>
                <a:cs typeface="Times New Roman" panose="02020603050405020304" pitchFamily="18" charset="0"/>
              </a:rPr>
              <a:t> interface provides two methods to get the object of </a:t>
            </a:r>
            <a:r>
              <a:rPr lang="en-US" sz="2400" b="0" i="0" dirty="0" err="1">
                <a:solidFill>
                  <a:srgbClr val="333333"/>
                </a:solidFill>
                <a:effectLst/>
                <a:latin typeface="Times New Roman" panose="02020603050405020304" pitchFamily="18" charset="0"/>
                <a:cs typeface="Times New Roman" panose="02020603050405020304" pitchFamily="18" charset="0"/>
              </a:rPr>
              <a:t>HttpSession</a:t>
            </a:r>
            <a:r>
              <a:rPr lang="en-US" sz="2400" b="0" i="0" dirty="0">
                <a:solidFill>
                  <a:srgbClr val="333333"/>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US" sz="2400" b="1" i="0" dirty="0">
                <a:solidFill>
                  <a:srgbClr val="333333"/>
                </a:solidFill>
                <a:effectLst/>
                <a:latin typeface="Times New Roman" panose="02020603050405020304" pitchFamily="18" charset="0"/>
                <a:cs typeface="Times New Roman" panose="02020603050405020304" pitchFamily="18" charset="0"/>
              </a:rPr>
              <a:t>public </a:t>
            </a:r>
            <a:r>
              <a:rPr lang="en-US" sz="2400" b="1" i="0" dirty="0" err="1">
                <a:solidFill>
                  <a:srgbClr val="333333"/>
                </a:solidFill>
                <a:effectLst/>
                <a:latin typeface="Times New Roman" panose="02020603050405020304" pitchFamily="18" charset="0"/>
                <a:cs typeface="Times New Roman" panose="02020603050405020304" pitchFamily="18" charset="0"/>
              </a:rPr>
              <a:t>HttpSession</a:t>
            </a:r>
            <a:r>
              <a:rPr lang="en-US" sz="2400" b="1" i="0" dirty="0">
                <a:solidFill>
                  <a:srgbClr val="333333"/>
                </a:solidFill>
                <a:effectLst/>
                <a:latin typeface="Times New Roman" panose="02020603050405020304" pitchFamily="18" charset="0"/>
                <a:cs typeface="Times New Roman" panose="02020603050405020304" pitchFamily="18" charset="0"/>
              </a:rPr>
              <a:t> </a:t>
            </a:r>
            <a:r>
              <a:rPr lang="en-US" sz="2400" b="1" i="0" dirty="0" err="1">
                <a:solidFill>
                  <a:srgbClr val="333333"/>
                </a:solidFill>
                <a:effectLst/>
                <a:latin typeface="Times New Roman" panose="02020603050405020304" pitchFamily="18" charset="0"/>
                <a:cs typeface="Times New Roman" panose="02020603050405020304" pitchFamily="18" charset="0"/>
              </a:rPr>
              <a:t>getSession</a:t>
            </a:r>
            <a:r>
              <a:rPr lang="en-US" sz="2400" b="1" i="0" dirty="0">
                <a:solidFill>
                  <a:srgbClr val="333333"/>
                </a:solidFill>
                <a:effectLst/>
                <a:latin typeface="Times New Roman" panose="02020603050405020304" pitchFamily="18" charset="0"/>
                <a:cs typeface="Times New Roman" panose="02020603050405020304" pitchFamily="18" charset="0"/>
              </a:rPr>
              <a:t>():</a:t>
            </a:r>
            <a:r>
              <a:rPr lang="en-US" sz="2400" b="0" i="0" dirty="0">
                <a:solidFill>
                  <a:srgbClr val="333333"/>
                </a:solidFill>
                <a:effectLst/>
                <a:latin typeface="Times New Roman" panose="02020603050405020304" pitchFamily="18" charset="0"/>
                <a:cs typeface="Times New Roman" panose="02020603050405020304" pitchFamily="18" charset="0"/>
              </a:rPr>
              <a:t>Returns the current session associated with this request, or if the request does not have a session, creates one.</a:t>
            </a:r>
          </a:p>
          <a:p>
            <a:pPr algn="l">
              <a:buFont typeface="+mj-lt"/>
              <a:buAutoNum type="arabicPeriod"/>
            </a:pPr>
            <a:r>
              <a:rPr lang="en-US" sz="2400" b="1" i="0" dirty="0">
                <a:solidFill>
                  <a:srgbClr val="333333"/>
                </a:solidFill>
                <a:effectLst/>
                <a:latin typeface="Times New Roman" panose="02020603050405020304" pitchFamily="18" charset="0"/>
                <a:cs typeface="Times New Roman" panose="02020603050405020304" pitchFamily="18" charset="0"/>
              </a:rPr>
              <a:t>public </a:t>
            </a:r>
            <a:r>
              <a:rPr lang="en-US" sz="2400" b="1" i="0" dirty="0" err="1">
                <a:solidFill>
                  <a:srgbClr val="333333"/>
                </a:solidFill>
                <a:effectLst/>
                <a:latin typeface="Times New Roman" panose="02020603050405020304" pitchFamily="18" charset="0"/>
                <a:cs typeface="Times New Roman" panose="02020603050405020304" pitchFamily="18" charset="0"/>
              </a:rPr>
              <a:t>HttpSession</a:t>
            </a:r>
            <a:r>
              <a:rPr lang="en-US" sz="2400" b="1" i="0" dirty="0">
                <a:solidFill>
                  <a:srgbClr val="333333"/>
                </a:solidFill>
                <a:effectLst/>
                <a:latin typeface="Times New Roman" panose="02020603050405020304" pitchFamily="18" charset="0"/>
                <a:cs typeface="Times New Roman" panose="02020603050405020304" pitchFamily="18" charset="0"/>
              </a:rPr>
              <a:t> </a:t>
            </a:r>
            <a:r>
              <a:rPr lang="en-US" sz="2400" b="1" i="0" dirty="0" err="1">
                <a:solidFill>
                  <a:srgbClr val="333333"/>
                </a:solidFill>
                <a:effectLst/>
                <a:latin typeface="Times New Roman" panose="02020603050405020304" pitchFamily="18" charset="0"/>
                <a:cs typeface="Times New Roman" panose="02020603050405020304" pitchFamily="18" charset="0"/>
              </a:rPr>
              <a:t>getSession</a:t>
            </a:r>
            <a:r>
              <a:rPr lang="en-US" sz="2400" b="1" i="0" dirty="0">
                <a:solidFill>
                  <a:srgbClr val="333333"/>
                </a:solidFill>
                <a:effectLst/>
                <a:latin typeface="Times New Roman" panose="02020603050405020304" pitchFamily="18" charset="0"/>
                <a:cs typeface="Times New Roman" panose="02020603050405020304" pitchFamily="18" charset="0"/>
              </a:rPr>
              <a:t>(</a:t>
            </a:r>
            <a:r>
              <a:rPr lang="en-US" sz="2400" b="1" i="0" dirty="0" err="1">
                <a:solidFill>
                  <a:srgbClr val="333333"/>
                </a:solidFill>
                <a:effectLst/>
                <a:latin typeface="Times New Roman" panose="02020603050405020304" pitchFamily="18" charset="0"/>
                <a:cs typeface="Times New Roman" panose="02020603050405020304" pitchFamily="18" charset="0"/>
              </a:rPr>
              <a:t>boolean</a:t>
            </a:r>
            <a:r>
              <a:rPr lang="en-US" sz="2400" b="1" i="0" dirty="0">
                <a:solidFill>
                  <a:srgbClr val="333333"/>
                </a:solidFill>
                <a:effectLst/>
                <a:latin typeface="Times New Roman" panose="02020603050405020304" pitchFamily="18" charset="0"/>
                <a:cs typeface="Times New Roman" panose="02020603050405020304" pitchFamily="18" charset="0"/>
              </a:rPr>
              <a:t> create):</a:t>
            </a:r>
            <a:r>
              <a:rPr lang="en-US" sz="2400" b="0" i="0" dirty="0">
                <a:solidFill>
                  <a:srgbClr val="333333"/>
                </a:solidFill>
                <a:effectLst/>
                <a:latin typeface="Times New Roman" panose="02020603050405020304" pitchFamily="18" charset="0"/>
                <a:cs typeface="Times New Roman" panose="02020603050405020304" pitchFamily="18" charset="0"/>
              </a:rPr>
              <a:t>Returns the current </a:t>
            </a:r>
            <a:r>
              <a:rPr lang="en-US" sz="2400" b="0" i="0" dirty="0" err="1">
                <a:solidFill>
                  <a:srgbClr val="333333"/>
                </a:solidFill>
                <a:effectLst/>
                <a:latin typeface="Times New Roman" panose="02020603050405020304" pitchFamily="18" charset="0"/>
                <a:cs typeface="Times New Roman" panose="02020603050405020304" pitchFamily="18" charset="0"/>
              </a:rPr>
              <a:t>HttpSession</a:t>
            </a:r>
            <a:r>
              <a:rPr lang="en-US" sz="2400" b="0" i="0" dirty="0">
                <a:solidFill>
                  <a:srgbClr val="333333"/>
                </a:solidFill>
                <a:effectLst/>
                <a:latin typeface="Times New Roman" panose="02020603050405020304" pitchFamily="18" charset="0"/>
                <a:cs typeface="Times New Roman" panose="02020603050405020304" pitchFamily="18" charset="0"/>
              </a:rPr>
              <a:t> associated with this request or, if there is no current session and create is true, returns a new session.</a:t>
            </a:r>
          </a:p>
          <a:p>
            <a:pPr algn="l">
              <a:buFont typeface="+mj-lt"/>
              <a:buAutoNum type="arabicPeriod"/>
            </a:pPr>
            <a:r>
              <a:rPr lang="en-US" sz="2400" b="1" i="0" dirty="0">
                <a:solidFill>
                  <a:srgbClr val="333333"/>
                </a:solidFill>
                <a:effectLst/>
                <a:latin typeface="Times New Roman" panose="02020603050405020304" pitchFamily="18" charset="0"/>
                <a:cs typeface="Times New Roman" panose="02020603050405020304" pitchFamily="18" charset="0"/>
              </a:rPr>
              <a:t>public String </a:t>
            </a:r>
            <a:r>
              <a:rPr lang="en-US" sz="2400" b="1" i="0" dirty="0" err="1">
                <a:solidFill>
                  <a:srgbClr val="333333"/>
                </a:solidFill>
                <a:effectLst/>
                <a:latin typeface="Times New Roman" panose="02020603050405020304" pitchFamily="18" charset="0"/>
                <a:cs typeface="Times New Roman" panose="02020603050405020304" pitchFamily="18" charset="0"/>
              </a:rPr>
              <a:t>getId</a:t>
            </a:r>
            <a:r>
              <a:rPr lang="en-US" sz="2400" b="1" i="0" dirty="0">
                <a:solidFill>
                  <a:srgbClr val="333333"/>
                </a:solidFill>
                <a:effectLst/>
                <a:latin typeface="Times New Roman" panose="02020603050405020304" pitchFamily="18" charset="0"/>
                <a:cs typeface="Times New Roman" panose="02020603050405020304" pitchFamily="18" charset="0"/>
              </a:rPr>
              <a:t>():</a:t>
            </a:r>
            <a:r>
              <a:rPr lang="en-US" sz="2400" b="0" i="0" dirty="0">
                <a:solidFill>
                  <a:srgbClr val="333333"/>
                </a:solidFill>
                <a:effectLst/>
                <a:latin typeface="Times New Roman" panose="02020603050405020304" pitchFamily="18" charset="0"/>
                <a:cs typeface="Times New Roman" panose="02020603050405020304" pitchFamily="18" charset="0"/>
              </a:rPr>
              <a:t>Returns a string containing the unique identifier value.</a:t>
            </a:r>
          </a:p>
          <a:p>
            <a:pPr algn="l">
              <a:buFont typeface="+mj-lt"/>
              <a:buAutoNum type="arabicPeriod"/>
            </a:pPr>
            <a:r>
              <a:rPr lang="en-US" sz="2400" b="1" i="0" dirty="0">
                <a:solidFill>
                  <a:srgbClr val="333333"/>
                </a:solidFill>
                <a:effectLst/>
                <a:latin typeface="Times New Roman" panose="02020603050405020304" pitchFamily="18" charset="0"/>
                <a:cs typeface="Times New Roman" panose="02020603050405020304" pitchFamily="18" charset="0"/>
              </a:rPr>
              <a:t>public long </a:t>
            </a:r>
            <a:r>
              <a:rPr lang="en-US" sz="2400" b="1" i="0" dirty="0" err="1">
                <a:solidFill>
                  <a:srgbClr val="333333"/>
                </a:solidFill>
                <a:effectLst/>
                <a:latin typeface="Times New Roman" panose="02020603050405020304" pitchFamily="18" charset="0"/>
                <a:cs typeface="Times New Roman" panose="02020603050405020304" pitchFamily="18" charset="0"/>
              </a:rPr>
              <a:t>getCreationTime</a:t>
            </a:r>
            <a:r>
              <a:rPr lang="en-US" sz="2400" b="1" i="0" dirty="0">
                <a:solidFill>
                  <a:srgbClr val="333333"/>
                </a:solidFill>
                <a:effectLst/>
                <a:latin typeface="Times New Roman" panose="02020603050405020304" pitchFamily="18" charset="0"/>
                <a:cs typeface="Times New Roman" panose="02020603050405020304" pitchFamily="18" charset="0"/>
              </a:rPr>
              <a:t>():</a:t>
            </a:r>
            <a:r>
              <a:rPr lang="en-US" sz="2400" b="0" i="0" dirty="0">
                <a:solidFill>
                  <a:srgbClr val="333333"/>
                </a:solidFill>
                <a:effectLst/>
                <a:latin typeface="Times New Roman" panose="02020603050405020304" pitchFamily="18" charset="0"/>
                <a:cs typeface="Times New Roman" panose="02020603050405020304" pitchFamily="18" charset="0"/>
              </a:rPr>
              <a:t>Returns the time when this session was created, measured in milliseconds since midnight January 1, 1970.</a:t>
            </a:r>
          </a:p>
        </p:txBody>
      </p:sp>
    </p:spTree>
    <p:extLst>
      <p:ext uri="{BB962C8B-B14F-4D97-AF65-F5344CB8AC3E}">
        <p14:creationId xmlns:p14="http://schemas.microsoft.com/office/powerpoint/2010/main" val="24737415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83D5E-A669-BE10-020D-7C6EFFBEE55B}"/>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151DA481-60D6-2432-4968-DDC66BF7C01F}"/>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093237CB-7995-58D9-A0B2-62F497FBBD00}"/>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Servlet Filter</a:t>
            </a:r>
          </a:p>
        </p:txBody>
      </p:sp>
      <p:sp>
        <p:nvSpPr>
          <p:cNvPr id="2" name="TextBox 1">
            <a:extLst>
              <a:ext uri="{FF2B5EF4-FFF2-40B4-BE49-F238E27FC236}">
                <a16:creationId xmlns:a16="http://schemas.microsoft.com/office/drawing/2014/main" id="{A62DBB7B-793F-A8EC-1E3F-AA6506EBEA81}"/>
              </a:ext>
            </a:extLst>
          </p:cNvPr>
          <p:cNvSpPr txBox="1"/>
          <p:nvPr/>
        </p:nvSpPr>
        <p:spPr>
          <a:xfrm>
            <a:off x="0" y="2286000"/>
            <a:ext cx="9035143" cy="3970318"/>
          </a:xfrm>
          <a:prstGeom prst="rect">
            <a:avLst/>
          </a:prstGeom>
          <a:noFill/>
        </p:spPr>
        <p:txBody>
          <a:bodyPr wrap="square" rtlCol="0">
            <a:spAutoFit/>
          </a:bodyPr>
          <a:lstStyle/>
          <a:p>
            <a:pPr marL="285750" indent="-285750">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A </a:t>
            </a:r>
            <a:r>
              <a:rPr lang="en-US" sz="2800" i="0" dirty="0">
                <a:effectLst/>
                <a:latin typeface="Times New Roman" panose="02020603050405020304" pitchFamily="18" charset="0"/>
                <a:cs typeface="Times New Roman" panose="02020603050405020304" pitchFamily="18" charset="0"/>
              </a:rPr>
              <a:t>filter</a:t>
            </a:r>
            <a:r>
              <a:rPr lang="en-US" sz="2800" b="0" i="0" dirty="0">
                <a:effectLst/>
                <a:latin typeface="Times New Roman" panose="02020603050405020304" pitchFamily="18" charset="0"/>
                <a:cs typeface="Times New Roman" panose="02020603050405020304" pitchFamily="18" charset="0"/>
              </a:rPr>
              <a:t> is an object that is invoked at the preprocessing and postprocessing of a request.</a:t>
            </a:r>
          </a:p>
          <a:p>
            <a:pPr marL="285750" indent="-285750">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It is mainly used to perform filtering tasks such as conversion, logging, compression, encryption and decryption, input validation etc.</a:t>
            </a:r>
            <a:endParaRPr lang="en-US" sz="2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a:t>
            </a:r>
            <a:r>
              <a:rPr lang="en-US" sz="2800" i="0" dirty="0">
                <a:effectLst/>
                <a:latin typeface="Times New Roman" panose="02020603050405020304" pitchFamily="18" charset="0"/>
                <a:cs typeface="Times New Roman" panose="02020603050405020304" pitchFamily="18" charset="0"/>
              </a:rPr>
              <a:t>servlet filter is pluggable</a:t>
            </a:r>
            <a:r>
              <a:rPr lang="en-US" sz="2800" b="0" i="0" dirty="0">
                <a:effectLst/>
                <a:latin typeface="Times New Roman" panose="02020603050405020304" pitchFamily="18" charset="0"/>
                <a:cs typeface="Times New Roman" panose="02020603050405020304" pitchFamily="18" charset="0"/>
              </a:rPr>
              <a:t>, i.e. its entry is defined in the web.xml file, if we remove the entry of filter from the web.xml file, filter will be removed automatically and we don't need to change the servlet.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71888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85C68-25FF-B9B1-41B6-67CCA8109FD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FBA8C712-DB2C-2ECA-C426-D9A7685D9C21}"/>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5A727796-96E3-DBCD-527A-F4A0777F5AB7}"/>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Servlet Filter</a:t>
            </a:r>
          </a:p>
        </p:txBody>
      </p:sp>
      <p:sp>
        <p:nvSpPr>
          <p:cNvPr id="2" name="TextBox 1">
            <a:extLst>
              <a:ext uri="{FF2B5EF4-FFF2-40B4-BE49-F238E27FC236}">
                <a16:creationId xmlns:a16="http://schemas.microsoft.com/office/drawing/2014/main" id="{5879F5DF-6139-E4C9-BFC9-2DE76B7B669E}"/>
              </a:ext>
            </a:extLst>
          </p:cNvPr>
          <p:cNvSpPr txBox="1"/>
          <p:nvPr/>
        </p:nvSpPr>
        <p:spPr>
          <a:xfrm>
            <a:off x="0" y="2286000"/>
            <a:ext cx="9035143" cy="4524315"/>
          </a:xfrm>
          <a:prstGeom prst="rect">
            <a:avLst/>
          </a:prstGeom>
          <a:noFill/>
        </p:spPr>
        <p:txBody>
          <a:bodyPr wrap="square" rtlCol="0">
            <a:spAutoFit/>
          </a:bodyPr>
          <a:lstStyle/>
          <a:p>
            <a:pPr algn="l"/>
            <a:r>
              <a:rPr lang="en-US" sz="2400" b="1" i="0" dirty="0">
                <a:effectLst/>
                <a:latin typeface="Times New Roman" panose="02020603050405020304" pitchFamily="18" charset="0"/>
                <a:cs typeface="Times New Roman" panose="02020603050405020304" pitchFamily="18" charset="0"/>
              </a:rPr>
              <a:t>Usage of Filter</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recording all incoming requests</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logs the IP addresses of the computers from which the requests originate</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conversion</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data compression</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encryption and decryption</a:t>
            </a:r>
          </a:p>
          <a:p>
            <a:pPr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input validation etc.</a:t>
            </a:r>
            <a:endParaRPr lang="en-IN" sz="2400" b="0" i="0" dirty="0">
              <a:effectLst/>
              <a:latin typeface="Times New Roman" panose="02020603050405020304" pitchFamily="18" charset="0"/>
              <a:cs typeface="Times New Roman" panose="02020603050405020304" pitchFamily="18" charset="0"/>
            </a:endParaRPr>
          </a:p>
          <a:p>
            <a:pPr algn="l"/>
            <a:r>
              <a:rPr lang="en-US" sz="2400" b="1" i="0" dirty="0">
                <a:effectLst/>
                <a:latin typeface="Times New Roman" panose="02020603050405020304" pitchFamily="18" charset="0"/>
                <a:cs typeface="Times New Roman" panose="02020603050405020304" pitchFamily="18" charset="0"/>
              </a:rPr>
              <a:t>Advantage of Filter</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Filter is pluggable.</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One filter don't have dependency onto another resource.</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Less Maintenance</a:t>
            </a:r>
          </a:p>
        </p:txBody>
      </p:sp>
    </p:spTree>
    <p:extLst>
      <p:ext uri="{BB962C8B-B14F-4D97-AF65-F5344CB8AC3E}">
        <p14:creationId xmlns:p14="http://schemas.microsoft.com/office/powerpoint/2010/main" val="19773703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5754F-FFA5-9613-A757-3663496DECA0}"/>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E56E94FF-B321-7B93-266A-E984731DBE9D}"/>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95B6D4FC-C3CE-0977-4A3A-E44F68C8E630}"/>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Servlet Filter</a:t>
            </a:r>
          </a:p>
        </p:txBody>
      </p:sp>
      <p:pic>
        <p:nvPicPr>
          <p:cNvPr id="7172" name="Picture 4" descr="filter">
            <a:extLst>
              <a:ext uri="{FF2B5EF4-FFF2-40B4-BE49-F238E27FC236}">
                <a16:creationId xmlns:a16="http://schemas.microsoft.com/office/drawing/2014/main" id="{56B9D5EF-30B1-F92E-44F5-2953846775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330450"/>
            <a:ext cx="8726153" cy="4081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8519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020C7-9966-0D75-046B-3D67D54BEC48}"/>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FFC3A414-80CA-7A33-0C51-2A6336B68677}"/>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B57AB57B-0AB4-1903-A303-A2C30B2BEC96}"/>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Filter API</a:t>
            </a:r>
          </a:p>
        </p:txBody>
      </p:sp>
      <p:sp>
        <p:nvSpPr>
          <p:cNvPr id="5" name="TextBox 4">
            <a:extLst>
              <a:ext uri="{FF2B5EF4-FFF2-40B4-BE49-F238E27FC236}">
                <a16:creationId xmlns:a16="http://schemas.microsoft.com/office/drawing/2014/main" id="{0C7C02D0-B14A-9061-FCAB-D0C75B305B31}"/>
              </a:ext>
            </a:extLst>
          </p:cNvPr>
          <p:cNvSpPr txBox="1"/>
          <p:nvPr/>
        </p:nvSpPr>
        <p:spPr>
          <a:xfrm>
            <a:off x="0" y="2286000"/>
            <a:ext cx="9144000" cy="1938992"/>
          </a:xfrm>
          <a:prstGeom prst="rect">
            <a:avLst/>
          </a:prstGeom>
          <a:noFill/>
        </p:spPr>
        <p:txBody>
          <a:bodyPr wrap="square" rtlCol="0">
            <a:spAutoFit/>
          </a:bodyPr>
          <a:lstStyle/>
          <a:p>
            <a:pPr algn="just"/>
            <a:r>
              <a:rPr lang="en-US" sz="2400" b="0" i="0" dirty="0">
                <a:effectLst/>
                <a:latin typeface="Times New Roman" panose="02020603050405020304" pitchFamily="18" charset="0"/>
                <a:cs typeface="Times New Roman" panose="02020603050405020304" pitchFamily="18" charset="0"/>
              </a:rPr>
              <a:t>Like servlet filter have its own API. The </a:t>
            </a:r>
            <a:r>
              <a:rPr lang="en-US" sz="2400" b="0" i="0" dirty="0" err="1">
                <a:effectLst/>
                <a:latin typeface="Times New Roman" panose="02020603050405020304" pitchFamily="18" charset="0"/>
                <a:cs typeface="Times New Roman" panose="02020603050405020304" pitchFamily="18" charset="0"/>
              </a:rPr>
              <a:t>javax.servlet</a:t>
            </a:r>
            <a:r>
              <a:rPr lang="en-US" sz="2400" b="0" i="0" dirty="0">
                <a:effectLst/>
                <a:latin typeface="Times New Roman" panose="02020603050405020304" pitchFamily="18" charset="0"/>
                <a:cs typeface="Times New Roman" panose="02020603050405020304" pitchFamily="18" charset="0"/>
              </a:rPr>
              <a:t> package contains the three interfaces of Filter API.</a:t>
            </a:r>
          </a:p>
          <a:p>
            <a:pPr algn="l"/>
            <a:r>
              <a:rPr lang="en-US" sz="2400" b="0" i="0" dirty="0">
                <a:effectLst/>
                <a:latin typeface="Times New Roman" panose="02020603050405020304" pitchFamily="18" charset="0"/>
                <a:cs typeface="Times New Roman" panose="02020603050405020304" pitchFamily="18" charset="0"/>
              </a:rPr>
              <a:t>1) Filter interface</a:t>
            </a:r>
          </a:p>
          <a:p>
            <a:pPr algn="just"/>
            <a:r>
              <a:rPr lang="en-US" sz="2400" b="0" i="0" dirty="0">
                <a:effectLst/>
                <a:latin typeface="Times New Roman" panose="02020603050405020304" pitchFamily="18" charset="0"/>
                <a:cs typeface="Times New Roman" panose="02020603050405020304" pitchFamily="18" charset="0"/>
              </a:rPr>
              <a:t>For creating any filter, you must implement the Filter interface. Filter interface provides the life cycle methods for a filter.</a:t>
            </a:r>
          </a:p>
        </p:txBody>
      </p:sp>
      <p:graphicFrame>
        <p:nvGraphicFramePr>
          <p:cNvPr id="6" name="Table 5">
            <a:extLst>
              <a:ext uri="{FF2B5EF4-FFF2-40B4-BE49-F238E27FC236}">
                <a16:creationId xmlns:a16="http://schemas.microsoft.com/office/drawing/2014/main" id="{364EF31D-4985-14B2-36D3-68B34D0A6A80}"/>
              </a:ext>
            </a:extLst>
          </p:cNvPr>
          <p:cNvGraphicFramePr>
            <a:graphicFrameLocks noGrp="1"/>
          </p:cNvGraphicFramePr>
          <p:nvPr>
            <p:extLst>
              <p:ext uri="{D42A27DB-BD31-4B8C-83A1-F6EECF244321}">
                <p14:modId xmlns:p14="http://schemas.microsoft.com/office/powerpoint/2010/main" val="895100492"/>
              </p:ext>
            </p:extLst>
          </p:nvPr>
        </p:nvGraphicFramePr>
        <p:xfrm>
          <a:off x="152399" y="4228009"/>
          <a:ext cx="8893630" cy="2645231"/>
        </p:xfrm>
        <a:graphic>
          <a:graphicData uri="http://schemas.openxmlformats.org/drawingml/2006/table">
            <a:tbl>
              <a:tblPr>
                <a:tableStyleId>{08FB837D-C827-4EFA-A057-4D05807E0F7C}</a:tableStyleId>
              </a:tblPr>
              <a:tblGrid>
                <a:gridCol w="4446815">
                  <a:extLst>
                    <a:ext uri="{9D8B030D-6E8A-4147-A177-3AD203B41FA5}">
                      <a16:colId xmlns:a16="http://schemas.microsoft.com/office/drawing/2014/main" val="3736226894"/>
                    </a:ext>
                  </a:extLst>
                </a:gridCol>
                <a:gridCol w="4446815">
                  <a:extLst>
                    <a:ext uri="{9D8B030D-6E8A-4147-A177-3AD203B41FA5}">
                      <a16:colId xmlns:a16="http://schemas.microsoft.com/office/drawing/2014/main" val="3992840908"/>
                    </a:ext>
                  </a:extLst>
                </a:gridCol>
              </a:tblGrid>
              <a:tr h="196041">
                <a:tc>
                  <a:txBody>
                    <a:bodyPr/>
                    <a:lstStyle/>
                    <a:p>
                      <a:pPr algn="l" fontAlgn="t"/>
                      <a:r>
                        <a:rPr lang="en-IN" sz="1600">
                          <a:solidFill>
                            <a:schemeClr val="tx1"/>
                          </a:solidFill>
                          <a:effectLst/>
                          <a:latin typeface="Times New Roman" panose="02020603050405020304" pitchFamily="18" charset="0"/>
                          <a:cs typeface="Times New Roman" panose="02020603050405020304" pitchFamily="18" charset="0"/>
                        </a:rPr>
                        <a:t>Method</a:t>
                      </a:r>
                    </a:p>
                  </a:txBody>
                  <a:tcPr marL="54229" marR="54229" marT="54229" marB="54229"/>
                </a:tc>
                <a:tc>
                  <a:txBody>
                    <a:bodyPr/>
                    <a:lstStyle/>
                    <a:p>
                      <a:pPr algn="l" fontAlgn="t"/>
                      <a:r>
                        <a:rPr lang="en-IN" sz="1600">
                          <a:solidFill>
                            <a:schemeClr val="tx1"/>
                          </a:solidFill>
                          <a:effectLst/>
                          <a:latin typeface="Times New Roman" panose="02020603050405020304" pitchFamily="18" charset="0"/>
                          <a:cs typeface="Times New Roman" panose="02020603050405020304" pitchFamily="18" charset="0"/>
                        </a:rPr>
                        <a:t>Description</a:t>
                      </a:r>
                    </a:p>
                  </a:txBody>
                  <a:tcPr marL="54229" marR="54229" marT="54229" marB="54229"/>
                </a:tc>
                <a:extLst>
                  <a:ext uri="{0D108BD9-81ED-4DB2-BD59-A6C34878D82A}">
                    <a16:rowId xmlns:a16="http://schemas.microsoft.com/office/drawing/2014/main" val="941128698"/>
                  </a:ext>
                </a:extLst>
              </a:tr>
              <a:tr h="585641">
                <a:tc>
                  <a:txBody>
                    <a:bodyPr/>
                    <a:lstStyle/>
                    <a:p>
                      <a:r>
                        <a:rPr lang="en-IN" sz="1600">
                          <a:solidFill>
                            <a:schemeClr val="tx1"/>
                          </a:solidFill>
                          <a:effectLst/>
                          <a:latin typeface="Times New Roman" panose="02020603050405020304" pitchFamily="18" charset="0"/>
                          <a:cs typeface="Times New Roman" panose="02020603050405020304" pitchFamily="18" charset="0"/>
                        </a:rPr>
                        <a:t>public void init(FilterConfig config)</a:t>
                      </a:r>
                    </a:p>
                  </a:txBody>
                  <a:tcPr marL="43383" marR="43383" marT="43383" marB="43383" anchor="ctr"/>
                </a:tc>
                <a:tc>
                  <a:txBody>
                    <a:bodyPr/>
                    <a:lstStyle/>
                    <a:p>
                      <a:r>
                        <a:rPr lang="en-US" sz="1600">
                          <a:solidFill>
                            <a:schemeClr val="tx1"/>
                          </a:solidFill>
                          <a:effectLst/>
                          <a:latin typeface="Times New Roman" panose="02020603050405020304" pitchFamily="18" charset="0"/>
                          <a:cs typeface="Times New Roman" panose="02020603050405020304" pitchFamily="18" charset="0"/>
                        </a:rPr>
                        <a:t>init() method is invoked only once. It is used to initialize the filter.</a:t>
                      </a:r>
                    </a:p>
                  </a:txBody>
                  <a:tcPr marL="43383" marR="43383" marT="43383" marB="43383" anchor="ctr"/>
                </a:tc>
                <a:extLst>
                  <a:ext uri="{0D108BD9-81ED-4DB2-BD59-A6C34878D82A}">
                    <a16:rowId xmlns:a16="http://schemas.microsoft.com/office/drawing/2014/main" val="91338896"/>
                  </a:ext>
                </a:extLst>
              </a:tr>
              <a:tr h="1121651">
                <a:tc>
                  <a:txBody>
                    <a:bodyPr/>
                    <a:lstStyle/>
                    <a:p>
                      <a:r>
                        <a:rPr lang="en-IN" sz="1600" dirty="0">
                          <a:solidFill>
                            <a:schemeClr val="tx1"/>
                          </a:solidFill>
                          <a:effectLst/>
                          <a:latin typeface="Times New Roman" panose="02020603050405020304" pitchFamily="18" charset="0"/>
                          <a:cs typeface="Times New Roman" panose="02020603050405020304" pitchFamily="18" charset="0"/>
                        </a:rPr>
                        <a:t>public void </a:t>
                      </a:r>
                      <a:r>
                        <a:rPr lang="en-IN" sz="1600" dirty="0" err="1">
                          <a:solidFill>
                            <a:schemeClr val="tx1"/>
                          </a:solidFill>
                          <a:effectLst/>
                          <a:latin typeface="Times New Roman" panose="02020603050405020304" pitchFamily="18" charset="0"/>
                          <a:cs typeface="Times New Roman" panose="02020603050405020304" pitchFamily="18" charset="0"/>
                        </a:rPr>
                        <a:t>doFilter</a:t>
                      </a:r>
                      <a:r>
                        <a:rPr lang="en-IN" sz="1600" dirty="0">
                          <a:solidFill>
                            <a:schemeClr val="tx1"/>
                          </a:solidFill>
                          <a:effectLst/>
                          <a:latin typeface="Times New Roman" panose="02020603050405020304" pitchFamily="18" charset="0"/>
                          <a:cs typeface="Times New Roman" panose="02020603050405020304" pitchFamily="18" charset="0"/>
                        </a:rPr>
                        <a:t>(</a:t>
                      </a:r>
                      <a:r>
                        <a:rPr lang="en-IN" sz="1600" dirty="0" err="1">
                          <a:solidFill>
                            <a:schemeClr val="tx1"/>
                          </a:solidFill>
                          <a:effectLst/>
                          <a:latin typeface="Times New Roman" panose="02020603050405020304" pitchFamily="18" charset="0"/>
                          <a:cs typeface="Times New Roman" panose="02020603050405020304" pitchFamily="18" charset="0"/>
                        </a:rPr>
                        <a:t>HttpServletRequest</a:t>
                      </a:r>
                      <a:r>
                        <a:rPr lang="en-IN" sz="1600" dirty="0">
                          <a:solidFill>
                            <a:schemeClr val="tx1"/>
                          </a:solidFill>
                          <a:effectLst/>
                          <a:latin typeface="Times New Roman" panose="02020603050405020304" pitchFamily="18" charset="0"/>
                          <a:cs typeface="Times New Roman" panose="02020603050405020304" pitchFamily="18" charset="0"/>
                        </a:rPr>
                        <a:t> </a:t>
                      </a:r>
                      <a:r>
                        <a:rPr lang="en-IN" sz="1600" dirty="0" err="1">
                          <a:solidFill>
                            <a:schemeClr val="tx1"/>
                          </a:solidFill>
                          <a:effectLst/>
                          <a:latin typeface="Times New Roman" panose="02020603050405020304" pitchFamily="18" charset="0"/>
                          <a:cs typeface="Times New Roman" panose="02020603050405020304" pitchFamily="18" charset="0"/>
                        </a:rPr>
                        <a:t>request,HttpServletResponse</a:t>
                      </a:r>
                      <a:r>
                        <a:rPr lang="en-IN" sz="1600" dirty="0">
                          <a:solidFill>
                            <a:schemeClr val="tx1"/>
                          </a:solidFill>
                          <a:effectLst/>
                          <a:latin typeface="Times New Roman" panose="02020603050405020304" pitchFamily="18" charset="0"/>
                          <a:cs typeface="Times New Roman" panose="02020603050405020304" pitchFamily="18" charset="0"/>
                        </a:rPr>
                        <a:t> response, </a:t>
                      </a:r>
                      <a:r>
                        <a:rPr lang="en-IN" sz="1600" dirty="0" err="1">
                          <a:solidFill>
                            <a:schemeClr val="tx1"/>
                          </a:solidFill>
                          <a:effectLst/>
                          <a:latin typeface="Times New Roman" panose="02020603050405020304" pitchFamily="18" charset="0"/>
                          <a:cs typeface="Times New Roman" panose="02020603050405020304" pitchFamily="18" charset="0"/>
                        </a:rPr>
                        <a:t>FilterChain</a:t>
                      </a:r>
                      <a:r>
                        <a:rPr lang="en-IN" sz="1600" dirty="0">
                          <a:solidFill>
                            <a:schemeClr val="tx1"/>
                          </a:solidFill>
                          <a:effectLst/>
                          <a:latin typeface="Times New Roman" panose="02020603050405020304" pitchFamily="18" charset="0"/>
                          <a:cs typeface="Times New Roman" panose="02020603050405020304" pitchFamily="18" charset="0"/>
                        </a:rPr>
                        <a:t> chain)</a:t>
                      </a:r>
                    </a:p>
                  </a:txBody>
                  <a:tcPr marL="43383" marR="43383" marT="43383" marB="43383" anchor="ctr"/>
                </a:tc>
                <a:tc>
                  <a:txBody>
                    <a:bodyPr/>
                    <a:lstStyle/>
                    <a:p>
                      <a:r>
                        <a:rPr lang="en-US" sz="1600" dirty="0" err="1">
                          <a:solidFill>
                            <a:schemeClr val="tx1"/>
                          </a:solidFill>
                          <a:effectLst/>
                          <a:latin typeface="Times New Roman" panose="02020603050405020304" pitchFamily="18" charset="0"/>
                          <a:cs typeface="Times New Roman" panose="02020603050405020304" pitchFamily="18" charset="0"/>
                        </a:rPr>
                        <a:t>doFilter</a:t>
                      </a:r>
                      <a:r>
                        <a:rPr lang="en-US" sz="1600" dirty="0">
                          <a:solidFill>
                            <a:schemeClr val="tx1"/>
                          </a:solidFill>
                          <a:effectLst/>
                          <a:latin typeface="Times New Roman" panose="02020603050405020304" pitchFamily="18" charset="0"/>
                          <a:cs typeface="Times New Roman" panose="02020603050405020304" pitchFamily="18" charset="0"/>
                        </a:rPr>
                        <a:t>() method is invoked every time when user request to any resource, to which the filter is </a:t>
                      </a:r>
                      <a:r>
                        <a:rPr lang="en-US" sz="1600" dirty="0" err="1">
                          <a:solidFill>
                            <a:schemeClr val="tx1"/>
                          </a:solidFill>
                          <a:effectLst/>
                          <a:latin typeface="Times New Roman" panose="02020603050405020304" pitchFamily="18" charset="0"/>
                          <a:cs typeface="Times New Roman" panose="02020603050405020304" pitchFamily="18" charset="0"/>
                        </a:rPr>
                        <a:t>mapped.It</a:t>
                      </a:r>
                      <a:r>
                        <a:rPr lang="en-US" sz="1600" dirty="0">
                          <a:solidFill>
                            <a:schemeClr val="tx1"/>
                          </a:solidFill>
                          <a:effectLst/>
                          <a:latin typeface="Times New Roman" panose="02020603050405020304" pitchFamily="18" charset="0"/>
                          <a:cs typeface="Times New Roman" panose="02020603050405020304" pitchFamily="18" charset="0"/>
                        </a:rPr>
                        <a:t> is used to perform filtering tasks.</a:t>
                      </a:r>
                    </a:p>
                  </a:txBody>
                  <a:tcPr marL="43383" marR="43383" marT="43383" marB="43383" anchor="ctr"/>
                </a:tc>
                <a:extLst>
                  <a:ext uri="{0D108BD9-81ED-4DB2-BD59-A6C34878D82A}">
                    <a16:rowId xmlns:a16="http://schemas.microsoft.com/office/drawing/2014/main" val="1284724431"/>
                  </a:ext>
                </a:extLst>
              </a:tr>
              <a:tr h="585641">
                <a:tc>
                  <a:txBody>
                    <a:bodyPr/>
                    <a:lstStyle/>
                    <a:p>
                      <a:r>
                        <a:rPr lang="en-IN" sz="1600">
                          <a:solidFill>
                            <a:schemeClr val="tx1"/>
                          </a:solidFill>
                          <a:effectLst/>
                          <a:latin typeface="Times New Roman" panose="02020603050405020304" pitchFamily="18" charset="0"/>
                          <a:cs typeface="Times New Roman" panose="02020603050405020304" pitchFamily="18" charset="0"/>
                        </a:rPr>
                        <a:t>public void destroy()</a:t>
                      </a:r>
                    </a:p>
                  </a:txBody>
                  <a:tcPr marL="43383" marR="43383" marT="43383" marB="43383" anchor="ctr"/>
                </a:tc>
                <a:tc>
                  <a:txBody>
                    <a:bodyPr/>
                    <a:lstStyle/>
                    <a:p>
                      <a:r>
                        <a:rPr lang="en-US" sz="1600" dirty="0">
                          <a:solidFill>
                            <a:schemeClr val="tx1"/>
                          </a:solidFill>
                          <a:effectLst/>
                          <a:latin typeface="Times New Roman" panose="02020603050405020304" pitchFamily="18" charset="0"/>
                          <a:cs typeface="Times New Roman" panose="02020603050405020304" pitchFamily="18" charset="0"/>
                        </a:rPr>
                        <a:t>This is invoked only once when filter is taken out of the service.</a:t>
                      </a:r>
                    </a:p>
                  </a:txBody>
                  <a:tcPr marL="43383" marR="43383" marT="43383" marB="43383" anchor="ctr"/>
                </a:tc>
                <a:extLst>
                  <a:ext uri="{0D108BD9-81ED-4DB2-BD59-A6C34878D82A}">
                    <a16:rowId xmlns:a16="http://schemas.microsoft.com/office/drawing/2014/main" val="1431508008"/>
                  </a:ext>
                </a:extLst>
              </a:tr>
            </a:tbl>
          </a:graphicData>
        </a:graphic>
      </p:graphicFrame>
    </p:spTree>
    <p:extLst>
      <p:ext uri="{BB962C8B-B14F-4D97-AF65-F5344CB8AC3E}">
        <p14:creationId xmlns:p14="http://schemas.microsoft.com/office/powerpoint/2010/main" val="36584053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6DD03-5431-BB02-CAC6-FC590CE8A9FA}"/>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C71500FB-9C15-0721-F6F1-7B65260CC324}"/>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CEEBDEA7-F2FD-AAD7-48C9-FAFA258E24BA}"/>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Filter API</a:t>
            </a:r>
          </a:p>
        </p:txBody>
      </p:sp>
      <p:sp>
        <p:nvSpPr>
          <p:cNvPr id="5" name="TextBox 4">
            <a:extLst>
              <a:ext uri="{FF2B5EF4-FFF2-40B4-BE49-F238E27FC236}">
                <a16:creationId xmlns:a16="http://schemas.microsoft.com/office/drawing/2014/main" id="{328DBEC2-B258-270C-C672-ADD78ECBBA9D}"/>
              </a:ext>
            </a:extLst>
          </p:cNvPr>
          <p:cNvSpPr txBox="1"/>
          <p:nvPr/>
        </p:nvSpPr>
        <p:spPr>
          <a:xfrm>
            <a:off x="0" y="2286000"/>
            <a:ext cx="9144000" cy="4247317"/>
          </a:xfrm>
          <a:prstGeom prst="rect">
            <a:avLst/>
          </a:prstGeom>
          <a:noFill/>
        </p:spPr>
        <p:txBody>
          <a:bodyPr wrap="square" rtlCol="0">
            <a:spAutoFit/>
          </a:bodyPr>
          <a:lstStyle/>
          <a:p>
            <a:pPr algn="l"/>
            <a:r>
              <a:rPr lang="en-US" sz="2800" b="0" i="0" dirty="0">
                <a:effectLst/>
                <a:latin typeface="Times New Roman" panose="02020603050405020304" pitchFamily="18" charset="0"/>
                <a:cs typeface="Times New Roman" panose="02020603050405020304" pitchFamily="18" charset="0"/>
              </a:rPr>
              <a:t>2</a:t>
            </a:r>
            <a:r>
              <a:rPr lang="en-US" sz="3000" b="0" i="0" dirty="0">
                <a:effectLst/>
                <a:latin typeface="Times New Roman" panose="02020603050405020304" pitchFamily="18" charset="0"/>
                <a:cs typeface="Times New Roman" panose="02020603050405020304" pitchFamily="18" charset="0"/>
              </a:rPr>
              <a:t>) </a:t>
            </a:r>
            <a:r>
              <a:rPr lang="en-US" sz="3000" b="0" i="0" dirty="0" err="1">
                <a:effectLst/>
                <a:latin typeface="Times New Roman" panose="02020603050405020304" pitchFamily="18" charset="0"/>
                <a:cs typeface="Times New Roman" panose="02020603050405020304" pitchFamily="18" charset="0"/>
              </a:rPr>
              <a:t>FilterChain</a:t>
            </a:r>
            <a:r>
              <a:rPr lang="en-US" sz="3000" b="0" i="0" dirty="0">
                <a:effectLst/>
                <a:latin typeface="Times New Roman" panose="02020603050405020304" pitchFamily="18" charset="0"/>
                <a:cs typeface="Times New Roman" panose="02020603050405020304" pitchFamily="18" charset="0"/>
              </a:rPr>
              <a:t> interface</a:t>
            </a:r>
          </a:p>
          <a:p>
            <a:pPr marL="457200" indent="-457200" algn="just">
              <a:buFont typeface="Arial" panose="020B0604020202020204" pitchFamily="34" charset="0"/>
              <a:buChar char="•"/>
            </a:pPr>
            <a:r>
              <a:rPr lang="en-US" sz="3000" b="0" i="0" dirty="0">
                <a:solidFill>
                  <a:srgbClr val="333333"/>
                </a:solidFill>
                <a:effectLst/>
                <a:latin typeface="Times New Roman" panose="02020603050405020304" pitchFamily="18" charset="0"/>
                <a:cs typeface="Times New Roman" panose="02020603050405020304" pitchFamily="18" charset="0"/>
              </a:rPr>
              <a:t>The object of </a:t>
            </a:r>
            <a:r>
              <a:rPr lang="en-US" sz="3000" b="0" i="0" dirty="0" err="1">
                <a:solidFill>
                  <a:srgbClr val="333333"/>
                </a:solidFill>
                <a:effectLst/>
                <a:latin typeface="Times New Roman" panose="02020603050405020304" pitchFamily="18" charset="0"/>
                <a:cs typeface="Times New Roman" panose="02020603050405020304" pitchFamily="18" charset="0"/>
              </a:rPr>
              <a:t>FilterChain</a:t>
            </a:r>
            <a:r>
              <a:rPr lang="en-US" sz="3000" b="0" i="0" dirty="0">
                <a:solidFill>
                  <a:srgbClr val="333333"/>
                </a:solidFill>
                <a:effectLst/>
                <a:latin typeface="Times New Roman" panose="02020603050405020304" pitchFamily="18" charset="0"/>
                <a:cs typeface="Times New Roman" panose="02020603050405020304" pitchFamily="18" charset="0"/>
              </a:rPr>
              <a:t> is responsible to invoke the next filter or resource in the chain.</a:t>
            </a:r>
          </a:p>
          <a:p>
            <a:pPr marL="457200" indent="-457200" algn="just">
              <a:buFont typeface="Arial" panose="020B0604020202020204" pitchFamily="34" charset="0"/>
              <a:buChar char="•"/>
            </a:pPr>
            <a:r>
              <a:rPr lang="en-US" sz="3000" b="0" i="0" dirty="0">
                <a:solidFill>
                  <a:srgbClr val="333333"/>
                </a:solidFill>
                <a:effectLst/>
                <a:latin typeface="Times New Roman" panose="02020603050405020304" pitchFamily="18" charset="0"/>
                <a:cs typeface="Times New Roman" panose="02020603050405020304" pitchFamily="18" charset="0"/>
              </a:rPr>
              <a:t>This object is passed in the </a:t>
            </a:r>
            <a:r>
              <a:rPr lang="en-US" sz="3000" b="0" i="0" dirty="0" err="1">
                <a:solidFill>
                  <a:srgbClr val="333333"/>
                </a:solidFill>
                <a:effectLst/>
                <a:latin typeface="Times New Roman" panose="02020603050405020304" pitchFamily="18" charset="0"/>
                <a:cs typeface="Times New Roman" panose="02020603050405020304" pitchFamily="18" charset="0"/>
              </a:rPr>
              <a:t>doFilter</a:t>
            </a:r>
            <a:r>
              <a:rPr lang="en-US" sz="3000" b="0" i="0" dirty="0">
                <a:solidFill>
                  <a:srgbClr val="333333"/>
                </a:solidFill>
                <a:effectLst/>
                <a:latin typeface="Times New Roman" panose="02020603050405020304" pitchFamily="18" charset="0"/>
                <a:cs typeface="Times New Roman" panose="02020603050405020304" pitchFamily="18" charset="0"/>
              </a:rPr>
              <a:t> method of Filter interface.</a:t>
            </a:r>
          </a:p>
          <a:p>
            <a:pPr marL="457200" indent="-457200" algn="just">
              <a:buFont typeface="Arial" panose="020B0604020202020204" pitchFamily="34" charset="0"/>
              <a:buChar char="•"/>
            </a:pPr>
            <a:r>
              <a:rPr lang="en-US" sz="3000" b="0" i="0" dirty="0">
                <a:solidFill>
                  <a:srgbClr val="333333"/>
                </a:solidFill>
                <a:effectLst/>
                <a:latin typeface="Times New Roman" panose="02020603050405020304" pitchFamily="18" charset="0"/>
                <a:cs typeface="Times New Roman" panose="02020603050405020304" pitchFamily="18" charset="0"/>
              </a:rPr>
              <a:t>The </a:t>
            </a:r>
            <a:r>
              <a:rPr lang="en-US" sz="3000" b="0" i="0" dirty="0" err="1">
                <a:solidFill>
                  <a:srgbClr val="333333"/>
                </a:solidFill>
                <a:effectLst/>
                <a:latin typeface="Times New Roman" panose="02020603050405020304" pitchFamily="18" charset="0"/>
                <a:cs typeface="Times New Roman" panose="02020603050405020304" pitchFamily="18" charset="0"/>
              </a:rPr>
              <a:t>FilterChain</a:t>
            </a:r>
            <a:r>
              <a:rPr lang="en-US" sz="3000" b="0" i="0" dirty="0">
                <a:solidFill>
                  <a:srgbClr val="333333"/>
                </a:solidFill>
                <a:effectLst/>
                <a:latin typeface="Times New Roman" panose="02020603050405020304" pitchFamily="18" charset="0"/>
                <a:cs typeface="Times New Roman" panose="02020603050405020304" pitchFamily="18" charset="0"/>
              </a:rPr>
              <a:t> interface contains only one method:</a:t>
            </a:r>
          </a:p>
          <a:p>
            <a:pPr algn="l"/>
            <a:r>
              <a:rPr lang="en-US" sz="3000" b="1" i="0" dirty="0">
                <a:solidFill>
                  <a:srgbClr val="333333"/>
                </a:solidFill>
                <a:effectLst/>
                <a:latin typeface="Times New Roman" panose="02020603050405020304" pitchFamily="18" charset="0"/>
                <a:cs typeface="Times New Roman" panose="02020603050405020304" pitchFamily="18" charset="0"/>
              </a:rPr>
              <a:t>public void </a:t>
            </a:r>
            <a:r>
              <a:rPr lang="en-US" sz="3000" b="1" i="0" dirty="0" err="1">
                <a:solidFill>
                  <a:srgbClr val="333333"/>
                </a:solidFill>
                <a:effectLst/>
                <a:latin typeface="Times New Roman" panose="02020603050405020304" pitchFamily="18" charset="0"/>
                <a:cs typeface="Times New Roman" panose="02020603050405020304" pitchFamily="18" charset="0"/>
              </a:rPr>
              <a:t>doFilter</a:t>
            </a:r>
            <a:r>
              <a:rPr lang="en-US" sz="3000" b="1" i="0" dirty="0">
                <a:solidFill>
                  <a:srgbClr val="333333"/>
                </a:solidFill>
                <a:effectLst/>
                <a:latin typeface="Times New Roman" panose="02020603050405020304" pitchFamily="18" charset="0"/>
                <a:cs typeface="Times New Roman" panose="02020603050405020304" pitchFamily="18" charset="0"/>
              </a:rPr>
              <a:t>(</a:t>
            </a:r>
            <a:r>
              <a:rPr lang="en-US" sz="3000" b="1" i="0" dirty="0" err="1">
                <a:solidFill>
                  <a:srgbClr val="333333"/>
                </a:solidFill>
                <a:effectLst/>
                <a:latin typeface="Times New Roman" panose="02020603050405020304" pitchFamily="18" charset="0"/>
                <a:cs typeface="Times New Roman" panose="02020603050405020304" pitchFamily="18" charset="0"/>
              </a:rPr>
              <a:t>HttpServletRequest</a:t>
            </a:r>
            <a:r>
              <a:rPr lang="en-US" sz="3000" b="1" i="0" dirty="0">
                <a:solidFill>
                  <a:srgbClr val="333333"/>
                </a:solidFill>
                <a:effectLst/>
                <a:latin typeface="Times New Roman" panose="02020603050405020304" pitchFamily="18" charset="0"/>
                <a:cs typeface="Times New Roman" panose="02020603050405020304" pitchFamily="18" charset="0"/>
              </a:rPr>
              <a:t> request, </a:t>
            </a:r>
            <a:r>
              <a:rPr lang="en-US" sz="3000" b="1" i="0" dirty="0" err="1">
                <a:solidFill>
                  <a:srgbClr val="333333"/>
                </a:solidFill>
                <a:effectLst/>
                <a:latin typeface="Times New Roman" panose="02020603050405020304" pitchFamily="18" charset="0"/>
                <a:cs typeface="Times New Roman" panose="02020603050405020304" pitchFamily="18" charset="0"/>
              </a:rPr>
              <a:t>HttpServletResponse</a:t>
            </a:r>
            <a:r>
              <a:rPr lang="en-US" sz="3000" b="1" i="0" dirty="0">
                <a:solidFill>
                  <a:srgbClr val="333333"/>
                </a:solidFill>
                <a:effectLst/>
                <a:latin typeface="Times New Roman" panose="02020603050405020304" pitchFamily="18" charset="0"/>
                <a:cs typeface="Times New Roman" panose="02020603050405020304" pitchFamily="18" charset="0"/>
              </a:rPr>
              <a:t> response):</a:t>
            </a:r>
            <a:r>
              <a:rPr lang="en-US" sz="3000" b="0" i="0" dirty="0">
                <a:solidFill>
                  <a:srgbClr val="333333"/>
                </a:solidFill>
                <a:effectLst/>
                <a:latin typeface="Times New Roman" panose="02020603050405020304" pitchFamily="18" charset="0"/>
                <a:cs typeface="Times New Roman" panose="02020603050405020304" pitchFamily="18" charset="0"/>
              </a:rPr>
              <a:t> it passes the control to the next filter or resource.</a:t>
            </a:r>
          </a:p>
        </p:txBody>
      </p:sp>
    </p:spTree>
    <p:extLst>
      <p:ext uri="{BB962C8B-B14F-4D97-AF65-F5344CB8AC3E}">
        <p14:creationId xmlns:p14="http://schemas.microsoft.com/office/powerpoint/2010/main" val="40933976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25009-07CD-5059-9D56-71A3FA72CBD9}"/>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B6442C58-DD9C-EF56-E5F2-AE07934033ED}"/>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6F2B88A9-AF6B-DDCE-A19C-0C24CC85A366}"/>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b="0" i="0" dirty="0">
                <a:solidFill>
                  <a:schemeClr val="bg1"/>
                </a:solidFill>
                <a:effectLst/>
                <a:latin typeface="Times New Roman" panose="02020603050405020304" pitchFamily="18" charset="0"/>
                <a:cs typeface="Times New Roman" panose="02020603050405020304" pitchFamily="18" charset="0"/>
              </a:rPr>
              <a:t>Filter API</a:t>
            </a:r>
          </a:p>
        </p:txBody>
      </p:sp>
      <p:sp>
        <p:nvSpPr>
          <p:cNvPr id="5" name="TextBox 4">
            <a:extLst>
              <a:ext uri="{FF2B5EF4-FFF2-40B4-BE49-F238E27FC236}">
                <a16:creationId xmlns:a16="http://schemas.microsoft.com/office/drawing/2014/main" id="{FEFB0E1A-0866-3C4A-5DAB-1E99DBDD1096}"/>
              </a:ext>
            </a:extLst>
          </p:cNvPr>
          <p:cNvSpPr txBox="1"/>
          <p:nvPr/>
        </p:nvSpPr>
        <p:spPr>
          <a:xfrm>
            <a:off x="0" y="2286000"/>
            <a:ext cx="9144000" cy="4154984"/>
          </a:xfrm>
          <a:prstGeom prst="rect">
            <a:avLst/>
          </a:prstGeom>
          <a:noFill/>
        </p:spPr>
        <p:txBody>
          <a:bodyPr wrap="square" rtlCol="0">
            <a:spAutoFit/>
          </a:bodyPr>
          <a:lstStyle/>
          <a:p>
            <a:pPr algn="l"/>
            <a:r>
              <a:rPr lang="en-US" sz="2400" b="0" i="0" dirty="0">
                <a:effectLst/>
                <a:latin typeface="Times New Roman" panose="02020603050405020304" pitchFamily="18" charset="0"/>
                <a:cs typeface="Times New Roman" panose="02020603050405020304" pitchFamily="18" charset="0"/>
              </a:rPr>
              <a:t>3) </a:t>
            </a:r>
            <a:r>
              <a:rPr lang="en-US" sz="2400" b="0" i="0" dirty="0" err="1">
                <a:effectLst/>
                <a:latin typeface="Times New Roman" panose="02020603050405020304" pitchFamily="18" charset="0"/>
                <a:cs typeface="Times New Roman" panose="02020603050405020304" pitchFamily="18" charset="0"/>
              </a:rPr>
              <a:t>FilterConfig</a:t>
            </a:r>
            <a:endParaRPr lang="en-US" sz="2400" b="0" i="0" dirty="0">
              <a:effectLst/>
              <a:latin typeface="Times New Roman" panose="02020603050405020304" pitchFamily="18" charset="0"/>
              <a:cs typeface="Times New Roman" panose="02020603050405020304" pitchFamily="18" charset="0"/>
            </a:endParaRPr>
          </a:p>
          <a:p>
            <a:pPr algn="just"/>
            <a:r>
              <a:rPr lang="en-US" sz="2400" b="0" i="0" dirty="0">
                <a:solidFill>
                  <a:srgbClr val="333333"/>
                </a:solidFill>
                <a:effectLst/>
                <a:latin typeface="Times New Roman" panose="02020603050405020304" pitchFamily="18" charset="0"/>
                <a:cs typeface="Times New Roman" panose="02020603050405020304" pitchFamily="18" charset="0"/>
              </a:rPr>
              <a:t>An object of </a:t>
            </a:r>
            <a:r>
              <a:rPr lang="en-US" sz="2400" b="0" i="0" dirty="0" err="1">
                <a:solidFill>
                  <a:srgbClr val="333333"/>
                </a:solidFill>
                <a:effectLst/>
                <a:latin typeface="Times New Roman" panose="02020603050405020304" pitchFamily="18" charset="0"/>
                <a:cs typeface="Times New Roman" panose="02020603050405020304" pitchFamily="18" charset="0"/>
              </a:rPr>
              <a:t>FilterConfig</a:t>
            </a:r>
            <a:r>
              <a:rPr lang="en-US" sz="2400" b="0" i="0" dirty="0">
                <a:solidFill>
                  <a:srgbClr val="333333"/>
                </a:solidFill>
                <a:effectLst/>
                <a:latin typeface="Times New Roman" panose="02020603050405020304" pitchFamily="18" charset="0"/>
                <a:cs typeface="Times New Roman" panose="02020603050405020304" pitchFamily="18" charset="0"/>
              </a:rPr>
              <a:t> is created by the web container. This object can be used to get the configuration information from the web.xml file.</a:t>
            </a:r>
          </a:p>
          <a:p>
            <a:pPr algn="l"/>
            <a:r>
              <a:rPr lang="en-US" sz="2400" b="0" i="0" dirty="0">
                <a:effectLst/>
                <a:latin typeface="Times New Roman" panose="02020603050405020304" pitchFamily="18" charset="0"/>
                <a:cs typeface="Times New Roman" panose="02020603050405020304" pitchFamily="18" charset="0"/>
              </a:rPr>
              <a:t>Methods of </a:t>
            </a:r>
            <a:r>
              <a:rPr lang="en-US" sz="2400" b="0" i="0" dirty="0" err="1">
                <a:effectLst/>
                <a:latin typeface="Times New Roman" panose="02020603050405020304" pitchFamily="18" charset="0"/>
                <a:cs typeface="Times New Roman" panose="02020603050405020304" pitchFamily="18" charset="0"/>
              </a:rPr>
              <a:t>FilterConfig</a:t>
            </a:r>
            <a:r>
              <a:rPr lang="en-US" sz="2400" b="0" i="0" dirty="0">
                <a:effectLst/>
                <a:latin typeface="Times New Roman" panose="02020603050405020304" pitchFamily="18" charset="0"/>
                <a:cs typeface="Times New Roman" panose="02020603050405020304" pitchFamily="18" charset="0"/>
              </a:rPr>
              <a:t> interface</a:t>
            </a:r>
          </a:p>
          <a:p>
            <a:pPr algn="just"/>
            <a:r>
              <a:rPr lang="en-US" sz="2400" b="0" i="0" dirty="0">
                <a:solidFill>
                  <a:srgbClr val="333333"/>
                </a:solidFill>
                <a:effectLst/>
                <a:latin typeface="Times New Roman" panose="02020603050405020304" pitchFamily="18" charset="0"/>
                <a:cs typeface="Times New Roman" panose="02020603050405020304" pitchFamily="18" charset="0"/>
              </a:rPr>
              <a:t>There are following 3 methods in the </a:t>
            </a:r>
            <a:r>
              <a:rPr lang="en-US" sz="2400" b="0" i="0" dirty="0" err="1">
                <a:solidFill>
                  <a:srgbClr val="333333"/>
                </a:solidFill>
                <a:effectLst/>
                <a:latin typeface="Times New Roman" panose="02020603050405020304" pitchFamily="18" charset="0"/>
                <a:cs typeface="Times New Roman" panose="02020603050405020304" pitchFamily="18" charset="0"/>
              </a:rPr>
              <a:t>FilterConfig</a:t>
            </a:r>
            <a:r>
              <a:rPr lang="en-US" sz="2400" b="0" i="0" dirty="0">
                <a:solidFill>
                  <a:srgbClr val="333333"/>
                </a:solidFill>
                <a:effectLst/>
                <a:latin typeface="Times New Roman" panose="02020603050405020304" pitchFamily="18" charset="0"/>
                <a:cs typeface="Times New Roman" panose="02020603050405020304" pitchFamily="18" charset="0"/>
              </a:rPr>
              <a:t> interface.</a:t>
            </a:r>
          </a:p>
          <a:p>
            <a:pPr algn="l">
              <a:buFont typeface="+mj-lt"/>
              <a:buAutoNum type="arabicPeriod"/>
            </a:pPr>
            <a:r>
              <a:rPr lang="en-US" sz="2400" b="1" i="0" dirty="0">
                <a:solidFill>
                  <a:srgbClr val="333333"/>
                </a:solidFill>
                <a:effectLst/>
                <a:latin typeface="Times New Roman" panose="02020603050405020304" pitchFamily="18" charset="0"/>
                <a:cs typeface="Times New Roman" panose="02020603050405020304" pitchFamily="18" charset="0"/>
              </a:rPr>
              <a:t>public void </a:t>
            </a:r>
            <a:r>
              <a:rPr lang="en-US" sz="2400" b="1" i="0" dirty="0" err="1">
                <a:solidFill>
                  <a:srgbClr val="333333"/>
                </a:solidFill>
                <a:effectLst/>
                <a:latin typeface="Times New Roman" panose="02020603050405020304" pitchFamily="18" charset="0"/>
                <a:cs typeface="Times New Roman" panose="02020603050405020304" pitchFamily="18" charset="0"/>
              </a:rPr>
              <a:t>init</a:t>
            </a:r>
            <a:r>
              <a:rPr lang="en-US" sz="2400" b="1" i="0" dirty="0">
                <a:solidFill>
                  <a:srgbClr val="333333"/>
                </a:solidFill>
                <a:effectLst/>
                <a:latin typeface="Times New Roman" panose="02020603050405020304" pitchFamily="18" charset="0"/>
                <a:cs typeface="Times New Roman" panose="02020603050405020304" pitchFamily="18" charset="0"/>
              </a:rPr>
              <a:t>(</a:t>
            </a:r>
            <a:r>
              <a:rPr lang="en-US" sz="2400" b="1" i="0" dirty="0" err="1">
                <a:solidFill>
                  <a:srgbClr val="333333"/>
                </a:solidFill>
                <a:effectLst/>
                <a:latin typeface="Times New Roman" panose="02020603050405020304" pitchFamily="18" charset="0"/>
                <a:cs typeface="Times New Roman" panose="02020603050405020304" pitchFamily="18" charset="0"/>
              </a:rPr>
              <a:t>FilterConfig</a:t>
            </a:r>
            <a:r>
              <a:rPr lang="en-US" sz="2400" b="1" i="0" dirty="0">
                <a:solidFill>
                  <a:srgbClr val="333333"/>
                </a:solidFill>
                <a:effectLst/>
                <a:latin typeface="Times New Roman" panose="02020603050405020304" pitchFamily="18" charset="0"/>
                <a:cs typeface="Times New Roman" panose="02020603050405020304" pitchFamily="18" charset="0"/>
              </a:rPr>
              <a:t> config):</a:t>
            </a:r>
            <a:r>
              <a:rPr lang="en-US" sz="2400" b="0" i="0" dirty="0">
                <a:solidFill>
                  <a:srgbClr val="333333"/>
                </a:solidFill>
                <a:effectLst/>
                <a:latin typeface="Times New Roman" panose="02020603050405020304" pitchFamily="18" charset="0"/>
                <a:cs typeface="Times New Roman" panose="02020603050405020304" pitchFamily="18" charset="0"/>
              </a:rPr>
              <a:t> </a:t>
            </a:r>
            <a:r>
              <a:rPr lang="en-US" sz="2400" b="0" i="0" dirty="0" err="1">
                <a:solidFill>
                  <a:srgbClr val="333333"/>
                </a:solidFill>
                <a:effectLst/>
                <a:latin typeface="Times New Roman" panose="02020603050405020304" pitchFamily="18" charset="0"/>
                <a:cs typeface="Times New Roman" panose="02020603050405020304" pitchFamily="18" charset="0"/>
              </a:rPr>
              <a:t>init</a:t>
            </a:r>
            <a:r>
              <a:rPr lang="en-US" sz="2400" b="0" i="0" dirty="0">
                <a:solidFill>
                  <a:srgbClr val="333333"/>
                </a:solidFill>
                <a:effectLst/>
                <a:latin typeface="Times New Roman" panose="02020603050405020304" pitchFamily="18" charset="0"/>
                <a:cs typeface="Times New Roman" panose="02020603050405020304" pitchFamily="18" charset="0"/>
              </a:rPr>
              <a:t>() method is invoked only once it is used to initialize the filter.</a:t>
            </a:r>
          </a:p>
          <a:p>
            <a:pPr algn="l">
              <a:buFont typeface="+mj-lt"/>
              <a:buAutoNum type="arabicPeriod"/>
            </a:pPr>
            <a:r>
              <a:rPr lang="en-US" sz="2400" b="1" i="0" dirty="0">
                <a:solidFill>
                  <a:srgbClr val="333333"/>
                </a:solidFill>
                <a:effectLst/>
                <a:latin typeface="Times New Roman" panose="02020603050405020304" pitchFamily="18" charset="0"/>
                <a:cs typeface="Times New Roman" panose="02020603050405020304" pitchFamily="18" charset="0"/>
              </a:rPr>
              <a:t>public String </a:t>
            </a:r>
            <a:r>
              <a:rPr lang="en-US" sz="2400" b="1" i="0" dirty="0" err="1">
                <a:solidFill>
                  <a:srgbClr val="333333"/>
                </a:solidFill>
                <a:effectLst/>
                <a:latin typeface="Times New Roman" panose="02020603050405020304" pitchFamily="18" charset="0"/>
                <a:cs typeface="Times New Roman" panose="02020603050405020304" pitchFamily="18" charset="0"/>
              </a:rPr>
              <a:t>getInitParameter</a:t>
            </a:r>
            <a:r>
              <a:rPr lang="en-US" sz="2400" b="1" i="0" dirty="0">
                <a:solidFill>
                  <a:srgbClr val="333333"/>
                </a:solidFill>
                <a:effectLst/>
                <a:latin typeface="Times New Roman" panose="02020603050405020304" pitchFamily="18" charset="0"/>
                <a:cs typeface="Times New Roman" panose="02020603050405020304" pitchFamily="18" charset="0"/>
              </a:rPr>
              <a:t>(String </a:t>
            </a:r>
            <a:r>
              <a:rPr lang="en-US" sz="2400" b="1" i="0" dirty="0" err="1">
                <a:solidFill>
                  <a:srgbClr val="333333"/>
                </a:solidFill>
                <a:effectLst/>
                <a:latin typeface="Times New Roman" panose="02020603050405020304" pitchFamily="18" charset="0"/>
                <a:cs typeface="Times New Roman" panose="02020603050405020304" pitchFamily="18" charset="0"/>
              </a:rPr>
              <a:t>parameterName</a:t>
            </a:r>
            <a:r>
              <a:rPr lang="en-US" sz="2400" b="1" i="0" dirty="0">
                <a:solidFill>
                  <a:srgbClr val="333333"/>
                </a:solidFill>
                <a:effectLst/>
                <a:latin typeface="Times New Roman" panose="02020603050405020304" pitchFamily="18" charset="0"/>
                <a:cs typeface="Times New Roman" panose="02020603050405020304" pitchFamily="18" charset="0"/>
              </a:rPr>
              <a:t>):</a:t>
            </a:r>
            <a:r>
              <a:rPr lang="en-US" sz="2400" b="0" i="0" dirty="0">
                <a:solidFill>
                  <a:srgbClr val="333333"/>
                </a:solidFill>
                <a:effectLst/>
                <a:latin typeface="Times New Roman" panose="02020603050405020304" pitchFamily="18" charset="0"/>
                <a:cs typeface="Times New Roman" panose="02020603050405020304" pitchFamily="18" charset="0"/>
              </a:rPr>
              <a:t> Returns the parameter value for the specified parameter name.</a:t>
            </a:r>
          </a:p>
          <a:p>
            <a:pPr algn="l">
              <a:buFont typeface="+mj-lt"/>
              <a:buAutoNum type="arabicPeriod"/>
            </a:pPr>
            <a:r>
              <a:rPr lang="en-US" sz="2400" b="1" i="0" dirty="0">
                <a:solidFill>
                  <a:srgbClr val="333333"/>
                </a:solidFill>
                <a:effectLst/>
                <a:latin typeface="Times New Roman" panose="02020603050405020304" pitchFamily="18" charset="0"/>
                <a:cs typeface="Times New Roman" panose="02020603050405020304" pitchFamily="18" charset="0"/>
              </a:rPr>
              <a:t>public </a:t>
            </a:r>
            <a:r>
              <a:rPr lang="en-US" sz="2400" b="1" i="0" dirty="0" err="1">
                <a:solidFill>
                  <a:srgbClr val="333333"/>
                </a:solidFill>
                <a:effectLst/>
                <a:latin typeface="Times New Roman" panose="02020603050405020304" pitchFamily="18" charset="0"/>
                <a:cs typeface="Times New Roman" panose="02020603050405020304" pitchFamily="18" charset="0"/>
              </a:rPr>
              <a:t>ServletContext</a:t>
            </a:r>
            <a:r>
              <a:rPr lang="en-US" sz="2400" b="1" i="0" dirty="0">
                <a:solidFill>
                  <a:srgbClr val="333333"/>
                </a:solidFill>
                <a:effectLst/>
                <a:latin typeface="Times New Roman" panose="02020603050405020304" pitchFamily="18" charset="0"/>
                <a:cs typeface="Times New Roman" panose="02020603050405020304" pitchFamily="18" charset="0"/>
              </a:rPr>
              <a:t> </a:t>
            </a:r>
            <a:r>
              <a:rPr lang="en-US" sz="2400" b="1" i="0" dirty="0" err="1">
                <a:solidFill>
                  <a:srgbClr val="333333"/>
                </a:solidFill>
                <a:effectLst/>
                <a:latin typeface="Times New Roman" panose="02020603050405020304" pitchFamily="18" charset="0"/>
                <a:cs typeface="Times New Roman" panose="02020603050405020304" pitchFamily="18" charset="0"/>
              </a:rPr>
              <a:t>getServletContext</a:t>
            </a:r>
            <a:r>
              <a:rPr lang="en-US" sz="2400" b="1" i="0" dirty="0">
                <a:solidFill>
                  <a:srgbClr val="333333"/>
                </a:solidFill>
                <a:effectLst/>
                <a:latin typeface="Times New Roman" panose="02020603050405020304" pitchFamily="18" charset="0"/>
                <a:cs typeface="Times New Roman" panose="02020603050405020304" pitchFamily="18" charset="0"/>
              </a:rPr>
              <a:t>():</a:t>
            </a:r>
            <a:r>
              <a:rPr lang="en-US" sz="2400" b="0" i="0" dirty="0">
                <a:solidFill>
                  <a:srgbClr val="333333"/>
                </a:solidFill>
                <a:effectLst/>
                <a:latin typeface="Times New Roman" panose="02020603050405020304" pitchFamily="18" charset="0"/>
                <a:cs typeface="Times New Roman" panose="02020603050405020304" pitchFamily="18" charset="0"/>
              </a:rPr>
              <a:t> Returns the </a:t>
            </a:r>
            <a:r>
              <a:rPr lang="en-US" sz="2400" b="0" i="0" dirty="0" err="1">
                <a:solidFill>
                  <a:srgbClr val="333333"/>
                </a:solidFill>
                <a:effectLst/>
                <a:latin typeface="Times New Roman" panose="02020603050405020304" pitchFamily="18" charset="0"/>
                <a:cs typeface="Times New Roman" panose="02020603050405020304" pitchFamily="18" charset="0"/>
              </a:rPr>
              <a:t>ServletContext</a:t>
            </a:r>
            <a:r>
              <a:rPr lang="en-US" sz="2400" b="0" i="0" dirty="0">
                <a:solidFill>
                  <a:srgbClr val="333333"/>
                </a:solidFill>
                <a:effectLst/>
                <a:latin typeface="Times New Roman" panose="02020603050405020304" pitchFamily="18" charset="0"/>
                <a:cs typeface="Times New Roman" panose="02020603050405020304" pitchFamily="18" charset="0"/>
              </a:rPr>
              <a:t> object.</a:t>
            </a:r>
          </a:p>
        </p:txBody>
      </p:sp>
    </p:spTree>
    <p:extLst>
      <p:ext uri="{BB962C8B-B14F-4D97-AF65-F5344CB8AC3E}">
        <p14:creationId xmlns:p14="http://schemas.microsoft.com/office/powerpoint/2010/main" val="14100035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C2D3C-24B4-22C4-6045-9FBCA8D15831}"/>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CC918B92-DD4C-E8CD-4C15-9C51903B6CAD}"/>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251E1815-E37E-9EF0-7CFA-1701CCA01A39}"/>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dirty="0">
                <a:solidFill>
                  <a:schemeClr val="bg1"/>
                </a:solidFill>
                <a:latin typeface="Times New Roman" panose="02020603050405020304" pitchFamily="18" charset="0"/>
                <a:cs typeface="Times New Roman" panose="02020603050405020304" pitchFamily="18" charset="0"/>
              </a:rPr>
              <a:t>Creating Custom filter</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2160B82-048B-9E56-2252-9D82EA0343FC}"/>
              </a:ext>
            </a:extLst>
          </p:cNvPr>
          <p:cNvSpPr txBox="1"/>
          <p:nvPr/>
        </p:nvSpPr>
        <p:spPr>
          <a:xfrm>
            <a:off x="0" y="2286000"/>
            <a:ext cx="9144000" cy="4524315"/>
          </a:xfrm>
          <a:prstGeom prst="rect">
            <a:avLst/>
          </a:prstGeom>
          <a:noFill/>
        </p:spPr>
        <p:txBody>
          <a:bodyPr wrap="square" rtlCol="0">
            <a:spAutoFit/>
          </a:bodyPr>
          <a:lstStyle/>
          <a:p>
            <a:pPr algn="l"/>
            <a:r>
              <a:rPr lang="en-US" sz="2400" b="0" i="0" dirty="0">
                <a:solidFill>
                  <a:srgbClr val="333333"/>
                </a:solidFill>
                <a:effectLst/>
                <a:latin typeface="Times New Roman" panose="02020603050405020304" pitchFamily="18" charset="0"/>
                <a:cs typeface="Times New Roman" panose="02020603050405020304" pitchFamily="18" charset="0"/>
              </a:rPr>
              <a:t>Steps:</a:t>
            </a:r>
          </a:p>
          <a:p>
            <a:pPr marL="457200" indent="-457200" algn="l">
              <a:buFont typeface="+mj-lt"/>
              <a:buAutoNum type="arabicPeriod"/>
            </a:pPr>
            <a:r>
              <a:rPr lang="en-US" sz="2400" b="0" i="0" dirty="0">
                <a:solidFill>
                  <a:srgbClr val="333333"/>
                </a:solidFill>
                <a:effectLst/>
                <a:latin typeface="Times New Roman" panose="02020603050405020304" pitchFamily="18" charset="0"/>
                <a:cs typeface="Times New Roman" panose="02020603050405020304" pitchFamily="18" charset="0"/>
              </a:rPr>
              <a:t>Implement Filter interface.</a:t>
            </a:r>
          </a:p>
          <a:p>
            <a:pPr marL="457200" indent="-457200" algn="l">
              <a:buFont typeface="+mj-lt"/>
              <a:buAutoNum type="arabicPeriod"/>
            </a:pPr>
            <a:r>
              <a:rPr lang="en-US" sz="2400" b="0" i="0" dirty="0">
                <a:solidFill>
                  <a:srgbClr val="333333"/>
                </a:solidFill>
                <a:effectLst/>
                <a:latin typeface="Times New Roman" panose="02020603050405020304" pitchFamily="18" charset="0"/>
                <a:cs typeface="Times New Roman" panose="02020603050405020304" pitchFamily="18" charset="0"/>
              </a:rPr>
              <a:t>Override methods: </a:t>
            </a:r>
            <a:r>
              <a:rPr lang="en-US" sz="2400" b="0" i="0" dirty="0" err="1">
                <a:solidFill>
                  <a:srgbClr val="333333"/>
                </a:solidFill>
                <a:effectLst/>
                <a:latin typeface="Times New Roman" panose="02020603050405020304" pitchFamily="18" charset="0"/>
                <a:cs typeface="Times New Roman" panose="02020603050405020304" pitchFamily="18" charset="0"/>
              </a:rPr>
              <a:t>init</a:t>
            </a:r>
            <a:r>
              <a:rPr lang="en-US" sz="2400" b="0" i="0" dirty="0">
                <a:solidFill>
                  <a:srgbClr val="333333"/>
                </a:solidFill>
                <a:effectLst/>
                <a:latin typeface="Times New Roman" panose="02020603050405020304" pitchFamily="18" charset="0"/>
                <a:cs typeface="Times New Roman" panose="02020603050405020304" pitchFamily="18" charset="0"/>
              </a:rPr>
              <a:t>(), </a:t>
            </a:r>
            <a:r>
              <a:rPr lang="en-US" sz="2400" b="0" i="0" dirty="0" err="1">
                <a:solidFill>
                  <a:srgbClr val="333333"/>
                </a:solidFill>
                <a:effectLst/>
                <a:latin typeface="Times New Roman" panose="02020603050405020304" pitchFamily="18" charset="0"/>
                <a:cs typeface="Times New Roman" panose="02020603050405020304" pitchFamily="18" charset="0"/>
              </a:rPr>
              <a:t>doFilter</a:t>
            </a:r>
            <a:r>
              <a:rPr lang="en-US" sz="2400" b="0" i="0" dirty="0">
                <a:solidFill>
                  <a:srgbClr val="333333"/>
                </a:solidFill>
                <a:effectLst/>
                <a:latin typeface="Times New Roman" panose="02020603050405020304" pitchFamily="18" charset="0"/>
                <a:cs typeface="Times New Roman" panose="02020603050405020304" pitchFamily="18" charset="0"/>
              </a:rPr>
              <a:t>(), and destroy().</a:t>
            </a:r>
          </a:p>
          <a:p>
            <a:pPr marL="457200" indent="-457200" algn="l">
              <a:buFont typeface="+mj-lt"/>
              <a:buAutoNum type="arabicPeriod"/>
            </a:pPr>
            <a:r>
              <a:rPr lang="en-US" sz="2400" b="0" i="0" dirty="0">
                <a:solidFill>
                  <a:srgbClr val="333333"/>
                </a:solidFill>
                <a:effectLst/>
                <a:latin typeface="Times New Roman" panose="02020603050405020304" pitchFamily="18" charset="0"/>
                <a:cs typeface="Times New Roman" panose="02020603050405020304" pitchFamily="18" charset="0"/>
              </a:rPr>
              <a:t>Register the filter in web.xml or use annotations.</a:t>
            </a:r>
          </a:p>
          <a:p>
            <a:pPr algn="l"/>
            <a:r>
              <a:rPr lang="en-US" sz="2400" dirty="0">
                <a:solidFill>
                  <a:srgbClr val="333333"/>
                </a:solidFill>
                <a:latin typeface="Times New Roman" panose="02020603050405020304" pitchFamily="18" charset="0"/>
                <a:cs typeface="Times New Roman" panose="02020603050405020304" pitchFamily="18" charset="0"/>
              </a:rPr>
              <a:t>Example Code:</a:t>
            </a:r>
          </a:p>
          <a:p>
            <a:pPr algn="l"/>
            <a:r>
              <a:rPr lang="en-US" sz="2400" b="0" i="0" dirty="0">
                <a:solidFill>
                  <a:srgbClr val="333333"/>
                </a:solidFill>
                <a:effectLst/>
                <a:latin typeface="Times New Roman" panose="02020603050405020304" pitchFamily="18" charset="0"/>
                <a:cs typeface="Times New Roman" panose="02020603050405020304" pitchFamily="18" charset="0"/>
              </a:rPr>
              <a:t>public class </a:t>
            </a:r>
            <a:r>
              <a:rPr lang="en-US" sz="2400" b="0" i="0" dirty="0" err="1">
                <a:solidFill>
                  <a:srgbClr val="333333"/>
                </a:solidFill>
                <a:effectLst/>
                <a:latin typeface="Times New Roman" panose="02020603050405020304" pitchFamily="18" charset="0"/>
                <a:cs typeface="Times New Roman" panose="02020603050405020304" pitchFamily="18" charset="0"/>
              </a:rPr>
              <a:t>MyFilter</a:t>
            </a:r>
            <a:r>
              <a:rPr lang="en-US" sz="2400" b="0" i="0" dirty="0">
                <a:solidFill>
                  <a:srgbClr val="333333"/>
                </a:solidFill>
                <a:effectLst/>
                <a:latin typeface="Times New Roman" panose="02020603050405020304" pitchFamily="18" charset="0"/>
                <a:cs typeface="Times New Roman" panose="02020603050405020304" pitchFamily="18" charset="0"/>
              </a:rPr>
              <a:t> implements Filter {</a:t>
            </a:r>
          </a:p>
          <a:p>
            <a:pPr algn="l"/>
            <a:r>
              <a:rPr lang="en-US" sz="2400" b="0" i="0" dirty="0">
                <a:solidFill>
                  <a:srgbClr val="333333"/>
                </a:solidFill>
                <a:effectLst/>
                <a:latin typeface="Times New Roman" panose="02020603050405020304" pitchFamily="18" charset="0"/>
                <a:cs typeface="Times New Roman" panose="02020603050405020304" pitchFamily="18" charset="0"/>
              </a:rPr>
              <a:t>    public void </a:t>
            </a:r>
            <a:r>
              <a:rPr lang="en-US" sz="2400" b="0" i="0" dirty="0" err="1">
                <a:solidFill>
                  <a:srgbClr val="333333"/>
                </a:solidFill>
                <a:effectLst/>
                <a:latin typeface="Times New Roman" panose="02020603050405020304" pitchFamily="18" charset="0"/>
                <a:cs typeface="Times New Roman" panose="02020603050405020304" pitchFamily="18" charset="0"/>
              </a:rPr>
              <a:t>init</a:t>
            </a:r>
            <a:r>
              <a:rPr lang="en-US" sz="2400" b="0" i="0" dirty="0">
                <a:solidFill>
                  <a:srgbClr val="333333"/>
                </a:solidFill>
                <a:effectLst/>
                <a:latin typeface="Times New Roman" panose="02020603050405020304" pitchFamily="18" charset="0"/>
                <a:cs typeface="Times New Roman" panose="02020603050405020304" pitchFamily="18" charset="0"/>
              </a:rPr>
              <a:t>(</a:t>
            </a:r>
            <a:r>
              <a:rPr lang="en-US" sz="2400" b="0" i="0" dirty="0" err="1">
                <a:solidFill>
                  <a:srgbClr val="333333"/>
                </a:solidFill>
                <a:effectLst/>
                <a:latin typeface="Times New Roman" panose="02020603050405020304" pitchFamily="18" charset="0"/>
                <a:cs typeface="Times New Roman" panose="02020603050405020304" pitchFamily="18" charset="0"/>
              </a:rPr>
              <a:t>FilterConfig</a:t>
            </a:r>
            <a:r>
              <a:rPr lang="en-US" sz="2400" b="0" i="0" dirty="0">
                <a:solidFill>
                  <a:srgbClr val="333333"/>
                </a:solidFill>
                <a:effectLst/>
                <a:latin typeface="Times New Roman" panose="02020603050405020304" pitchFamily="18" charset="0"/>
                <a:cs typeface="Times New Roman" panose="02020603050405020304" pitchFamily="18" charset="0"/>
              </a:rPr>
              <a:t> config) throws </a:t>
            </a:r>
            <a:r>
              <a:rPr lang="en-US" sz="2400" b="0" i="0" dirty="0" err="1">
                <a:solidFill>
                  <a:srgbClr val="333333"/>
                </a:solidFill>
                <a:effectLst/>
                <a:latin typeface="Times New Roman" panose="02020603050405020304" pitchFamily="18" charset="0"/>
                <a:cs typeface="Times New Roman" panose="02020603050405020304" pitchFamily="18" charset="0"/>
              </a:rPr>
              <a:t>ServletException</a:t>
            </a:r>
            <a:r>
              <a:rPr lang="en-US" sz="2400" b="0" i="0" dirty="0">
                <a:solidFill>
                  <a:srgbClr val="333333"/>
                </a:solidFill>
                <a:effectLst/>
                <a:latin typeface="Times New Roman" panose="02020603050405020304" pitchFamily="18" charset="0"/>
                <a:cs typeface="Times New Roman" panose="02020603050405020304" pitchFamily="18" charset="0"/>
              </a:rPr>
              <a:t> {</a:t>
            </a:r>
          </a:p>
          <a:p>
            <a:pPr algn="l"/>
            <a:r>
              <a:rPr lang="en-US" sz="2400" b="0" i="0" dirty="0">
                <a:solidFill>
                  <a:srgbClr val="333333"/>
                </a:solidFill>
                <a:effectLst/>
                <a:latin typeface="Times New Roman" panose="02020603050405020304" pitchFamily="18" charset="0"/>
                <a:cs typeface="Times New Roman" panose="02020603050405020304" pitchFamily="18" charset="0"/>
              </a:rPr>
              <a:t>        // Initialization code</a:t>
            </a:r>
          </a:p>
          <a:p>
            <a:pPr algn="l"/>
            <a:r>
              <a:rPr lang="en-US" sz="2400" b="0" i="0" dirty="0">
                <a:solidFill>
                  <a:srgbClr val="333333"/>
                </a:solidFill>
                <a:effectLst/>
                <a:latin typeface="Times New Roman" panose="02020603050405020304" pitchFamily="18" charset="0"/>
                <a:cs typeface="Times New Roman" panose="02020603050405020304" pitchFamily="18" charset="0"/>
              </a:rPr>
              <a:t>    }</a:t>
            </a:r>
          </a:p>
          <a:p>
            <a:pPr algn="l"/>
            <a:r>
              <a:rPr lang="en-US" sz="2400" b="0" i="0" dirty="0">
                <a:solidFill>
                  <a:srgbClr val="333333"/>
                </a:solidFill>
                <a:effectLst/>
                <a:latin typeface="Times New Roman" panose="02020603050405020304" pitchFamily="18" charset="0"/>
                <a:cs typeface="Times New Roman" panose="02020603050405020304" pitchFamily="18" charset="0"/>
              </a:rPr>
              <a:t>    public void </a:t>
            </a:r>
            <a:r>
              <a:rPr lang="en-US" sz="2400" b="0" i="0" dirty="0" err="1">
                <a:solidFill>
                  <a:srgbClr val="333333"/>
                </a:solidFill>
                <a:effectLst/>
                <a:latin typeface="Times New Roman" panose="02020603050405020304" pitchFamily="18" charset="0"/>
                <a:cs typeface="Times New Roman" panose="02020603050405020304" pitchFamily="18" charset="0"/>
              </a:rPr>
              <a:t>doFilter</a:t>
            </a:r>
            <a:r>
              <a:rPr lang="en-US" sz="2400" b="0" i="0" dirty="0">
                <a:solidFill>
                  <a:srgbClr val="333333"/>
                </a:solidFill>
                <a:effectLst/>
                <a:latin typeface="Times New Roman" panose="02020603050405020304" pitchFamily="18" charset="0"/>
                <a:cs typeface="Times New Roman" panose="02020603050405020304" pitchFamily="18" charset="0"/>
              </a:rPr>
              <a:t>(</a:t>
            </a:r>
            <a:r>
              <a:rPr lang="en-US" sz="2400" b="0" i="0" dirty="0" err="1">
                <a:solidFill>
                  <a:srgbClr val="333333"/>
                </a:solidFill>
                <a:effectLst/>
                <a:latin typeface="Times New Roman" panose="02020603050405020304" pitchFamily="18" charset="0"/>
                <a:cs typeface="Times New Roman" panose="02020603050405020304" pitchFamily="18" charset="0"/>
              </a:rPr>
              <a:t>ServletRequest</a:t>
            </a:r>
            <a:r>
              <a:rPr lang="en-US" sz="2400" b="0" i="0" dirty="0">
                <a:solidFill>
                  <a:srgbClr val="333333"/>
                </a:solidFill>
                <a:effectLst/>
                <a:latin typeface="Times New Roman" panose="02020603050405020304" pitchFamily="18" charset="0"/>
                <a:cs typeface="Times New Roman" panose="02020603050405020304" pitchFamily="18" charset="0"/>
              </a:rPr>
              <a:t> request, </a:t>
            </a:r>
            <a:r>
              <a:rPr lang="en-US" sz="2400" b="0" i="0" dirty="0" err="1">
                <a:solidFill>
                  <a:srgbClr val="333333"/>
                </a:solidFill>
                <a:effectLst/>
                <a:latin typeface="Times New Roman" panose="02020603050405020304" pitchFamily="18" charset="0"/>
                <a:cs typeface="Times New Roman" panose="02020603050405020304" pitchFamily="18" charset="0"/>
              </a:rPr>
              <a:t>ServletResponse</a:t>
            </a:r>
            <a:r>
              <a:rPr lang="en-US" sz="2400" b="0" i="0" dirty="0">
                <a:solidFill>
                  <a:srgbClr val="333333"/>
                </a:solidFill>
                <a:effectLst/>
                <a:latin typeface="Times New Roman" panose="02020603050405020304" pitchFamily="18" charset="0"/>
                <a:cs typeface="Times New Roman" panose="02020603050405020304" pitchFamily="18" charset="0"/>
              </a:rPr>
              <a:t> response, </a:t>
            </a:r>
            <a:r>
              <a:rPr lang="en-US" sz="2400" b="0" i="0" dirty="0" err="1">
                <a:solidFill>
                  <a:srgbClr val="333333"/>
                </a:solidFill>
                <a:effectLst/>
                <a:latin typeface="Times New Roman" panose="02020603050405020304" pitchFamily="18" charset="0"/>
                <a:cs typeface="Times New Roman" panose="02020603050405020304" pitchFamily="18" charset="0"/>
              </a:rPr>
              <a:t>FilterChain</a:t>
            </a:r>
            <a:r>
              <a:rPr lang="en-US" sz="2400" b="0" i="0" dirty="0">
                <a:solidFill>
                  <a:srgbClr val="333333"/>
                </a:solidFill>
                <a:effectLst/>
                <a:latin typeface="Times New Roman" panose="02020603050405020304" pitchFamily="18" charset="0"/>
                <a:cs typeface="Times New Roman" panose="02020603050405020304" pitchFamily="18" charset="0"/>
              </a:rPr>
              <a:t> chain) </a:t>
            </a:r>
          </a:p>
          <a:p>
            <a:pPr algn="l"/>
            <a:r>
              <a:rPr lang="en-US" sz="2400" b="0" i="0" dirty="0">
                <a:solidFill>
                  <a:srgbClr val="333333"/>
                </a:solidFill>
                <a:effectLst/>
                <a:latin typeface="Times New Roman" panose="02020603050405020304" pitchFamily="18" charset="0"/>
                <a:cs typeface="Times New Roman" panose="02020603050405020304" pitchFamily="18" charset="0"/>
              </a:rPr>
              <a:t>            throws </a:t>
            </a:r>
            <a:r>
              <a:rPr lang="en-US" sz="2400" b="0" i="0" dirty="0" err="1">
                <a:solidFill>
                  <a:srgbClr val="333333"/>
                </a:solidFill>
                <a:effectLst/>
                <a:latin typeface="Times New Roman" panose="02020603050405020304" pitchFamily="18" charset="0"/>
                <a:cs typeface="Times New Roman" panose="02020603050405020304" pitchFamily="18" charset="0"/>
              </a:rPr>
              <a:t>IOException</a:t>
            </a:r>
            <a:r>
              <a:rPr lang="en-US" sz="2400" b="0" i="0" dirty="0">
                <a:solidFill>
                  <a:srgbClr val="333333"/>
                </a:solidFill>
                <a:effectLst/>
                <a:latin typeface="Times New Roman" panose="02020603050405020304" pitchFamily="18" charset="0"/>
                <a:cs typeface="Times New Roman" panose="02020603050405020304" pitchFamily="18" charset="0"/>
              </a:rPr>
              <a:t>, </a:t>
            </a:r>
            <a:r>
              <a:rPr lang="en-US" sz="2400" b="0" i="0" dirty="0" err="1">
                <a:solidFill>
                  <a:srgbClr val="333333"/>
                </a:solidFill>
                <a:effectLst/>
                <a:latin typeface="Times New Roman" panose="02020603050405020304" pitchFamily="18" charset="0"/>
                <a:cs typeface="Times New Roman" panose="02020603050405020304" pitchFamily="18" charset="0"/>
              </a:rPr>
              <a:t>ServletException</a:t>
            </a:r>
            <a:r>
              <a:rPr lang="en-US" sz="2400" b="0" i="0" dirty="0">
                <a:solidFill>
                  <a:srgbClr val="333333"/>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902449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6E945-D773-691C-B720-C01E9B63D142}"/>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B141BDC4-F089-C2C1-61B5-1E66522BADF7}"/>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88021349-DECF-75CD-28A9-C66B8AC3F208}"/>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dirty="0">
                <a:solidFill>
                  <a:schemeClr val="bg1"/>
                </a:solidFill>
                <a:latin typeface="Times New Roman" panose="02020603050405020304" pitchFamily="18" charset="0"/>
                <a:cs typeface="Times New Roman" panose="02020603050405020304" pitchFamily="18" charset="0"/>
              </a:rPr>
              <a:t>Creating Custom filter</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3F86CF3-39F9-3FA3-65A4-4F2FA111F5E9}"/>
              </a:ext>
            </a:extLst>
          </p:cNvPr>
          <p:cNvSpPr txBox="1"/>
          <p:nvPr/>
        </p:nvSpPr>
        <p:spPr>
          <a:xfrm>
            <a:off x="0" y="2286000"/>
            <a:ext cx="9144000" cy="3416320"/>
          </a:xfrm>
          <a:prstGeom prst="rect">
            <a:avLst/>
          </a:prstGeom>
          <a:noFill/>
        </p:spPr>
        <p:txBody>
          <a:bodyPr wrap="square" rtlCol="0">
            <a:spAutoFit/>
          </a:bodyPr>
          <a:lstStyle/>
          <a:p>
            <a:pPr algn="l"/>
            <a:r>
              <a:rPr lang="en-US" sz="2400" b="0" i="0" dirty="0">
                <a:solidFill>
                  <a:srgbClr val="333333"/>
                </a:solidFill>
                <a:effectLst/>
                <a:latin typeface="Times New Roman" panose="02020603050405020304" pitchFamily="18" charset="0"/>
                <a:cs typeface="Times New Roman" panose="02020603050405020304" pitchFamily="18" charset="0"/>
              </a:rPr>
              <a:t>// Pre-processing</a:t>
            </a:r>
          </a:p>
          <a:p>
            <a:pPr algn="l"/>
            <a:r>
              <a:rPr lang="en-US" sz="2400" b="0" i="0" dirty="0">
                <a:solidFill>
                  <a:srgbClr val="333333"/>
                </a:solidFill>
                <a:effectLst/>
                <a:latin typeface="Times New Roman" panose="02020603050405020304" pitchFamily="18" charset="0"/>
                <a:cs typeface="Times New Roman" panose="02020603050405020304" pitchFamily="18" charset="0"/>
              </a:rPr>
              <a:t>        </a:t>
            </a:r>
            <a:r>
              <a:rPr lang="en-US" sz="2400" b="0" i="0" dirty="0" err="1">
                <a:solidFill>
                  <a:srgbClr val="333333"/>
                </a:solidFill>
                <a:effectLst/>
                <a:latin typeface="Times New Roman" panose="02020603050405020304" pitchFamily="18" charset="0"/>
                <a:cs typeface="Times New Roman" panose="02020603050405020304" pitchFamily="18" charset="0"/>
              </a:rPr>
              <a:t>chain.doFilter</a:t>
            </a:r>
            <a:r>
              <a:rPr lang="en-US" sz="2400" b="0" i="0" dirty="0">
                <a:solidFill>
                  <a:srgbClr val="333333"/>
                </a:solidFill>
                <a:effectLst/>
                <a:latin typeface="Times New Roman" panose="02020603050405020304" pitchFamily="18" charset="0"/>
                <a:cs typeface="Times New Roman" panose="02020603050405020304" pitchFamily="18" charset="0"/>
              </a:rPr>
              <a:t>(request, response); // Forward to the next filter or servlet</a:t>
            </a:r>
          </a:p>
          <a:p>
            <a:pPr algn="l"/>
            <a:r>
              <a:rPr lang="en-US" sz="2400" b="0" i="0" dirty="0">
                <a:solidFill>
                  <a:srgbClr val="333333"/>
                </a:solidFill>
                <a:effectLst/>
                <a:latin typeface="Times New Roman" panose="02020603050405020304" pitchFamily="18" charset="0"/>
                <a:cs typeface="Times New Roman" panose="02020603050405020304" pitchFamily="18" charset="0"/>
              </a:rPr>
              <a:t>        // Post-processing</a:t>
            </a:r>
          </a:p>
          <a:p>
            <a:pPr algn="l"/>
            <a:r>
              <a:rPr lang="en-US" sz="2400" b="0" i="0" dirty="0">
                <a:solidFill>
                  <a:srgbClr val="333333"/>
                </a:solidFill>
                <a:effectLst/>
                <a:latin typeface="Times New Roman" panose="02020603050405020304" pitchFamily="18" charset="0"/>
                <a:cs typeface="Times New Roman" panose="02020603050405020304" pitchFamily="18" charset="0"/>
              </a:rPr>
              <a:t>    }</a:t>
            </a:r>
          </a:p>
          <a:p>
            <a:pPr algn="l"/>
            <a:r>
              <a:rPr lang="en-US" sz="2400" b="0" i="0" dirty="0">
                <a:solidFill>
                  <a:srgbClr val="333333"/>
                </a:solidFill>
                <a:effectLst/>
                <a:latin typeface="Times New Roman" panose="02020603050405020304" pitchFamily="18" charset="0"/>
                <a:cs typeface="Times New Roman" panose="02020603050405020304" pitchFamily="18" charset="0"/>
              </a:rPr>
              <a:t>    public void destroy() {</a:t>
            </a:r>
          </a:p>
          <a:p>
            <a:pPr algn="l"/>
            <a:r>
              <a:rPr lang="en-US" sz="2400" b="0" i="0" dirty="0">
                <a:solidFill>
                  <a:srgbClr val="333333"/>
                </a:solidFill>
                <a:effectLst/>
                <a:latin typeface="Times New Roman" panose="02020603050405020304" pitchFamily="18" charset="0"/>
                <a:cs typeface="Times New Roman" panose="02020603050405020304" pitchFamily="18" charset="0"/>
              </a:rPr>
              <a:t>        // Cleanup code</a:t>
            </a:r>
          </a:p>
          <a:p>
            <a:pPr algn="l"/>
            <a:r>
              <a:rPr lang="en-US" sz="2400" b="0" i="0" dirty="0">
                <a:solidFill>
                  <a:srgbClr val="333333"/>
                </a:solidFill>
                <a:effectLst/>
                <a:latin typeface="Times New Roman" panose="02020603050405020304" pitchFamily="18" charset="0"/>
                <a:cs typeface="Times New Roman" panose="02020603050405020304" pitchFamily="18" charset="0"/>
              </a:rPr>
              <a:t>    }</a:t>
            </a:r>
          </a:p>
          <a:p>
            <a:pPr algn="l"/>
            <a:r>
              <a:rPr lang="en-US" sz="2400" dirty="0">
                <a:solidFill>
                  <a:srgbClr val="333333"/>
                </a:solidFill>
                <a:latin typeface="Times New Roman" panose="02020603050405020304" pitchFamily="18" charset="0"/>
                <a:cs typeface="Times New Roman" panose="02020603050405020304" pitchFamily="18" charset="0"/>
              </a:rPr>
              <a:t>}</a:t>
            </a:r>
            <a:endParaRPr lang="en-US" sz="2400" b="0"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80484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16D0-4FD4-6DB0-56E1-E99552ABFABD}"/>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6CB850F7-E9EE-77C2-9B5A-EE2FAB95C5E6}"/>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36F1748C-1EC5-6BEB-4584-B56ED42CCFC3}"/>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dirty="0">
                <a:solidFill>
                  <a:schemeClr val="bg1"/>
                </a:solidFill>
                <a:latin typeface="Times New Roman" panose="02020603050405020304" pitchFamily="18" charset="0"/>
                <a:cs typeface="Times New Roman" panose="02020603050405020304" pitchFamily="18" charset="0"/>
              </a:rPr>
              <a:t>Mapping Filters to Servlets</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FB86683-BD45-E2A5-8C12-322C859B617C}"/>
              </a:ext>
            </a:extLst>
          </p:cNvPr>
          <p:cNvSpPr txBox="1"/>
          <p:nvPr/>
        </p:nvSpPr>
        <p:spPr>
          <a:xfrm>
            <a:off x="0" y="2286000"/>
            <a:ext cx="9144000" cy="4401205"/>
          </a:xfrm>
          <a:prstGeom prst="rect">
            <a:avLst/>
          </a:prstGeom>
          <a:noFill/>
        </p:spPr>
        <p:txBody>
          <a:bodyPr wrap="square" rtlCol="0">
            <a:spAutoFit/>
          </a:bodyPr>
          <a:lstStyle/>
          <a:p>
            <a:pPr algn="l"/>
            <a:r>
              <a:rPr lang="en-US" sz="2800" dirty="0">
                <a:solidFill>
                  <a:srgbClr val="333333"/>
                </a:solidFill>
                <a:latin typeface="Times New Roman" panose="02020603050405020304" pitchFamily="18" charset="0"/>
                <a:cs typeface="Times New Roman" panose="02020603050405020304" pitchFamily="18" charset="0"/>
              </a:rPr>
              <a:t>We can map Filters using two ways:</a:t>
            </a:r>
          </a:p>
          <a:p>
            <a:pPr algn="l"/>
            <a:r>
              <a:rPr lang="en-US" sz="2800" b="0" i="0" dirty="0">
                <a:solidFill>
                  <a:srgbClr val="333333"/>
                </a:solidFill>
                <a:effectLst/>
                <a:latin typeface="Times New Roman" panose="02020603050405020304" pitchFamily="18" charset="0"/>
                <a:cs typeface="Times New Roman" panose="02020603050405020304" pitchFamily="18" charset="0"/>
              </a:rPr>
              <a:t>1. Declarative Mapping (web.xml):</a:t>
            </a:r>
          </a:p>
          <a:p>
            <a:pPr algn="l"/>
            <a:r>
              <a:rPr lang="en-US" sz="2800" b="0" i="0" dirty="0">
                <a:solidFill>
                  <a:srgbClr val="333333"/>
                </a:solidFill>
                <a:effectLst/>
                <a:latin typeface="Times New Roman" panose="02020603050405020304" pitchFamily="18" charset="0"/>
                <a:cs typeface="Times New Roman" panose="02020603050405020304" pitchFamily="18" charset="0"/>
              </a:rPr>
              <a:t>&lt;filter&gt;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    &lt;filter-name&gt;</a:t>
            </a:r>
            <a:r>
              <a:rPr lang="en-US" sz="2800" b="0" i="0" dirty="0" err="1">
                <a:solidFill>
                  <a:srgbClr val="333333"/>
                </a:solidFill>
                <a:effectLst/>
                <a:latin typeface="Times New Roman" panose="02020603050405020304" pitchFamily="18" charset="0"/>
                <a:cs typeface="Times New Roman" panose="02020603050405020304" pitchFamily="18" charset="0"/>
              </a:rPr>
              <a:t>MyFilter</a:t>
            </a:r>
            <a:r>
              <a:rPr lang="en-US" sz="2800" b="0" i="0" dirty="0">
                <a:solidFill>
                  <a:srgbClr val="333333"/>
                </a:solidFill>
                <a:effectLst/>
                <a:latin typeface="Times New Roman" panose="02020603050405020304" pitchFamily="18" charset="0"/>
                <a:cs typeface="Times New Roman" panose="02020603050405020304" pitchFamily="18" charset="0"/>
              </a:rPr>
              <a:t>&lt;/filter-name&gt;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    &lt;filter-class&gt;</a:t>
            </a:r>
            <a:r>
              <a:rPr lang="en-US" sz="2800" b="0" i="0" dirty="0" err="1">
                <a:solidFill>
                  <a:srgbClr val="333333"/>
                </a:solidFill>
                <a:effectLst/>
                <a:latin typeface="Times New Roman" panose="02020603050405020304" pitchFamily="18" charset="0"/>
                <a:cs typeface="Times New Roman" panose="02020603050405020304" pitchFamily="18" charset="0"/>
              </a:rPr>
              <a:t>com.example.MyFilter</a:t>
            </a:r>
            <a:r>
              <a:rPr lang="en-US" sz="2800" b="0" i="0" dirty="0">
                <a:solidFill>
                  <a:srgbClr val="333333"/>
                </a:solidFill>
                <a:effectLst/>
                <a:latin typeface="Times New Roman" panose="02020603050405020304" pitchFamily="18" charset="0"/>
                <a:cs typeface="Times New Roman" panose="02020603050405020304" pitchFamily="18" charset="0"/>
              </a:rPr>
              <a:t>&lt;/filter-class&gt;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&lt;/filter&gt;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&lt;filter-mapping&gt;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    &lt;filter-name&gt;</a:t>
            </a:r>
            <a:r>
              <a:rPr lang="en-US" sz="2800" b="0" i="0" dirty="0" err="1">
                <a:solidFill>
                  <a:srgbClr val="333333"/>
                </a:solidFill>
                <a:effectLst/>
                <a:latin typeface="Times New Roman" panose="02020603050405020304" pitchFamily="18" charset="0"/>
                <a:cs typeface="Times New Roman" panose="02020603050405020304" pitchFamily="18" charset="0"/>
              </a:rPr>
              <a:t>MyFilter</a:t>
            </a:r>
            <a:r>
              <a:rPr lang="en-US" sz="2800" b="0" i="0" dirty="0">
                <a:solidFill>
                  <a:srgbClr val="333333"/>
                </a:solidFill>
                <a:effectLst/>
                <a:latin typeface="Times New Roman" panose="02020603050405020304" pitchFamily="18" charset="0"/>
                <a:cs typeface="Times New Roman" panose="02020603050405020304" pitchFamily="18" charset="0"/>
              </a:rPr>
              <a:t>&lt;/filter-name&gt;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    &lt;servlet-name&gt;</a:t>
            </a:r>
            <a:r>
              <a:rPr lang="en-US" sz="2800" b="0" i="0" dirty="0" err="1">
                <a:solidFill>
                  <a:srgbClr val="333333"/>
                </a:solidFill>
                <a:effectLst/>
                <a:latin typeface="Times New Roman" panose="02020603050405020304" pitchFamily="18" charset="0"/>
                <a:cs typeface="Times New Roman" panose="02020603050405020304" pitchFamily="18" charset="0"/>
              </a:rPr>
              <a:t>MyServlet</a:t>
            </a:r>
            <a:r>
              <a:rPr lang="en-US" sz="2800" b="0" i="0" dirty="0">
                <a:solidFill>
                  <a:srgbClr val="333333"/>
                </a:solidFill>
                <a:effectLst/>
                <a:latin typeface="Times New Roman" panose="02020603050405020304" pitchFamily="18" charset="0"/>
                <a:cs typeface="Times New Roman" panose="02020603050405020304" pitchFamily="18" charset="0"/>
              </a:rPr>
              <a:t>&lt;/servlet-name&gt;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&lt;/filter-mapping&gt;</a:t>
            </a:r>
          </a:p>
        </p:txBody>
      </p:sp>
    </p:spTree>
    <p:extLst>
      <p:ext uri="{BB962C8B-B14F-4D97-AF65-F5344CB8AC3E}">
        <p14:creationId xmlns:p14="http://schemas.microsoft.com/office/powerpoint/2010/main" val="8184939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5DBC7-AB81-2E91-9C79-636912E24EFB}"/>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217C8A70-345C-6CCE-872E-9E996DDF32AF}"/>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3B4F1CF8-78DE-8CFD-623B-0AB9997FDA8D}"/>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IN" dirty="0">
                <a:solidFill>
                  <a:schemeClr val="bg1"/>
                </a:solidFill>
                <a:latin typeface="Times New Roman" panose="02020603050405020304" pitchFamily="18" charset="0"/>
                <a:cs typeface="Times New Roman" panose="02020603050405020304" pitchFamily="18" charset="0"/>
              </a:rPr>
              <a:t>Mapping Filters to Servlets</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73A4638-D1DD-2E0B-6C8B-C659EDE83D29}"/>
              </a:ext>
            </a:extLst>
          </p:cNvPr>
          <p:cNvSpPr txBox="1"/>
          <p:nvPr/>
        </p:nvSpPr>
        <p:spPr>
          <a:xfrm>
            <a:off x="0" y="2286000"/>
            <a:ext cx="9144000" cy="2246769"/>
          </a:xfrm>
          <a:prstGeom prst="rect">
            <a:avLst/>
          </a:prstGeom>
          <a:noFill/>
        </p:spPr>
        <p:txBody>
          <a:bodyPr wrap="square" rtlCol="0">
            <a:spAutoFit/>
          </a:bodyPr>
          <a:lstStyle/>
          <a:p>
            <a:pPr algn="l"/>
            <a:r>
              <a:rPr lang="en-US" sz="2800" b="0" i="0" dirty="0">
                <a:solidFill>
                  <a:srgbClr val="333333"/>
                </a:solidFill>
                <a:effectLst/>
                <a:latin typeface="Times New Roman" panose="02020603050405020304" pitchFamily="18" charset="0"/>
                <a:cs typeface="Times New Roman" panose="02020603050405020304" pitchFamily="18" charset="0"/>
              </a:rPr>
              <a:t>2. Annotation-Based Mapping:</a:t>
            </a:r>
          </a:p>
          <a:p>
            <a:pPr algn="l"/>
            <a:r>
              <a:rPr lang="en-US" sz="2800" b="0" i="0" dirty="0">
                <a:solidFill>
                  <a:srgbClr val="333333"/>
                </a:solidFill>
                <a:effectLst/>
                <a:latin typeface="Times New Roman" panose="02020603050405020304" pitchFamily="18" charset="0"/>
                <a:cs typeface="Times New Roman" panose="02020603050405020304" pitchFamily="18" charset="0"/>
              </a:rPr>
              <a:t>@WebFilter(servletNames = {"</a:t>
            </a:r>
            <a:r>
              <a:rPr lang="en-US" sz="2800" b="0" i="0" dirty="0" err="1">
                <a:solidFill>
                  <a:srgbClr val="333333"/>
                </a:solidFill>
                <a:effectLst/>
                <a:latin typeface="Times New Roman" panose="02020603050405020304" pitchFamily="18" charset="0"/>
                <a:cs typeface="Times New Roman" panose="02020603050405020304" pitchFamily="18" charset="0"/>
              </a:rPr>
              <a:t>MyServlet</a:t>
            </a:r>
            <a:r>
              <a:rPr lang="en-US" sz="2800" b="0" i="0" dirty="0">
                <a:solidFill>
                  <a:srgbClr val="333333"/>
                </a:solidFill>
                <a:effectLst/>
                <a:latin typeface="Times New Roman" panose="02020603050405020304" pitchFamily="18" charset="0"/>
                <a:cs typeface="Times New Roman" panose="02020603050405020304" pitchFamily="18" charset="0"/>
              </a:rPr>
              <a:t>"})</a:t>
            </a:r>
          </a:p>
          <a:p>
            <a:pPr algn="l"/>
            <a:r>
              <a:rPr lang="en-US" sz="2800" b="0" i="0" dirty="0">
                <a:solidFill>
                  <a:srgbClr val="333333"/>
                </a:solidFill>
                <a:effectLst/>
                <a:latin typeface="Times New Roman" panose="02020603050405020304" pitchFamily="18" charset="0"/>
                <a:cs typeface="Times New Roman" panose="02020603050405020304" pitchFamily="18" charset="0"/>
              </a:rPr>
              <a:t>public class </a:t>
            </a:r>
            <a:r>
              <a:rPr lang="en-US" sz="2800" b="0" i="0" dirty="0" err="1">
                <a:solidFill>
                  <a:srgbClr val="333333"/>
                </a:solidFill>
                <a:effectLst/>
                <a:latin typeface="Times New Roman" panose="02020603050405020304" pitchFamily="18" charset="0"/>
                <a:cs typeface="Times New Roman" panose="02020603050405020304" pitchFamily="18" charset="0"/>
              </a:rPr>
              <a:t>MyFilter</a:t>
            </a:r>
            <a:r>
              <a:rPr lang="en-US" sz="2800" b="0" i="0" dirty="0">
                <a:solidFill>
                  <a:srgbClr val="333333"/>
                </a:solidFill>
                <a:effectLst/>
                <a:latin typeface="Times New Roman" panose="02020603050405020304" pitchFamily="18" charset="0"/>
                <a:cs typeface="Times New Roman" panose="02020603050405020304" pitchFamily="18" charset="0"/>
              </a:rPr>
              <a:t> implements Filter {</a:t>
            </a:r>
          </a:p>
          <a:p>
            <a:pPr algn="l"/>
            <a:r>
              <a:rPr lang="en-US" sz="2800" b="0" i="0" dirty="0">
                <a:solidFill>
                  <a:srgbClr val="333333"/>
                </a:solidFill>
                <a:effectLst/>
                <a:latin typeface="Times New Roman" panose="02020603050405020304" pitchFamily="18" charset="0"/>
                <a:cs typeface="Times New Roman" panose="02020603050405020304" pitchFamily="18" charset="0"/>
              </a:rPr>
              <a:t>    // Implementation</a:t>
            </a:r>
          </a:p>
          <a:p>
            <a:pPr algn="l"/>
            <a:r>
              <a:rPr lang="en-US" sz="2800" b="0" i="0" dirty="0">
                <a:solidFill>
                  <a:srgbClr val="333333"/>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022553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AC115-228D-B554-DBA9-D35C6C2BDD93}"/>
            </a:ext>
          </a:extLst>
        </p:cNvPr>
        <p:cNvGrpSpPr/>
        <p:nvPr/>
      </p:nvGrpSpPr>
      <p:grpSpPr>
        <a:xfrm>
          <a:off x="0" y="0"/>
          <a:ext cx="0" cy="0"/>
          <a:chOff x="0" y="0"/>
          <a:chExt cx="0" cy="0"/>
        </a:xfrm>
      </p:grpSpPr>
      <p:sp>
        <p:nvSpPr>
          <p:cNvPr id="3" name="Rectangle 7">
            <a:extLst>
              <a:ext uri="{FF2B5EF4-FFF2-40B4-BE49-F238E27FC236}">
                <a16:creationId xmlns:a16="http://schemas.microsoft.com/office/drawing/2014/main" id="{91F07D3B-4515-BE0C-AEA8-DDC7AB8D216F}"/>
              </a:ext>
            </a:extLst>
          </p:cNvPr>
          <p:cNvSpPr>
            <a:spLocks noChangeArrowheads="1"/>
          </p:cNvSpPr>
          <p:nvPr>
            <p:custDataLst>
              <p:tags r:id="rId1"/>
            </p:custDataLst>
          </p:nvPr>
        </p:nvSpPr>
        <p:spPr bwMode="auto">
          <a:xfrm>
            <a:off x="0" y="1643063"/>
            <a:ext cx="9144000" cy="642937"/>
          </a:xfrm>
          <a:prstGeom prst="rect">
            <a:avLst/>
          </a:prstGeom>
          <a:solidFill>
            <a:srgbClr val="C00000"/>
          </a:solidFill>
          <a:ln>
            <a:noFill/>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ctr">
              <a:spcBef>
                <a:spcPct val="0"/>
              </a:spcBef>
              <a:buFontTx/>
              <a:buNone/>
            </a:pPr>
            <a:endParaRPr lang="en-US" altLang="en-US" sz="1800" dirty="0">
              <a:latin typeface="Arial" panose="020B0604020202020204" pitchFamily="34" charset="0"/>
            </a:endParaRPr>
          </a:p>
        </p:txBody>
      </p:sp>
      <p:sp>
        <p:nvSpPr>
          <p:cNvPr id="4" name="TextBox 6">
            <a:extLst>
              <a:ext uri="{FF2B5EF4-FFF2-40B4-BE49-F238E27FC236}">
                <a16:creationId xmlns:a16="http://schemas.microsoft.com/office/drawing/2014/main" id="{9A96EF60-3E2E-E717-4206-A324DC1C93FD}"/>
              </a:ext>
            </a:extLst>
          </p:cNvPr>
          <p:cNvSpPr>
            <a:spLocks noChangeArrowheads="1"/>
          </p:cNvSpPr>
          <p:nvPr>
            <p:custDataLst>
              <p:tags r:id="rId2"/>
            </p:custDataLst>
          </p:nvPr>
        </p:nvSpPr>
        <p:spPr bwMode="auto">
          <a:xfrm>
            <a:off x="1" y="1687513"/>
            <a:ext cx="8953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gn="l">
              <a:buNone/>
            </a:pPr>
            <a:r>
              <a:rPr lang="en-US" dirty="0">
                <a:solidFill>
                  <a:schemeClr val="bg1"/>
                </a:solidFill>
                <a:latin typeface="Times New Roman" panose="02020603050405020304" pitchFamily="18" charset="0"/>
                <a:cs typeface="Times New Roman" panose="02020603050405020304" pitchFamily="18" charset="0"/>
              </a:rPr>
              <a:t>Mapping Filters to Specific URL Patterns</a:t>
            </a:r>
            <a:endParaRPr lang="en-IN" b="0" i="0" dirty="0">
              <a:solidFill>
                <a:schemeClr val="bg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7662FDF-C0F6-37D9-7937-36164AAF0C61}"/>
              </a:ext>
            </a:extLst>
          </p:cNvPr>
          <p:cNvSpPr txBox="1"/>
          <p:nvPr/>
        </p:nvSpPr>
        <p:spPr>
          <a:xfrm>
            <a:off x="0" y="2286000"/>
            <a:ext cx="9144000" cy="4401205"/>
          </a:xfrm>
          <a:prstGeom prst="rect">
            <a:avLst/>
          </a:prstGeom>
          <a:noFill/>
        </p:spPr>
        <p:txBody>
          <a:bodyPr wrap="square" rtlCol="0">
            <a:spAutoFit/>
          </a:bodyPr>
          <a:lstStyle/>
          <a:p>
            <a:pPr algn="l"/>
            <a:r>
              <a:rPr lang="en-US" sz="2800" b="1" i="0" dirty="0">
                <a:solidFill>
                  <a:srgbClr val="333333"/>
                </a:solidFill>
                <a:effectLst/>
                <a:latin typeface="Times New Roman" panose="02020603050405020304" pitchFamily="18" charset="0"/>
                <a:cs typeface="Times New Roman" panose="02020603050405020304" pitchFamily="18" charset="0"/>
              </a:rPr>
              <a:t>1. Declarative Mapping (web.xml):</a:t>
            </a:r>
          </a:p>
          <a:p>
            <a:pPr algn="l"/>
            <a:r>
              <a:rPr lang="en-US" sz="2800" b="0" i="0" dirty="0">
                <a:solidFill>
                  <a:srgbClr val="333333"/>
                </a:solidFill>
                <a:effectLst/>
                <a:latin typeface="Times New Roman" panose="02020603050405020304" pitchFamily="18" charset="0"/>
                <a:cs typeface="Times New Roman" panose="02020603050405020304" pitchFamily="18" charset="0"/>
              </a:rPr>
              <a:t>&lt;filter-mapping&gt;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    &lt;filter-name&gt;</a:t>
            </a:r>
            <a:r>
              <a:rPr lang="en-US" sz="2800" b="0" i="0" dirty="0" err="1">
                <a:solidFill>
                  <a:srgbClr val="333333"/>
                </a:solidFill>
                <a:effectLst/>
                <a:latin typeface="Times New Roman" panose="02020603050405020304" pitchFamily="18" charset="0"/>
                <a:cs typeface="Times New Roman" panose="02020603050405020304" pitchFamily="18" charset="0"/>
              </a:rPr>
              <a:t>MyFilter</a:t>
            </a:r>
            <a:r>
              <a:rPr lang="en-US" sz="2800" b="0" i="0" dirty="0">
                <a:solidFill>
                  <a:srgbClr val="333333"/>
                </a:solidFill>
                <a:effectLst/>
                <a:latin typeface="Times New Roman" panose="02020603050405020304" pitchFamily="18" charset="0"/>
                <a:cs typeface="Times New Roman" panose="02020603050405020304" pitchFamily="18" charset="0"/>
              </a:rPr>
              <a:t>&lt;/filter-name&gt;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    &lt;</a:t>
            </a:r>
            <a:r>
              <a:rPr lang="en-US" sz="2800" b="0" i="0" dirty="0" err="1">
                <a:solidFill>
                  <a:srgbClr val="333333"/>
                </a:solidFill>
                <a:effectLst/>
                <a:latin typeface="Times New Roman" panose="02020603050405020304" pitchFamily="18" charset="0"/>
                <a:cs typeface="Times New Roman" panose="02020603050405020304" pitchFamily="18" charset="0"/>
              </a:rPr>
              <a:t>url</a:t>
            </a:r>
            <a:r>
              <a:rPr lang="en-US" sz="2800" b="0" i="0" dirty="0">
                <a:solidFill>
                  <a:srgbClr val="333333"/>
                </a:solidFill>
                <a:effectLst/>
                <a:latin typeface="Times New Roman" panose="02020603050405020304" pitchFamily="18" charset="0"/>
                <a:cs typeface="Times New Roman" panose="02020603050405020304" pitchFamily="18" charset="0"/>
              </a:rPr>
              <a:t>-pattern&gt;/secure/*&lt;/</a:t>
            </a:r>
            <a:r>
              <a:rPr lang="en-US" sz="2800" b="0" i="0" dirty="0" err="1">
                <a:solidFill>
                  <a:srgbClr val="333333"/>
                </a:solidFill>
                <a:effectLst/>
                <a:latin typeface="Times New Roman" panose="02020603050405020304" pitchFamily="18" charset="0"/>
                <a:cs typeface="Times New Roman" panose="02020603050405020304" pitchFamily="18" charset="0"/>
              </a:rPr>
              <a:t>url</a:t>
            </a:r>
            <a:r>
              <a:rPr lang="en-US" sz="2800" b="0" i="0" dirty="0">
                <a:solidFill>
                  <a:srgbClr val="333333"/>
                </a:solidFill>
                <a:effectLst/>
                <a:latin typeface="Times New Roman" panose="02020603050405020304" pitchFamily="18" charset="0"/>
                <a:cs typeface="Times New Roman" panose="02020603050405020304" pitchFamily="18" charset="0"/>
              </a:rPr>
              <a:t>-pattern&gt;</a:t>
            </a:r>
          </a:p>
          <a:p>
            <a:pPr algn="l"/>
            <a:r>
              <a:rPr lang="en-US" sz="2800" b="0" i="0" dirty="0">
                <a:solidFill>
                  <a:srgbClr val="333333"/>
                </a:solidFill>
                <a:effectLst/>
                <a:latin typeface="Times New Roman" panose="02020603050405020304" pitchFamily="18" charset="0"/>
                <a:cs typeface="Times New Roman" panose="02020603050405020304" pitchFamily="18" charset="0"/>
              </a:rPr>
              <a:t>&lt;/filter-mapping&gt;</a:t>
            </a:r>
            <a:endParaRPr lang="en-US" sz="2800" dirty="0">
              <a:solidFill>
                <a:srgbClr val="333333"/>
              </a:solidFill>
              <a:latin typeface="Times New Roman" panose="02020603050405020304" pitchFamily="18" charset="0"/>
              <a:cs typeface="Times New Roman" panose="02020603050405020304" pitchFamily="18" charset="0"/>
            </a:endParaRPr>
          </a:p>
          <a:p>
            <a:pPr algn="l"/>
            <a:r>
              <a:rPr lang="en-US" sz="2800" b="1" i="0" dirty="0">
                <a:solidFill>
                  <a:srgbClr val="333333"/>
                </a:solidFill>
                <a:effectLst/>
                <a:latin typeface="Times New Roman" panose="02020603050405020304" pitchFamily="18" charset="0"/>
                <a:cs typeface="Times New Roman" panose="02020603050405020304" pitchFamily="18" charset="0"/>
              </a:rPr>
              <a:t>2. Annotation-Based Mapping:</a:t>
            </a:r>
          </a:p>
          <a:p>
            <a:pPr algn="l"/>
            <a:r>
              <a:rPr lang="en-US" sz="2800" b="0" i="0" dirty="0">
                <a:solidFill>
                  <a:srgbClr val="333333"/>
                </a:solidFill>
                <a:effectLst/>
                <a:latin typeface="Times New Roman" panose="02020603050405020304" pitchFamily="18" charset="0"/>
                <a:cs typeface="Times New Roman" panose="02020603050405020304" pitchFamily="18" charset="0"/>
              </a:rPr>
              <a:t>@WebFilter(urlPatterns = {"/secure/*"})</a:t>
            </a:r>
          </a:p>
          <a:p>
            <a:pPr algn="l"/>
            <a:r>
              <a:rPr lang="en-US" sz="2800" b="0" i="0" dirty="0">
                <a:solidFill>
                  <a:srgbClr val="333333"/>
                </a:solidFill>
                <a:effectLst/>
                <a:latin typeface="Times New Roman" panose="02020603050405020304" pitchFamily="18" charset="0"/>
                <a:cs typeface="Times New Roman" panose="02020603050405020304" pitchFamily="18" charset="0"/>
              </a:rPr>
              <a:t>public class </a:t>
            </a:r>
            <a:r>
              <a:rPr lang="en-US" sz="2800" b="0" i="0" dirty="0" err="1">
                <a:solidFill>
                  <a:srgbClr val="333333"/>
                </a:solidFill>
                <a:effectLst/>
                <a:latin typeface="Times New Roman" panose="02020603050405020304" pitchFamily="18" charset="0"/>
                <a:cs typeface="Times New Roman" panose="02020603050405020304" pitchFamily="18" charset="0"/>
              </a:rPr>
              <a:t>MyFilter</a:t>
            </a:r>
            <a:r>
              <a:rPr lang="en-US" sz="2800" b="0" i="0" dirty="0">
                <a:solidFill>
                  <a:srgbClr val="333333"/>
                </a:solidFill>
                <a:effectLst/>
                <a:latin typeface="Times New Roman" panose="02020603050405020304" pitchFamily="18" charset="0"/>
                <a:cs typeface="Times New Roman" panose="02020603050405020304" pitchFamily="18" charset="0"/>
              </a:rPr>
              <a:t> implements Filter {</a:t>
            </a:r>
          </a:p>
          <a:p>
            <a:pPr algn="l"/>
            <a:r>
              <a:rPr lang="en-US" sz="2800" b="0" i="0" dirty="0">
                <a:solidFill>
                  <a:srgbClr val="333333"/>
                </a:solidFill>
                <a:effectLst/>
                <a:latin typeface="Times New Roman" panose="02020603050405020304" pitchFamily="18" charset="0"/>
                <a:cs typeface="Times New Roman" panose="02020603050405020304" pitchFamily="18" charset="0"/>
              </a:rPr>
              <a:t>    // Implementation</a:t>
            </a:r>
          </a:p>
          <a:p>
            <a:pPr algn="l"/>
            <a:r>
              <a:rPr lang="en-US" sz="2800" b="0" i="0" dirty="0">
                <a:solidFill>
                  <a:srgbClr val="333333"/>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202158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94358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8"/>
</p:tagLst>
</file>

<file path=ppt/tags/tag2.xml><?xml version="1.0" encoding="utf-8"?>
<p:tagLst xmlns:a="http://schemas.openxmlformats.org/drawingml/2006/main" xmlns:r="http://schemas.openxmlformats.org/officeDocument/2006/relationships" xmlns:p="http://schemas.openxmlformats.org/presentationml/2006/main">
  <p:tag name="AS_UNIQUEID" val="41"/>
</p:tagLst>
</file>

<file path=ppt/tags/tag3.xml><?xml version="1.0" encoding="utf-8"?>
<p:tagLst xmlns:a="http://schemas.openxmlformats.org/drawingml/2006/main" xmlns:r="http://schemas.openxmlformats.org/officeDocument/2006/relationships" xmlns:p="http://schemas.openxmlformats.org/presentationml/2006/main">
  <p:tag name="AS_UNIQUEID" val="42"/>
</p:tagLst>
</file>

<file path=ppt/tags/tag4.xml><?xml version="1.0" encoding="utf-8"?>
<p:tagLst xmlns:a="http://schemas.openxmlformats.org/drawingml/2006/main" xmlns:r="http://schemas.openxmlformats.org/officeDocument/2006/relationships" xmlns:p="http://schemas.openxmlformats.org/presentationml/2006/main">
  <p:tag name="AS_UNIQUEID" val="43"/>
</p:tagLst>
</file>

<file path=ppt/tags/tag5.xml><?xml version="1.0" encoding="utf-8"?>
<p:tagLst xmlns:a="http://schemas.openxmlformats.org/drawingml/2006/main" xmlns:r="http://schemas.openxmlformats.org/officeDocument/2006/relationships" xmlns:p="http://schemas.openxmlformats.org/presentationml/2006/main">
  <p:tag name="AS_UNIQUEID" val="60"/>
</p:tagLst>
</file>

<file path=ppt/tags/tag6.xml><?xml version="1.0" encoding="utf-8"?>
<p:tagLst xmlns:a="http://schemas.openxmlformats.org/drawingml/2006/main" xmlns:r="http://schemas.openxmlformats.org/officeDocument/2006/relationships" xmlns:p="http://schemas.openxmlformats.org/presentationml/2006/main">
  <p:tag name="AS_UNIQUEID" val="92"/>
</p:tagLst>
</file>

<file path=ppt/tags/tag7.xml><?xml version="1.0" encoding="utf-8"?>
<p:tagLst xmlns:a="http://schemas.openxmlformats.org/drawingml/2006/main" xmlns:r="http://schemas.openxmlformats.org/officeDocument/2006/relationships" xmlns:p="http://schemas.openxmlformats.org/presentationml/2006/main">
  <p:tag name="AS_UNIQUEID" val="93"/>
</p:tagLst>
</file>

<file path=ppt/tags/tag8.xml><?xml version="1.0" encoding="utf-8"?>
<p:tagLst xmlns:a="http://schemas.openxmlformats.org/drawingml/2006/main" xmlns:r="http://schemas.openxmlformats.org/officeDocument/2006/relationships" xmlns:p="http://schemas.openxmlformats.org/presentationml/2006/main">
  <p:tag name="AS_UNIQUEID" val="94"/>
</p:tagLst>
</file>

<file path=ppt/tags/tag9.xml><?xml version="1.0" encoding="utf-8"?>
<p:tagLst xmlns:a="http://schemas.openxmlformats.org/drawingml/2006/main" xmlns:r="http://schemas.openxmlformats.org/officeDocument/2006/relationships" xmlns:p="http://schemas.openxmlformats.org/presentationml/2006/main">
  <p:tag name="AS_UNIQUEID" val="95"/>
</p:tagLst>
</file>

<file path=ppt/tags/tag10.xml><?xml version="1.0" encoding="utf-8"?>
<p:tagLst xmlns:a="http://schemas.openxmlformats.org/drawingml/2006/main" xmlns:r="http://schemas.openxmlformats.org/officeDocument/2006/relationships" xmlns:p="http://schemas.openxmlformats.org/presentationml/2006/main">
  <p:tag name="AS_UNIQUEID" val="96"/>
</p:tagLst>
</file>

<file path=ppt/tags/tag11.xml><?xml version="1.0" encoding="utf-8"?>
<p:tagLst xmlns:a="http://schemas.openxmlformats.org/drawingml/2006/main" xmlns:r="http://schemas.openxmlformats.org/officeDocument/2006/relationships" xmlns:p="http://schemas.openxmlformats.org/presentationml/2006/main">
  <p:tag name="AS_UNIQUEID" val="97"/>
</p:tagLst>
</file>

<file path=ppt/tags/tag12.xml><?xml version="1.0" encoding="utf-8"?>
<p:tagLst xmlns:a="http://schemas.openxmlformats.org/drawingml/2006/main" xmlns:r="http://schemas.openxmlformats.org/officeDocument/2006/relationships" xmlns:p="http://schemas.openxmlformats.org/presentationml/2006/main">
  <p:tag name="AS_UNIQUEID" val="46"/>
</p:tagLst>
</file>

<file path=ppt/tags/tag13.xml><?xml version="1.0" encoding="utf-8"?>
<p:tagLst xmlns:a="http://schemas.openxmlformats.org/drawingml/2006/main" xmlns:r="http://schemas.openxmlformats.org/officeDocument/2006/relationships" xmlns:p="http://schemas.openxmlformats.org/presentationml/2006/main">
  <p:tag name="AS_UNIQUEID" val="48"/>
</p:tagLst>
</file>

<file path=ppt/tags/tag14.xml><?xml version="1.0" encoding="utf-8"?>
<p:tagLst xmlns:a="http://schemas.openxmlformats.org/drawingml/2006/main" xmlns:r="http://schemas.openxmlformats.org/officeDocument/2006/relationships" xmlns:p="http://schemas.openxmlformats.org/presentationml/2006/main">
  <p:tag name="AS_UNIQUEID" val="51"/>
</p:tagLst>
</file>

<file path=ppt/tags/tag15.xml><?xml version="1.0" encoding="utf-8"?>
<p:tagLst xmlns:a="http://schemas.openxmlformats.org/drawingml/2006/main" xmlns:r="http://schemas.openxmlformats.org/officeDocument/2006/relationships" xmlns:p="http://schemas.openxmlformats.org/presentationml/2006/main">
  <p:tag name="AS_UNIQUEID" val="52"/>
</p:tagLst>
</file>

<file path=ppt/tags/tag16.xml><?xml version="1.0" encoding="utf-8"?>
<p:tagLst xmlns:a="http://schemas.openxmlformats.org/drawingml/2006/main" xmlns:r="http://schemas.openxmlformats.org/officeDocument/2006/relationships" xmlns:p="http://schemas.openxmlformats.org/presentationml/2006/main">
  <p:tag name="AS_UNIQUEID" val="53"/>
</p:tagLst>
</file>

<file path=ppt/tags/tag17.xml><?xml version="1.0" encoding="utf-8"?>
<p:tagLst xmlns:a="http://schemas.openxmlformats.org/drawingml/2006/main" xmlns:r="http://schemas.openxmlformats.org/officeDocument/2006/relationships" xmlns:p="http://schemas.openxmlformats.org/presentationml/2006/main">
  <p:tag name="AS_UNIQUEID" val="52"/>
</p:tagLst>
</file>

<file path=ppt/tags/tag18.xml><?xml version="1.0" encoding="utf-8"?>
<p:tagLst xmlns:a="http://schemas.openxmlformats.org/drawingml/2006/main" xmlns:r="http://schemas.openxmlformats.org/officeDocument/2006/relationships" xmlns:p="http://schemas.openxmlformats.org/presentationml/2006/main">
  <p:tag name="AS_UNIQUEID" val="53"/>
</p:tagLst>
</file>

<file path=ppt/tags/tag19.xml><?xml version="1.0" encoding="utf-8"?>
<p:tagLst xmlns:a="http://schemas.openxmlformats.org/drawingml/2006/main" xmlns:r="http://schemas.openxmlformats.org/officeDocument/2006/relationships" xmlns:p="http://schemas.openxmlformats.org/presentationml/2006/main">
  <p:tag name="AS_UNIQUEID" val="51"/>
</p:tagLst>
</file>

<file path=ppt/tags/tag20.xml><?xml version="1.0" encoding="utf-8"?>
<p:tagLst xmlns:a="http://schemas.openxmlformats.org/drawingml/2006/main" xmlns:r="http://schemas.openxmlformats.org/officeDocument/2006/relationships" xmlns:p="http://schemas.openxmlformats.org/presentationml/2006/main">
  <p:tag name="AS_UNIQUEID" val="52"/>
</p:tagLst>
</file>

<file path=ppt/tags/tag21.xml><?xml version="1.0" encoding="utf-8"?>
<p:tagLst xmlns:a="http://schemas.openxmlformats.org/drawingml/2006/main" xmlns:r="http://schemas.openxmlformats.org/officeDocument/2006/relationships" xmlns:p="http://schemas.openxmlformats.org/presentationml/2006/main">
  <p:tag name="AS_UNIQUEID" val="53"/>
</p:tagLst>
</file>

<file path=ppt/tags/tag22.xml><?xml version="1.0" encoding="utf-8"?>
<p:tagLst xmlns:a="http://schemas.openxmlformats.org/drawingml/2006/main" xmlns:r="http://schemas.openxmlformats.org/officeDocument/2006/relationships" xmlns:p="http://schemas.openxmlformats.org/presentationml/2006/main">
  <p:tag name="AS_UNIQUEID" val="51"/>
</p:tagLst>
</file>

<file path=ppt/tags/tag23.xml><?xml version="1.0" encoding="utf-8"?>
<p:tagLst xmlns:a="http://schemas.openxmlformats.org/drawingml/2006/main" xmlns:r="http://schemas.openxmlformats.org/officeDocument/2006/relationships" xmlns:p="http://schemas.openxmlformats.org/presentationml/2006/main">
  <p:tag name="AS_UNIQUEID" val="52"/>
</p:tagLst>
</file>

<file path=ppt/tags/tag24.xml><?xml version="1.0" encoding="utf-8"?>
<p:tagLst xmlns:a="http://schemas.openxmlformats.org/drawingml/2006/main" xmlns:r="http://schemas.openxmlformats.org/officeDocument/2006/relationships" xmlns:p="http://schemas.openxmlformats.org/presentationml/2006/main">
  <p:tag name="AS_UNIQUEID" val="53"/>
</p:tagLst>
</file>

<file path=ppt/tags/tag25.xml><?xml version="1.0" encoding="utf-8"?>
<p:tagLst xmlns:a="http://schemas.openxmlformats.org/drawingml/2006/main" xmlns:r="http://schemas.openxmlformats.org/officeDocument/2006/relationships" xmlns:p="http://schemas.openxmlformats.org/presentationml/2006/main">
  <p:tag name="AS_UNIQUEID" val="51"/>
</p:tagLst>
</file>

<file path=ppt/tags/tag26.xml><?xml version="1.0" encoding="utf-8"?>
<p:tagLst xmlns:a="http://schemas.openxmlformats.org/drawingml/2006/main" xmlns:r="http://schemas.openxmlformats.org/officeDocument/2006/relationships" xmlns:p="http://schemas.openxmlformats.org/presentationml/2006/main">
  <p:tag name="AS_UNIQUEID" val="52"/>
</p:tagLst>
</file>

<file path=ppt/tags/tag27.xml><?xml version="1.0" encoding="utf-8"?>
<p:tagLst xmlns:a="http://schemas.openxmlformats.org/drawingml/2006/main" xmlns:r="http://schemas.openxmlformats.org/officeDocument/2006/relationships" xmlns:p="http://schemas.openxmlformats.org/presentationml/2006/main">
  <p:tag name="AS_UNIQUEID" val="53"/>
</p:tagLst>
</file>

<file path=ppt/tags/tag28.xml><?xml version="1.0" encoding="utf-8"?>
<p:tagLst xmlns:a="http://schemas.openxmlformats.org/drawingml/2006/main" xmlns:r="http://schemas.openxmlformats.org/officeDocument/2006/relationships" xmlns:p="http://schemas.openxmlformats.org/presentationml/2006/main">
  <p:tag name="AS_UNIQUEID" val="51"/>
</p:tagLst>
</file>

<file path=ppt/tags/tag29.xml><?xml version="1.0" encoding="utf-8"?>
<p:tagLst xmlns:a="http://schemas.openxmlformats.org/drawingml/2006/main" xmlns:r="http://schemas.openxmlformats.org/officeDocument/2006/relationships" xmlns:p="http://schemas.openxmlformats.org/presentationml/2006/main">
  <p:tag name="AS_UNIQUEID" val="52"/>
</p:tagLst>
</file>

<file path=ppt/tags/tag30.xml><?xml version="1.0" encoding="utf-8"?>
<p:tagLst xmlns:a="http://schemas.openxmlformats.org/drawingml/2006/main" xmlns:r="http://schemas.openxmlformats.org/officeDocument/2006/relationships" xmlns:p="http://schemas.openxmlformats.org/presentationml/2006/main">
  <p:tag name="AS_UNIQUEID" val="53"/>
</p:tagLst>
</file>

<file path=ppt/tags/tag31.xml><?xml version="1.0" encoding="utf-8"?>
<p:tagLst xmlns:a="http://schemas.openxmlformats.org/drawingml/2006/main" xmlns:r="http://schemas.openxmlformats.org/officeDocument/2006/relationships" xmlns:p="http://schemas.openxmlformats.org/presentationml/2006/main">
  <p:tag name="AS_UNIQUEID" val="51"/>
</p:tagLst>
</file>

<file path=ppt/tags/tag32.xml><?xml version="1.0" encoding="utf-8"?>
<p:tagLst xmlns:a="http://schemas.openxmlformats.org/drawingml/2006/main" xmlns:r="http://schemas.openxmlformats.org/officeDocument/2006/relationships" xmlns:p="http://schemas.openxmlformats.org/presentationml/2006/main">
  <p:tag name="AS_UNIQUEID" val="52"/>
</p:tagLst>
</file>

<file path=ppt/tags/tag33.xml><?xml version="1.0" encoding="utf-8"?>
<p:tagLst xmlns:a="http://schemas.openxmlformats.org/drawingml/2006/main" xmlns:r="http://schemas.openxmlformats.org/officeDocument/2006/relationships" xmlns:p="http://schemas.openxmlformats.org/presentationml/2006/main">
  <p:tag name="AS_UNIQUEID" val="53"/>
</p:tagLst>
</file>

<file path=ppt/tags/tag34.xml><?xml version="1.0" encoding="utf-8"?>
<p:tagLst xmlns:a="http://schemas.openxmlformats.org/drawingml/2006/main" xmlns:r="http://schemas.openxmlformats.org/officeDocument/2006/relationships" xmlns:p="http://schemas.openxmlformats.org/presentationml/2006/main">
  <p:tag name="AS_UNIQUEID" val="51"/>
</p:tagLst>
</file>

<file path=ppt/tags/tag35.xml><?xml version="1.0" encoding="utf-8"?>
<p:tagLst xmlns:a="http://schemas.openxmlformats.org/drawingml/2006/main" xmlns:r="http://schemas.openxmlformats.org/officeDocument/2006/relationships" xmlns:p="http://schemas.openxmlformats.org/presentationml/2006/main">
  <p:tag name="AS_UNIQUEID" val="52"/>
</p:tagLst>
</file>

<file path=ppt/tags/tag36.xml><?xml version="1.0" encoding="utf-8"?>
<p:tagLst xmlns:a="http://schemas.openxmlformats.org/drawingml/2006/main" xmlns:r="http://schemas.openxmlformats.org/officeDocument/2006/relationships" xmlns:p="http://schemas.openxmlformats.org/presentationml/2006/main">
  <p:tag name="AS_UNIQUEID" val="53"/>
</p:tagLst>
</file>

<file path=ppt/tags/tag37.xml><?xml version="1.0" encoding="utf-8"?>
<p:tagLst xmlns:a="http://schemas.openxmlformats.org/drawingml/2006/main" xmlns:r="http://schemas.openxmlformats.org/officeDocument/2006/relationships" xmlns:p="http://schemas.openxmlformats.org/presentationml/2006/main">
  <p:tag name="AS_UNIQUEID" val="51"/>
</p:tagLst>
</file>

<file path=ppt/tags/tag38.xml><?xml version="1.0" encoding="utf-8"?>
<p:tagLst xmlns:a="http://schemas.openxmlformats.org/drawingml/2006/main" xmlns:r="http://schemas.openxmlformats.org/officeDocument/2006/relationships" xmlns:p="http://schemas.openxmlformats.org/presentationml/2006/main">
  <p:tag name="AS_UNIQUEID" val="52"/>
</p:tagLst>
</file>

<file path=ppt/tags/tag39.xml><?xml version="1.0" encoding="utf-8"?>
<p:tagLst xmlns:a="http://schemas.openxmlformats.org/drawingml/2006/main" xmlns:r="http://schemas.openxmlformats.org/officeDocument/2006/relationships" xmlns:p="http://schemas.openxmlformats.org/presentationml/2006/main">
  <p:tag name="AS_UNIQUEID" val="53"/>
</p:tagLst>
</file>

<file path=ppt/tags/tag40.xml><?xml version="1.0" encoding="utf-8"?>
<p:tagLst xmlns:a="http://schemas.openxmlformats.org/drawingml/2006/main" xmlns:r="http://schemas.openxmlformats.org/officeDocument/2006/relationships" xmlns:p="http://schemas.openxmlformats.org/presentationml/2006/main">
  <p:tag name="AS_UNIQUEID" val="51"/>
</p:tagLst>
</file>

<file path=ppt/tags/tag41.xml><?xml version="1.0" encoding="utf-8"?>
<p:tagLst xmlns:a="http://schemas.openxmlformats.org/drawingml/2006/main" xmlns:r="http://schemas.openxmlformats.org/officeDocument/2006/relationships" xmlns:p="http://schemas.openxmlformats.org/presentationml/2006/main">
  <p:tag name="AS_UNIQUEID" val="52"/>
</p:tagLst>
</file>

<file path=ppt/tags/tag42.xml><?xml version="1.0" encoding="utf-8"?>
<p:tagLst xmlns:a="http://schemas.openxmlformats.org/drawingml/2006/main" xmlns:r="http://schemas.openxmlformats.org/officeDocument/2006/relationships" xmlns:p="http://schemas.openxmlformats.org/presentationml/2006/main">
  <p:tag name="AS_UNIQUEID" val="53"/>
</p:tagLst>
</file>

<file path=ppt/tags/tag43.xml><?xml version="1.0" encoding="utf-8"?>
<p:tagLst xmlns:a="http://schemas.openxmlformats.org/drawingml/2006/main" xmlns:r="http://schemas.openxmlformats.org/officeDocument/2006/relationships" xmlns:p="http://schemas.openxmlformats.org/presentationml/2006/main">
  <p:tag name="AS_UNIQUEID" val="51"/>
</p:tagLst>
</file>

<file path=ppt/tags/tag44.xml><?xml version="1.0" encoding="utf-8"?>
<p:tagLst xmlns:a="http://schemas.openxmlformats.org/drawingml/2006/main" xmlns:r="http://schemas.openxmlformats.org/officeDocument/2006/relationships" xmlns:p="http://schemas.openxmlformats.org/presentationml/2006/main">
  <p:tag name="AS_UNIQUEID" val="52"/>
</p:tagLst>
</file>

<file path=ppt/tags/tag45.xml><?xml version="1.0" encoding="utf-8"?>
<p:tagLst xmlns:a="http://schemas.openxmlformats.org/drawingml/2006/main" xmlns:r="http://schemas.openxmlformats.org/officeDocument/2006/relationships" xmlns:p="http://schemas.openxmlformats.org/presentationml/2006/main">
  <p:tag name="AS_UNIQUEID" val="53"/>
</p:tagLst>
</file>

<file path=ppt/tags/tag46.xml><?xml version="1.0" encoding="utf-8"?>
<p:tagLst xmlns:a="http://schemas.openxmlformats.org/drawingml/2006/main" xmlns:r="http://schemas.openxmlformats.org/officeDocument/2006/relationships" xmlns:p="http://schemas.openxmlformats.org/presentationml/2006/main">
  <p:tag name="AS_UNIQUEID" val="51"/>
</p:tagLst>
</file>

<file path=ppt/tags/tag47.xml><?xml version="1.0" encoding="utf-8"?>
<p:tagLst xmlns:a="http://schemas.openxmlformats.org/drawingml/2006/main" xmlns:r="http://schemas.openxmlformats.org/officeDocument/2006/relationships" xmlns:p="http://schemas.openxmlformats.org/presentationml/2006/main">
  <p:tag name="AS_UNIQUEID" val="52"/>
</p:tagLst>
</file>

<file path=ppt/tags/tag48.xml><?xml version="1.0" encoding="utf-8"?>
<p:tagLst xmlns:a="http://schemas.openxmlformats.org/drawingml/2006/main" xmlns:r="http://schemas.openxmlformats.org/officeDocument/2006/relationships" xmlns:p="http://schemas.openxmlformats.org/presentationml/2006/main">
  <p:tag name="AS_UNIQUEID" val="53"/>
</p:tagLst>
</file>

<file path=ppt/tags/tag49.xml><?xml version="1.0" encoding="utf-8"?>
<p:tagLst xmlns:a="http://schemas.openxmlformats.org/drawingml/2006/main" xmlns:r="http://schemas.openxmlformats.org/officeDocument/2006/relationships" xmlns:p="http://schemas.openxmlformats.org/presentationml/2006/main">
  <p:tag name="AS_UNIQUEID" val="51"/>
</p:tagLst>
</file>

<file path=ppt/tags/tag50.xml><?xml version="1.0" encoding="utf-8"?>
<p:tagLst xmlns:a="http://schemas.openxmlformats.org/drawingml/2006/main" xmlns:r="http://schemas.openxmlformats.org/officeDocument/2006/relationships" xmlns:p="http://schemas.openxmlformats.org/presentationml/2006/main">
  <p:tag name="AS_UNIQUEID" val="52"/>
</p:tagLst>
</file>

<file path=ppt/tags/tag51.xml><?xml version="1.0" encoding="utf-8"?>
<p:tagLst xmlns:a="http://schemas.openxmlformats.org/drawingml/2006/main" xmlns:r="http://schemas.openxmlformats.org/officeDocument/2006/relationships" xmlns:p="http://schemas.openxmlformats.org/presentationml/2006/main">
  <p:tag name="AS_UNIQUEID" val="53"/>
</p:tagLst>
</file>

<file path=ppt/tags/tag52.xml><?xml version="1.0" encoding="utf-8"?>
<p:tagLst xmlns:a="http://schemas.openxmlformats.org/drawingml/2006/main" xmlns:r="http://schemas.openxmlformats.org/officeDocument/2006/relationships" xmlns:p="http://schemas.openxmlformats.org/presentationml/2006/main">
  <p:tag name="AS_UNIQUEID" val="51"/>
</p:tagLst>
</file>

<file path=ppt/tags/tag53.xml><?xml version="1.0" encoding="utf-8"?>
<p:tagLst xmlns:a="http://schemas.openxmlformats.org/drawingml/2006/main" xmlns:r="http://schemas.openxmlformats.org/officeDocument/2006/relationships" xmlns:p="http://schemas.openxmlformats.org/presentationml/2006/main">
  <p:tag name="AS_UNIQUEID" val="52"/>
</p:tagLst>
</file>

<file path=ppt/tags/tag54.xml><?xml version="1.0" encoding="utf-8"?>
<p:tagLst xmlns:a="http://schemas.openxmlformats.org/drawingml/2006/main" xmlns:r="http://schemas.openxmlformats.org/officeDocument/2006/relationships" xmlns:p="http://schemas.openxmlformats.org/presentationml/2006/main">
  <p:tag name="AS_UNIQUEID" val="53"/>
</p:tagLst>
</file>

<file path=ppt/tags/tag55.xml><?xml version="1.0" encoding="utf-8"?>
<p:tagLst xmlns:a="http://schemas.openxmlformats.org/drawingml/2006/main" xmlns:r="http://schemas.openxmlformats.org/officeDocument/2006/relationships" xmlns:p="http://schemas.openxmlformats.org/presentationml/2006/main">
  <p:tag name="AS_UNIQUEID" val="51"/>
</p:tagLst>
</file>

<file path=ppt/tags/tag56.xml><?xml version="1.0" encoding="utf-8"?>
<p:tagLst xmlns:a="http://schemas.openxmlformats.org/drawingml/2006/main" xmlns:r="http://schemas.openxmlformats.org/officeDocument/2006/relationships" xmlns:p="http://schemas.openxmlformats.org/presentationml/2006/main">
  <p:tag name="AS_UNIQUEID" val="52"/>
</p:tagLst>
</file>

<file path=ppt/tags/tag57.xml><?xml version="1.0" encoding="utf-8"?>
<p:tagLst xmlns:a="http://schemas.openxmlformats.org/drawingml/2006/main" xmlns:r="http://schemas.openxmlformats.org/officeDocument/2006/relationships" xmlns:p="http://schemas.openxmlformats.org/presentationml/2006/main">
  <p:tag name="AS_UNIQUEID" val="53"/>
</p:tagLst>
</file>

<file path=ppt/tags/tag58.xml><?xml version="1.0" encoding="utf-8"?>
<p:tagLst xmlns:a="http://schemas.openxmlformats.org/drawingml/2006/main" xmlns:r="http://schemas.openxmlformats.org/officeDocument/2006/relationships" xmlns:p="http://schemas.openxmlformats.org/presentationml/2006/main">
  <p:tag name="AS_UNIQUEID" val="51"/>
</p:tagLst>
</file>

<file path=ppt/tags/tag59.xml><?xml version="1.0" encoding="utf-8"?>
<p:tagLst xmlns:a="http://schemas.openxmlformats.org/drawingml/2006/main" xmlns:r="http://schemas.openxmlformats.org/officeDocument/2006/relationships" xmlns:p="http://schemas.openxmlformats.org/presentationml/2006/main">
  <p:tag name="AS_UNIQUEID" val="52"/>
</p:tagLst>
</file>

<file path=ppt/tags/tag60.xml><?xml version="1.0" encoding="utf-8"?>
<p:tagLst xmlns:a="http://schemas.openxmlformats.org/drawingml/2006/main" xmlns:r="http://schemas.openxmlformats.org/officeDocument/2006/relationships" xmlns:p="http://schemas.openxmlformats.org/presentationml/2006/main">
  <p:tag name="AS_UNIQUEID" val="53"/>
</p:tagLst>
</file>

<file path=ppt/tags/tag61.xml><?xml version="1.0" encoding="utf-8"?>
<p:tagLst xmlns:a="http://schemas.openxmlformats.org/drawingml/2006/main" xmlns:r="http://schemas.openxmlformats.org/officeDocument/2006/relationships" xmlns:p="http://schemas.openxmlformats.org/presentationml/2006/main">
  <p:tag name="AS_UNIQUEID" val="51"/>
</p:tagLst>
</file>

<file path=ppt/tags/tag62.xml><?xml version="1.0" encoding="utf-8"?>
<p:tagLst xmlns:a="http://schemas.openxmlformats.org/drawingml/2006/main" xmlns:r="http://schemas.openxmlformats.org/officeDocument/2006/relationships" xmlns:p="http://schemas.openxmlformats.org/presentationml/2006/main">
  <p:tag name="AS_UNIQUEID" val="52"/>
</p:tagLst>
</file>

<file path=ppt/tags/tag63.xml><?xml version="1.0" encoding="utf-8"?>
<p:tagLst xmlns:a="http://schemas.openxmlformats.org/drawingml/2006/main" xmlns:r="http://schemas.openxmlformats.org/officeDocument/2006/relationships" xmlns:p="http://schemas.openxmlformats.org/presentationml/2006/main">
  <p:tag name="AS_UNIQUEID" val="53"/>
</p:tagLst>
</file>

<file path=ppt/tags/tag64.xml><?xml version="1.0" encoding="utf-8"?>
<p:tagLst xmlns:a="http://schemas.openxmlformats.org/drawingml/2006/main" xmlns:r="http://schemas.openxmlformats.org/officeDocument/2006/relationships" xmlns:p="http://schemas.openxmlformats.org/presentationml/2006/main">
  <p:tag name="AS_UNIQUEID" val="51"/>
</p:tagLst>
</file>

<file path=ppt/tags/tag65.xml><?xml version="1.0" encoding="utf-8"?>
<p:tagLst xmlns:a="http://schemas.openxmlformats.org/drawingml/2006/main" xmlns:r="http://schemas.openxmlformats.org/officeDocument/2006/relationships" xmlns:p="http://schemas.openxmlformats.org/presentationml/2006/main">
  <p:tag name="AS_UNIQUEID" val="52"/>
</p:tagLst>
</file>

<file path=ppt/tags/tag66.xml><?xml version="1.0" encoding="utf-8"?>
<p:tagLst xmlns:a="http://schemas.openxmlformats.org/drawingml/2006/main" xmlns:r="http://schemas.openxmlformats.org/officeDocument/2006/relationships" xmlns:p="http://schemas.openxmlformats.org/presentationml/2006/main">
  <p:tag name="AS_UNIQUEID" val="53"/>
</p:tagLst>
</file>

<file path=ppt/tags/tag67.xml><?xml version="1.0" encoding="utf-8"?>
<p:tagLst xmlns:a="http://schemas.openxmlformats.org/drawingml/2006/main" xmlns:r="http://schemas.openxmlformats.org/officeDocument/2006/relationships" xmlns:p="http://schemas.openxmlformats.org/presentationml/2006/main">
  <p:tag name="AS_UNIQUEID" val="51"/>
</p:tagLst>
</file>

<file path=ppt/tags/tag68.xml><?xml version="1.0" encoding="utf-8"?>
<p:tagLst xmlns:a="http://schemas.openxmlformats.org/drawingml/2006/main" xmlns:r="http://schemas.openxmlformats.org/officeDocument/2006/relationships" xmlns:p="http://schemas.openxmlformats.org/presentationml/2006/main">
  <p:tag name="AS_UNIQUEID" val="52"/>
</p:tagLst>
</file>

<file path=ppt/tags/tag69.xml><?xml version="1.0" encoding="utf-8"?>
<p:tagLst xmlns:a="http://schemas.openxmlformats.org/drawingml/2006/main" xmlns:r="http://schemas.openxmlformats.org/officeDocument/2006/relationships" xmlns:p="http://schemas.openxmlformats.org/presentationml/2006/main">
  <p:tag name="AS_UNIQUEID" val="53"/>
</p:tagLst>
</file>

<file path=ppt/tags/tag70.xml><?xml version="1.0" encoding="utf-8"?>
<p:tagLst xmlns:a="http://schemas.openxmlformats.org/drawingml/2006/main" xmlns:r="http://schemas.openxmlformats.org/officeDocument/2006/relationships" xmlns:p="http://schemas.openxmlformats.org/presentationml/2006/main">
  <p:tag name="AS_UNIQUEID" val="51"/>
</p:tagLst>
</file>

<file path=ppt/tags/tag71.xml><?xml version="1.0" encoding="utf-8"?>
<p:tagLst xmlns:a="http://schemas.openxmlformats.org/drawingml/2006/main" xmlns:r="http://schemas.openxmlformats.org/officeDocument/2006/relationships" xmlns:p="http://schemas.openxmlformats.org/presentationml/2006/main">
  <p:tag name="AS_UNIQUEID" val="52"/>
</p:tagLst>
</file>

<file path=ppt/tags/tag72.xml><?xml version="1.0" encoding="utf-8"?>
<p:tagLst xmlns:a="http://schemas.openxmlformats.org/drawingml/2006/main" xmlns:r="http://schemas.openxmlformats.org/officeDocument/2006/relationships" xmlns:p="http://schemas.openxmlformats.org/presentationml/2006/main">
  <p:tag name="AS_UNIQUEID" val="53"/>
</p:tagLst>
</file>

<file path=ppt/tags/tag73.xml><?xml version="1.0" encoding="utf-8"?>
<p:tagLst xmlns:a="http://schemas.openxmlformats.org/drawingml/2006/main" xmlns:r="http://schemas.openxmlformats.org/officeDocument/2006/relationships" xmlns:p="http://schemas.openxmlformats.org/presentationml/2006/main">
  <p:tag name="AS_UNIQUEID" val="52"/>
</p:tagLst>
</file>

<file path=ppt/tags/tag74.xml><?xml version="1.0" encoding="utf-8"?>
<p:tagLst xmlns:a="http://schemas.openxmlformats.org/drawingml/2006/main" xmlns:r="http://schemas.openxmlformats.org/officeDocument/2006/relationships" xmlns:p="http://schemas.openxmlformats.org/presentationml/2006/main">
  <p:tag name="AS_UNIQUEID" val="53"/>
</p:tagLst>
</file>

<file path=ppt/tags/tag75.xml><?xml version="1.0" encoding="utf-8"?>
<p:tagLst xmlns:a="http://schemas.openxmlformats.org/drawingml/2006/main" xmlns:r="http://schemas.openxmlformats.org/officeDocument/2006/relationships" xmlns:p="http://schemas.openxmlformats.org/presentationml/2006/main">
  <p:tag name="AS_UNIQUEID" val="52"/>
</p:tagLst>
</file>

<file path=ppt/tags/tag76.xml><?xml version="1.0" encoding="utf-8"?>
<p:tagLst xmlns:a="http://schemas.openxmlformats.org/drawingml/2006/main" xmlns:r="http://schemas.openxmlformats.org/officeDocument/2006/relationships" xmlns:p="http://schemas.openxmlformats.org/presentationml/2006/main">
  <p:tag name="AS_UNIQUEID" val="53"/>
</p:tagLst>
</file>

<file path=ppt/tags/tag77.xml><?xml version="1.0" encoding="utf-8"?>
<p:tagLst xmlns:a="http://schemas.openxmlformats.org/drawingml/2006/main" xmlns:r="http://schemas.openxmlformats.org/officeDocument/2006/relationships" xmlns:p="http://schemas.openxmlformats.org/presentationml/2006/main">
  <p:tag name="AS_UNIQUEID" val="52"/>
</p:tagLst>
</file>

<file path=ppt/tags/tag78.xml><?xml version="1.0" encoding="utf-8"?>
<p:tagLst xmlns:a="http://schemas.openxmlformats.org/drawingml/2006/main" xmlns:r="http://schemas.openxmlformats.org/officeDocument/2006/relationships" xmlns:p="http://schemas.openxmlformats.org/presentationml/2006/main">
  <p:tag name="AS_UNIQUEID" val="53"/>
</p:tagLst>
</file>

<file path=ppt/tags/tag79.xml><?xml version="1.0" encoding="utf-8"?>
<p:tagLst xmlns:a="http://schemas.openxmlformats.org/drawingml/2006/main" xmlns:r="http://schemas.openxmlformats.org/officeDocument/2006/relationships" xmlns:p="http://schemas.openxmlformats.org/presentationml/2006/main">
  <p:tag name="AS_UNIQUEID" val="52"/>
</p:tagLst>
</file>

<file path=ppt/tags/tag80.xml><?xml version="1.0" encoding="utf-8"?>
<p:tagLst xmlns:a="http://schemas.openxmlformats.org/drawingml/2006/main" xmlns:r="http://schemas.openxmlformats.org/officeDocument/2006/relationships" xmlns:p="http://schemas.openxmlformats.org/presentationml/2006/main">
  <p:tag name="AS_UNIQUEID" val="53"/>
</p:tagLst>
</file>

<file path=ppt/tags/tag81.xml><?xml version="1.0" encoding="utf-8"?>
<p:tagLst xmlns:a="http://schemas.openxmlformats.org/drawingml/2006/main" xmlns:r="http://schemas.openxmlformats.org/officeDocument/2006/relationships" xmlns:p="http://schemas.openxmlformats.org/presentationml/2006/main">
  <p:tag name="AS_UNIQUEID" val="52"/>
</p:tagLst>
</file>

<file path=ppt/tags/tag82.xml><?xml version="1.0" encoding="utf-8"?>
<p:tagLst xmlns:a="http://schemas.openxmlformats.org/drawingml/2006/main" xmlns:r="http://schemas.openxmlformats.org/officeDocument/2006/relationships" xmlns:p="http://schemas.openxmlformats.org/presentationml/2006/main">
  <p:tag name="AS_UNIQUEID" val="53"/>
</p:tagLst>
</file>

<file path=ppt/tags/tag83.xml><?xml version="1.0" encoding="utf-8"?>
<p:tagLst xmlns:a="http://schemas.openxmlformats.org/drawingml/2006/main" xmlns:r="http://schemas.openxmlformats.org/officeDocument/2006/relationships" xmlns:p="http://schemas.openxmlformats.org/presentationml/2006/main">
  <p:tag name="AS_UNIQUEID" val="52"/>
</p:tagLst>
</file>

<file path=ppt/tags/tag84.xml><?xml version="1.0" encoding="utf-8"?>
<p:tagLst xmlns:a="http://schemas.openxmlformats.org/drawingml/2006/main" xmlns:r="http://schemas.openxmlformats.org/officeDocument/2006/relationships" xmlns:p="http://schemas.openxmlformats.org/presentationml/2006/main">
  <p:tag name="AS_UNIQUEID" val="53"/>
</p:tagLst>
</file>

<file path=ppt/tags/tag85.xml><?xml version="1.0" encoding="utf-8"?>
<p:tagLst xmlns:a="http://schemas.openxmlformats.org/drawingml/2006/main" xmlns:r="http://schemas.openxmlformats.org/officeDocument/2006/relationships" xmlns:p="http://schemas.openxmlformats.org/presentationml/2006/main">
  <p:tag name="AS_UNIQUEID" val="52"/>
</p:tagLst>
</file>

<file path=ppt/tags/tag86.xml><?xml version="1.0" encoding="utf-8"?>
<p:tagLst xmlns:a="http://schemas.openxmlformats.org/drawingml/2006/main" xmlns:r="http://schemas.openxmlformats.org/officeDocument/2006/relationships" xmlns:p="http://schemas.openxmlformats.org/presentationml/2006/main">
  <p:tag name="AS_UNIQUEID" val="53"/>
</p:tagLst>
</file>

<file path=ppt/tags/tag87.xml><?xml version="1.0" encoding="utf-8"?>
<p:tagLst xmlns:a="http://schemas.openxmlformats.org/drawingml/2006/main" xmlns:r="http://schemas.openxmlformats.org/officeDocument/2006/relationships" xmlns:p="http://schemas.openxmlformats.org/presentationml/2006/main">
  <p:tag name="AS_UNIQUEID" val="52"/>
</p:tagLst>
</file>

<file path=ppt/tags/tag88.xml><?xml version="1.0" encoding="utf-8"?>
<p:tagLst xmlns:a="http://schemas.openxmlformats.org/drawingml/2006/main" xmlns:r="http://schemas.openxmlformats.org/officeDocument/2006/relationships" xmlns:p="http://schemas.openxmlformats.org/presentationml/2006/main">
  <p:tag name="AS_UNIQUEID" val="53"/>
</p:tagLst>
</file>

<file path=ppt/tags/tag89.xml><?xml version="1.0" encoding="utf-8"?>
<p:tagLst xmlns:a="http://schemas.openxmlformats.org/drawingml/2006/main" xmlns:r="http://schemas.openxmlformats.org/officeDocument/2006/relationships" xmlns:p="http://schemas.openxmlformats.org/presentationml/2006/main">
  <p:tag name="AS_UNIQUEID" val="52"/>
</p:tagLst>
</file>

<file path=ppt/tags/tag90.xml><?xml version="1.0" encoding="utf-8"?>
<p:tagLst xmlns:a="http://schemas.openxmlformats.org/drawingml/2006/main" xmlns:r="http://schemas.openxmlformats.org/officeDocument/2006/relationships" xmlns:p="http://schemas.openxmlformats.org/presentationml/2006/main">
  <p:tag name="AS_UNIQUEID" val="53"/>
</p:tagLst>
</file>

<file path=ppt/tags/tag91.xml><?xml version="1.0" encoding="utf-8"?>
<p:tagLst xmlns:a="http://schemas.openxmlformats.org/drawingml/2006/main" xmlns:r="http://schemas.openxmlformats.org/officeDocument/2006/relationships" xmlns:p="http://schemas.openxmlformats.org/presentationml/2006/main">
  <p:tag name="AS_UNIQUEID" val="52"/>
</p:tagLst>
</file>

<file path=ppt/tags/tag92.xml><?xml version="1.0" encoding="utf-8"?>
<p:tagLst xmlns:a="http://schemas.openxmlformats.org/drawingml/2006/main" xmlns:r="http://schemas.openxmlformats.org/officeDocument/2006/relationships" xmlns:p="http://schemas.openxmlformats.org/presentationml/2006/main">
  <p:tag name="AS_UNIQUEID" val="53"/>
</p:tagLst>
</file>

<file path=ppt/tags/tag93.xml><?xml version="1.0" encoding="utf-8"?>
<p:tagLst xmlns:a="http://schemas.openxmlformats.org/drawingml/2006/main" xmlns:r="http://schemas.openxmlformats.org/officeDocument/2006/relationships" xmlns:p="http://schemas.openxmlformats.org/presentationml/2006/main">
  <p:tag name="AS_UNIQUEID" val="52"/>
</p:tagLst>
</file>

<file path=ppt/tags/tag94.xml><?xml version="1.0" encoding="utf-8"?>
<p:tagLst xmlns:a="http://schemas.openxmlformats.org/drawingml/2006/main" xmlns:r="http://schemas.openxmlformats.org/officeDocument/2006/relationships" xmlns:p="http://schemas.openxmlformats.org/presentationml/2006/main">
  <p:tag name="AS_UNIQUEID" val="53"/>
</p:tagLst>
</file>

<file path=ppt/tags/tag95.xml><?xml version="1.0" encoding="utf-8"?>
<p:tagLst xmlns:a="http://schemas.openxmlformats.org/drawingml/2006/main" xmlns:r="http://schemas.openxmlformats.org/officeDocument/2006/relationships" xmlns:p="http://schemas.openxmlformats.org/presentationml/2006/main">
  <p:tag name="AS_UNIQUEID" val="52"/>
</p:tagLst>
</file>

<file path=ppt/tags/tag96.xml><?xml version="1.0" encoding="utf-8"?>
<p:tagLst xmlns:a="http://schemas.openxmlformats.org/drawingml/2006/main" xmlns:r="http://schemas.openxmlformats.org/officeDocument/2006/relationships" xmlns:p="http://schemas.openxmlformats.org/presentationml/2006/main">
  <p:tag name="AS_UNIQUEID" val="53"/>
</p:tagLst>
</file>

<file path=ppt/tags/tag97.xml><?xml version="1.0" encoding="utf-8"?>
<p:tagLst xmlns:a="http://schemas.openxmlformats.org/drawingml/2006/main" xmlns:r="http://schemas.openxmlformats.org/officeDocument/2006/relationships" xmlns:p="http://schemas.openxmlformats.org/presentationml/2006/main">
  <p:tag name="AS_UNIQUEID" val="52"/>
</p:tagLst>
</file>

<file path=ppt/tags/tag98.xml><?xml version="1.0" encoding="utf-8"?>
<p:tagLst xmlns:a="http://schemas.openxmlformats.org/drawingml/2006/main" xmlns:r="http://schemas.openxmlformats.org/officeDocument/2006/relationships" xmlns:p="http://schemas.openxmlformats.org/presentationml/2006/main">
  <p:tag name="AS_UNIQUEID" val="53"/>
</p:tagLst>
</file>

<file path=ppt/tags/tag99.xml><?xml version="1.0" encoding="utf-8"?>
<p:tagLst xmlns:a="http://schemas.openxmlformats.org/drawingml/2006/main" xmlns:r="http://schemas.openxmlformats.org/officeDocument/2006/relationships" xmlns:p="http://schemas.openxmlformats.org/presentationml/2006/main">
  <p:tag name="AS_UNIQUEID" val="52"/>
</p:tagLst>
</file>

<file path=ppt/tags/tag100.xml><?xml version="1.0" encoding="utf-8"?>
<p:tagLst xmlns:a="http://schemas.openxmlformats.org/drawingml/2006/main" xmlns:r="http://schemas.openxmlformats.org/officeDocument/2006/relationships" xmlns:p="http://schemas.openxmlformats.org/presentationml/2006/main">
  <p:tag name="AS_UNIQUEID" val="53"/>
</p:tagLst>
</file>

<file path=ppt/tags/tag101.xml><?xml version="1.0" encoding="utf-8"?>
<p:tagLst xmlns:a="http://schemas.openxmlformats.org/drawingml/2006/main" xmlns:r="http://schemas.openxmlformats.org/officeDocument/2006/relationships" xmlns:p="http://schemas.openxmlformats.org/presentationml/2006/main">
  <p:tag name="AS_UNIQUEID" val="52"/>
</p:tagLst>
</file>

<file path=ppt/tags/tag102.xml><?xml version="1.0" encoding="utf-8"?>
<p:tagLst xmlns:a="http://schemas.openxmlformats.org/drawingml/2006/main" xmlns:r="http://schemas.openxmlformats.org/officeDocument/2006/relationships" xmlns:p="http://schemas.openxmlformats.org/presentationml/2006/main">
  <p:tag name="AS_UNIQUEID" val="53"/>
</p:tagLst>
</file>

<file path=ppt/tags/tag103.xml><?xml version="1.0" encoding="utf-8"?>
<p:tagLst xmlns:a="http://schemas.openxmlformats.org/drawingml/2006/main" xmlns:r="http://schemas.openxmlformats.org/officeDocument/2006/relationships" xmlns:p="http://schemas.openxmlformats.org/presentationml/2006/main">
  <p:tag name="AS_UNIQUEID" val="52"/>
</p:tagLst>
</file>

<file path=ppt/tags/tag104.xml><?xml version="1.0" encoding="utf-8"?>
<p:tagLst xmlns:a="http://schemas.openxmlformats.org/drawingml/2006/main" xmlns:r="http://schemas.openxmlformats.org/officeDocument/2006/relationships" xmlns:p="http://schemas.openxmlformats.org/presentationml/2006/main">
  <p:tag name="AS_UNIQUEID" val="53"/>
</p:tagLst>
</file>

<file path=ppt/tags/tag105.xml><?xml version="1.0" encoding="utf-8"?>
<p:tagLst xmlns:a="http://schemas.openxmlformats.org/drawingml/2006/main" xmlns:r="http://schemas.openxmlformats.org/officeDocument/2006/relationships" xmlns:p="http://schemas.openxmlformats.org/presentationml/2006/main">
  <p:tag name="AS_UNIQUEID" val="52"/>
</p:tagLst>
</file>

<file path=ppt/tags/tag106.xml><?xml version="1.0" encoding="utf-8"?>
<p:tagLst xmlns:a="http://schemas.openxmlformats.org/drawingml/2006/main" xmlns:r="http://schemas.openxmlformats.org/officeDocument/2006/relationships" xmlns:p="http://schemas.openxmlformats.org/presentationml/2006/main">
  <p:tag name="AS_UNIQUEID" val="53"/>
</p:tagLst>
</file>

<file path=ppt/tags/tag107.xml><?xml version="1.0" encoding="utf-8"?>
<p:tagLst xmlns:a="http://schemas.openxmlformats.org/drawingml/2006/main" xmlns:r="http://schemas.openxmlformats.org/officeDocument/2006/relationships" xmlns:p="http://schemas.openxmlformats.org/presentationml/2006/main">
  <p:tag name="AS_UNIQUEID" val="52"/>
</p:tagLst>
</file>

<file path=ppt/tags/tag108.xml><?xml version="1.0" encoding="utf-8"?>
<p:tagLst xmlns:a="http://schemas.openxmlformats.org/drawingml/2006/main" xmlns:r="http://schemas.openxmlformats.org/officeDocument/2006/relationships" xmlns:p="http://schemas.openxmlformats.org/presentationml/2006/main">
  <p:tag name="AS_UNIQUEID" val="53"/>
</p:tagLst>
</file>

<file path=ppt/tags/tag109.xml><?xml version="1.0" encoding="utf-8"?>
<p:tagLst xmlns:a="http://schemas.openxmlformats.org/drawingml/2006/main" xmlns:r="http://schemas.openxmlformats.org/officeDocument/2006/relationships" xmlns:p="http://schemas.openxmlformats.org/presentationml/2006/main">
  <p:tag name="AS_UNIQUEID" val="52"/>
</p:tagLst>
</file>

<file path=ppt/tags/tag110.xml><?xml version="1.0" encoding="utf-8"?>
<p:tagLst xmlns:a="http://schemas.openxmlformats.org/drawingml/2006/main" xmlns:r="http://schemas.openxmlformats.org/officeDocument/2006/relationships" xmlns:p="http://schemas.openxmlformats.org/presentationml/2006/main">
  <p:tag name="AS_UNIQUEID" val="53"/>
</p:tagLst>
</file>

<file path=ppt/tags/tag111.xml><?xml version="1.0" encoding="utf-8"?>
<p:tagLst xmlns:a="http://schemas.openxmlformats.org/drawingml/2006/main" xmlns:r="http://schemas.openxmlformats.org/officeDocument/2006/relationships" xmlns:p="http://schemas.openxmlformats.org/presentationml/2006/main">
  <p:tag name="AS_UNIQUEID" val="52"/>
</p:tagLst>
</file>

<file path=ppt/tags/tag112.xml><?xml version="1.0" encoding="utf-8"?>
<p:tagLst xmlns:a="http://schemas.openxmlformats.org/drawingml/2006/main" xmlns:r="http://schemas.openxmlformats.org/officeDocument/2006/relationships" xmlns:p="http://schemas.openxmlformats.org/presentationml/2006/main">
  <p:tag name="AS_UNIQUEID" val="53"/>
</p:tagLst>
</file>

<file path=ppt/tags/tag113.xml><?xml version="1.0" encoding="utf-8"?>
<p:tagLst xmlns:a="http://schemas.openxmlformats.org/drawingml/2006/main" xmlns:r="http://schemas.openxmlformats.org/officeDocument/2006/relationships" xmlns:p="http://schemas.openxmlformats.org/presentationml/2006/main">
  <p:tag name="AS_UNIQUEID" val="52"/>
</p:tagLst>
</file>

<file path=ppt/tags/tag114.xml><?xml version="1.0" encoding="utf-8"?>
<p:tagLst xmlns:a="http://schemas.openxmlformats.org/drawingml/2006/main" xmlns:r="http://schemas.openxmlformats.org/officeDocument/2006/relationships" xmlns:p="http://schemas.openxmlformats.org/presentationml/2006/main">
  <p:tag name="AS_UNIQUEID" val="53"/>
</p:tagLst>
</file>

<file path=ppt/tags/tag115.xml><?xml version="1.0" encoding="utf-8"?>
<p:tagLst xmlns:a="http://schemas.openxmlformats.org/drawingml/2006/main" xmlns:r="http://schemas.openxmlformats.org/officeDocument/2006/relationships" xmlns:p="http://schemas.openxmlformats.org/presentationml/2006/main">
  <p:tag name="AS_UNIQUEID" val="52"/>
</p:tagLst>
</file>

<file path=ppt/tags/tag116.xml><?xml version="1.0" encoding="utf-8"?>
<p:tagLst xmlns:a="http://schemas.openxmlformats.org/drawingml/2006/main" xmlns:r="http://schemas.openxmlformats.org/officeDocument/2006/relationships" xmlns:p="http://schemas.openxmlformats.org/presentationml/2006/main">
  <p:tag name="AS_UNIQUEID" val="53"/>
</p:tagLst>
</file>

<file path=ppt/tags/tag117.xml><?xml version="1.0" encoding="utf-8"?>
<p:tagLst xmlns:a="http://schemas.openxmlformats.org/drawingml/2006/main" xmlns:r="http://schemas.openxmlformats.org/officeDocument/2006/relationships" xmlns:p="http://schemas.openxmlformats.org/presentationml/2006/main">
  <p:tag name="AS_UNIQUEID" val="52"/>
</p:tagLst>
</file>

<file path=ppt/tags/tag118.xml><?xml version="1.0" encoding="utf-8"?>
<p:tagLst xmlns:a="http://schemas.openxmlformats.org/drawingml/2006/main" xmlns:r="http://schemas.openxmlformats.org/officeDocument/2006/relationships" xmlns:p="http://schemas.openxmlformats.org/presentationml/2006/main">
  <p:tag name="AS_UNIQUEID" val="53"/>
</p:tagLst>
</file>

<file path=ppt/tags/tag119.xml><?xml version="1.0" encoding="utf-8"?>
<p:tagLst xmlns:a="http://schemas.openxmlformats.org/drawingml/2006/main" xmlns:r="http://schemas.openxmlformats.org/officeDocument/2006/relationships" xmlns:p="http://schemas.openxmlformats.org/presentationml/2006/main">
  <p:tag name="AS_UNIQUEID" val="52"/>
</p:tagLst>
</file>

<file path=ppt/tags/tag120.xml><?xml version="1.0" encoding="utf-8"?>
<p:tagLst xmlns:a="http://schemas.openxmlformats.org/drawingml/2006/main" xmlns:r="http://schemas.openxmlformats.org/officeDocument/2006/relationships" xmlns:p="http://schemas.openxmlformats.org/presentationml/2006/main">
  <p:tag name="AS_UNIQUEID" val="53"/>
</p:tagLst>
</file>

<file path=ppt/tags/tag121.xml><?xml version="1.0" encoding="utf-8"?>
<p:tagLst xmlns:a="http://schemas.openxmlformats.org/drawingml/2006/main" xmlns:r="http://schemas.openxmlformats.org/officeDocument/2006/relationships" xmlns:p="http://schemas.openxmlformats.org/presentationml/2006/main">
  <p:tag name="AS_UNIQUEID" val="52"/>
</p:tagLst>
</file>

<file path=ppt/tags/tag122.xml><?xml version="1.0" encoding="utf-8"?>
<p:tagLst xmlns:a="http://schemas.openxmlformats.org/drawingml/2006/main" xmlns:r="http://schemas.openxmlformats.org/officeDocument/2006/relationships" xmlns:p="http://schemas.openxmlformats.org/presentationml/2006/main">
  <p:tag name="AS_UNIQUEID" val="53"/>
</p:tagLst>
</file>

<file path=ppt/tags/tag123.xml><?xml version="1.0" encoding="utf-8"?>
<p:tagLst xmlns:a="http://schemas.openxmlformats.org/drawingml/2006/main" xmlns:r="http://schemas.openxmlformats.org/officeDocument/2006/relationships" xmlns:p="http://schemas.openxmlformats.org/presentationml/2006/main">
  <p:tag name="AS_UNIQUEID" val="52"/>
</p:tagLst>
</file>

<file path=ppt/tags/tag124.xml><?xml version="1.0" encoding="utf-8"?>
<p:tagLst xmlns:a="http://schemas.openxmlformats.org/drawingml/2006/main" xmlns:r="http://schemas.openxmlformats.org/officeDocument/2006/relationships" xmlns:p="http://schemas.openxmlformats.org/presentationml/2006/main">
  <p:tag name="AS_UNIQUEID" val="53"/>
</p:tagLst>
</file>

<file path=ppt/tags/tag125.xml><?xml version="1.0" encoding="utf-8"?>
<p:tagLst xmlns:a="http://schemas.openxmlformats.org/drawingml/2006/main" xmlns:r="http://schemas.openxmlformats.org/officeDocument/2006/relationships" xmlns:p="http://schemas.openxmlformats.org/presentationml/2006/main">
  <p:tag name="AS_UNIQUEID" val="52"/>
</p:tagLst>
</file>

<file path=ppt/tags/tag126.xml><?xml version="1.0" encoding="utf-8"?>
<p:tagLst xmlns:a="http://schemas.openxmlformats.org/drawingml/2006/main" xmlns:r="http://schemas.openxmlformats.org/officeDocument/2006/relationships" xmlns:p="http://schemas.openxmlformats.org/presentationml/2006/main">
  <p:tag name="AS_UNIQUEID" val="53"/>
</p:tagLst>
</file>

<file path=ppt/tags/tag127.xml><?xml version="1.0" encoding="utf-8"?>
<p:tagLst xmlns:a="http://schemas.openxmlformats.org/drawingml/2006/main" xmlns:r="http://schemas.openxmlformats.org/officeDocument/2006/relationships" xmlns:p="http://schemas.openxmlformats.org/presentationml/2006/main">
  <p:tag name="AS_UNIQUEID" val="52"/>
</p:tagLst>
</file>

<file path=ppt/tags/tag128.xml><?xml version="1.0" encoding="utf-8"?>
<p:tagLst xmlns:a="http://schemas.openxmlformats.org/drawingml/2006/main" xmlns:r="http://schemas.openxmlformats.org/officeDocument/2006/relationships" xmlns:p="http://schemas.openxmlformats.org/presentationml/2006/main">
  <p:tag name="AS_UNIQUEID" val="53"/>
</p:tagLst>
</file>

<file path=ppt/tags/tag129.xml><?xml version="1.0" encoding="utf-8"?>
<p:tagLst xmlns:a="http://schemas.openxmlformats.org/drawingml/2006/main" xmlns:r="http://schemas.openxmlformats.org/officeDocument/2006/relationships" xmlns:p="http://schemas.openxmlformats.org/presentationml/2006/main">
  <p:tag name="AS_UNIQUEID" val="52"/>
</p:tagLst>
</file>

<file path=ppt/tags/tag130.xml><?xml version="1.0" encoding="utf-8"?>
<p:tagLst xmlns:a="http://schemas.openxmlformats.org/drawingml/2006/main" xmlns:r="http://schemas.openxmlformats.org/officeDocument/2006/relationships" xmlns:p="http://schemas.openxmlformats.org/presentationml/2006/main">
  <p:tag name="AS_UNIQUEID" val="53"/>
</p:tagLst>
</file>

<file path=ppt/tags/tag131.xml><?xml version="1.0" encoding="utf-8"?>
<p:tagLst xmlns:a="http://schemas.openxmlformats.org/drawingml/2006/main" xmlns:r="http://schemas.openxmlformats.org/officeDocument/2006/relationships" xmlns:p="http://schemas.openxmlformats.org/presentationml/2006/main">
  <p:tag name="AS_UNIQUEID" val="52"/>
</p:tagLst>
</file>

<file path=ppt/tags/tag132.xml><?xml version="1.0" encoding="utf-8"?>
<p:tagLst xmlns:a="http://schemas.openxmlformats.org/drawingml/2006/main" xmlns:r="http://schemas.openxmlformats.org/officeDocument/2006/relationships" xmlns:p="http://schemas.openxmlformats.org/presentationml/2006/main">
  <p:tag name="AS_UNIQUEID" val="53"/>
</p:tagLst>
</file>

<file path=ppt/tags/tag133.xml><?xml version="1.0" encoding="utf-8"?>
<p:tagLst xmlns:a="http://schemas.openxmlformats.org/drawingml/2006/main" xmlns:r="http://schemas.openxmlformats.org/officeDocument/2006/relationships" xmlns:p="http://schemas.openxmlformats.org/presentationml/2006/main">
  <p:tag name="AS_UNIQUEID" val="52"/>
</p:tagLst>
</file>

<file path=ppt/tags/tag134.xml><?xml version="1.0" encoding="utf-8"?>
<p:tagLst xmlns:a="http://schemas.openxmlformats.org/drawingml/2006/main" xmlns:r="http://schemas.openxmlformats.org/officeDocument/2006/relationships" xmlns:p="http://schemas.openxmlformats.org/presentationml/2006/main">
  <p:tag name="AS_UNIQUEID" val="53"/>
</p:tagLst>
</file>

<file path=ppt/tags/tag135.xml><?xml version="1.0" encoding="utf-8"?>
<p:tagLst xmlns:a="http://schemas.openxmlformats.org/drawingml/2006/main" xmlns:r="http://schemas.openxmlformats.org/officeDocument/2006/relationships" xmlns:p="http://schemas.openxmlformats.org/presentationml/2006/main">
  <p:tag name="AS_UNIQUEID" val="52"/>
</p:tagLst>
</file>

<file path=ppt/tags/tag136.xml><?xml version="1.0" encoding="utf-8"?>
<p:tagLst xmlns:a="http://schemas.openxmlformats.org/drawingml/2006/main" xmlns:r="http://schemas.openxmlformats.org/officeDocument/2006/relationships" xmlns:p="http://schemas.openxmlformats.org/presentationml/2006/main">
  <p:tag name="AS_UNIQUEID" val="53"/>
</p:tagLst>
</file>

<file path=ppt/tags/tag137.xml><?xml version="1.0" encoding="utf-8"?>
<p:tagLst xmlns:a="http://schemas.openxmlformats.org/drawingml/2006/main" xmlns:r="http://schemas.openxmlformats.org/officeDocument/2006/relationships" xmlns:p="http://schemas.openxmlformats.org/presentationml/2006/main">
  <p:tag name="AS_UNIQUEID" val="52"/>
</p:tagLst>
</file>

<file path=ppt/tags/tag138.xml><?xml version="1.0" encoding="utf-8"?>
<p:tagLst xmlns:a="http://schemas.openxmlformats.org/drawingml/2006/main" xmlns:r="http://schemas.openxmlformats.org/officeDocument/2006/relationships" xmlns:p="http://schemas.openxmlformats.org/presentationml/2006/main">
  <p:tag name="AS_UNIQUEID" val="53"/>
</p:tagLst>
</file>

<file path=ppt/tags/tag139.xml><?xml version="1.0" encoding="utf-8"?>
<p:tagLst xmlns:a="http://schemas.openxmlformats.org/drawingml/2006/main" xmlns:r="http://schemas.openxmlformats.org/officeDocument/2006/relationships" xmlns:p="http://schemas.openxmlformats.org/presentationml/2006/main">
  <p:tag name="AS_UNIQUEID" val="52"/>
</p:tagLst>
</file>

<file path=ppt/tags/tag140.xml><?xml version="1.0" encoding="utf-8"?>
<p:tagLst xmlns:a="http://schemas.openxmlformats.org/drawingml/2006/main" xmlns:r="http://schemas.openxmlformats.org/officeDocument/2006/relationships" xmlns:p="http://schemas.openxmlformats.org/presentationml/2006/main">
  <p:tag name="AS_UNIQUEID" val="53"/>
</p:tagLst>
</file>

<file path=ppt/tags/tag141.xml><?xml version="1.0" encoding="utf-8"?>
<p:tagLst xmlns:a="http://schemas.openxmlformats.org/drawingml/2006/main" xmlns:r="http://schemas.openxmlformats.org/officeDocument/2006/relationships" xmlns:p="http://schemas.openxmlformats.org/presentationml/2006/main">
  <p:tag name="AS_UNIQUEID" val="52"/>
</p:tagLst>
</file>

<file path=ppt/tags/tag142.xml><?xml version="1.0" encoding="utf-8"?>
<p:tagLst xmlns:a="http://schemas.openxmlformats.org/drawingml/2006/main" xmlns:r="http://schemas.openxmlformats.org/officeDocument/2006/relationships" xmlns:p="http://schemas.openxmlformats.org/presentationml/2006/main">
  <p:tag name="AS_UNIQUEID" val="53"/>
</p:tagLst>
</file>

<file path=ppt/tags/tag143.xml><?xml version="1.0" encoding="utf-8"?>
<p:tagLst xmlns:a="http://schemas.openxmlformats.org/drawingml/2006/main" xmlns:r="http://schemas.openxmlformats.org/officeDocument/2006/relationships" xmlns:p="http://schemas.openxmlformats.org/presentationml/2006/main">
  <p:tag name="AS_UNIQUEID" val="52"/>
</p:tagLst>
</file>

<file path=ppt/tags/tag144.xml><?xml version="1.0" encoding="utf-8"?>
<p:tagLst xmlns:a="http://schemas.openxmlformats.org/drawingml/2006/main" xmlns:r="http://schemas.openxmlformats.org/officeDocument/2006/relationships" xmlns:p="http://schemas.openxmlformats.org/presentationml/2006/main">
  <p:tag name="AS_UNIQUEID" val="53"/>
</p:tagLst>
</file>

<file path=ppt/tags/tag145.xml><?xml version="1.0" encoding="utf-8"?>
<p:tagLst xmlns:a="http://schemas.openxmlformats.org/drawingml/2006/main" xmlns:r="http://schemas.openxmlformats.org/officeDocument/2006/relationships" xmlns:p="http://schemas.openxmlformats.org/presentationml/2006/main">
  <p:tag name="AS_UNIQUEID" val="52"/>
</p:tagLst>
</file>

<file path=ppt/tags/tag146.xml><?xml version="1.0" encoding="utf-8"?>
<p:tagLst xmlns:a="http://schemas.openxmlformats.org/drawingml/2006/main" xmlns:r="http://schemas.openxmlformats.org/officeDocument/2006/relationships" xmlns:p="http://schemas.openxmlformats.org/presentationml/2006/main">
  <p:tag name="AS_UNIQUEID" val="53"/>
</p:tagLst>
</file>

<file path=ppt/tags/tag147.xml><?xml version="1.0" encoding="utf-8"?>
<p:tagLst xmlns:a="http://schemas.openxmlformats.org/drawingml/2006/main" xmlns:r="http://schemas.openxmlformats.org/officeDocument/2006/relationships" xmlns:p="http://schemas.openxmlformats.org/presentationml/2006/main">
  <p:tag name="AS_UNIQUEID" val="52"/>
</p:tagLst>
</file>

<file path=ppt/tags/tag148.xml><?xml version="1.0" encoding="utf-8"?>
<p:tagLst xmlns:a="http://schemas.openxmlformats.org/drawingml/2006/main" xmlns:r="http://schemas.openxmlformats.org/officeDocument/2006/relationships" xmlns:p="http://schemas.openxmlformats.org/presentationml/2006/main">
  <p:tag name="AS_UNIQUEID" val="53"/>
</p:tagLst>
</file>

<file path=ppt/tags/tag149.xml><?xml version="1.0" encoding="utf-8"?>
<p:tagLst xmlns:a="http://schemas.openxmlformats.org/drawingml/2006/main" xmlns:r="http://schemas.openxmlformats.org/officeDocument/2006/relationships" xmlns:p="http://schemas.openxmlformats.org/presentationml/2006/main">
  <p:tag name="AS_UNIQUEID" val="52"/>
</p:tagLst>
</file>

<file path=ppt/tags/tag150.xml><?xml version="1.0" encoding="utf-8"?>
<p:tagLst xmlns:a="http://schemas.openxmlformats.org/drawingml/2006/main" xmlns:r="http://schemas.openxmlformats.org/officeDocument/2006/relationships" xmlns:p="http://schemas.openxmlformats.org/presentationml/2006/main">
  <p:tag name="AS_UNIQUEID" val="5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4252</TotalTime>
  <Words>3921</Words>
  <Application>Microsoft Office PowerPoint</Application>
  <PresentationFormat>On-screen Show (4:3)</PresentationFormat>
  <Paragraphs>409</Paragraphs>
  <Slides>61</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Calibri</vt:lpstr>
      <vt:lpstr>Calibri Light</vt:lpstr>
      <vt:lpstr>Nunito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Kumar</dc:creator>
  <cp:lastModifiedBy>Gaurav Kumar</cp:lastModifiedBy>
  <cp:revision>188</cp:revision>
  <dcterms:created xsi:type="dcterms:W3CDTF">2024-08-22T07:30:41Z</dcterms:created>
  <dcterms:modified xsi:type="dcterms:W3CDTF">2026-07-22T04:12:55Z</dcterms:modified>
</cp:coreProperties>
</file>