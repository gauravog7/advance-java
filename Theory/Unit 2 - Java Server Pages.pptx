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2.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3.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4.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5.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6.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7.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8.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9.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0.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1.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2.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13.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14.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15.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6.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17.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8.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notesSlides/notesSlide19.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20.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21.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notesSlides/notesSlide22.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notesSlides/notesSlide23.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notesSlides/notesSlide24.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notesSlides/notesSlide25.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notesSlides/notesSlide26.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notesSlides/notesSlide27.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notesSlides/notesSlide28.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notesSlides/notesSlide29.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notesSlides/notesSlide30.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notesSlides/notesSlide31.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notesSlides/notesSlide32.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notesSlides/notesSlide33.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notesSlides/notesSlide34.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notesSlides/notesSlide35.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notesSlides/notesSlide36.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notesSlides/notesSlide37.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notesSlides/notesSlide38.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notesSlides/notesSlide39.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notesSlides/notesSlide40.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notesSlides/notesSlide41.xml" ContentType="application/vnd.openxmlformats-officedocument.presentationml.notesSlide+xml"/>
  <Override PartName="/ppt/tags/tag151.xml" ContentType="application/vnd.openxmlformats-officedocument.presentationml.tags+xml"/>
  <Override PartName="/ppt/tags/tag152.xml" ContentType="application/vnd.openxmlformats-officedocument.presentationml.tags+xml"/>
  <Override PartName="/ppt/notesSlides/notesSlide42.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notesSlides/notesSlide43.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notesSlides/notesSlide44.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notesSlides/notesSlide45.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notesSlides/notesSlide46.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notesSlides/notesSlide47.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notesSlides/notesSlide48.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notesSlides/notesSlide49.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notesSlides/notesSlide50.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notesSlides/notesSlide51.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notesSlides/notesSlide52.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notesSlides/notesSlide53.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notesSlides/notesSlide54.xml" ContentType="application/vnd.openxmlformats-officedocument.presentationml.notesSlide+xml"/>
  <Override PartName="/ppt/tags/tag177.xml" ContentType="application/vnd.openxmlformats-officedocument.presentationml.tags+xml"/>
  <Override PartName="/ppt/tags/tag178.xml" ContentType="application/vnd.openxmlformats-officedocument.presentationml.tags+xml"/>
  <Override PartName="/ppt/notesSlides/notesSlide55.xml" ContentType="application/vnd.openxmlformats-officedocument.presentationml.notesSlide+xml"/>
  <Override PartName="/ppt/tags/tag179.xml" ContentType="application/vnd.openxmlformats-officedocument.presentationml.tags+xml"/>
  <Override PartName="/ppt/tags/tag180.xml" ContentType="application/vnd.openxmlformats-officedocument.presentationml.tags+xml"/>
  <Override PartName="/ppt/notesSlides/notesSlide56.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notesSlides/notesSlide57.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notesSlides/notesSlide58.xml" ContentType="application/vnd.openxmlformats-officedocument.presentationml.notesSlide+xml"/>
  <Override PartName="/ppt/tags/tag185.xml" ContentType="application/vnd.openxmlformats-officedocument.presentationml.tags+xml"/>
  <Override PartName="/ppt/tags/tag186.xml" ContentType="application/vnd.openxmlformats-officedocument.presentationml.tags+xml"/>
  <Override PartName="/ppt/notesSlides/notesSlide59.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notesSlides/notesSlide60.xml" ContentType="application/vnd.openxmlformats-officedocument.presentationml.notesSlide+xml"/>
  <Override PartName="/ppt/tags/tag189.xml" ContentType="application/vnd.openxmlformats-officedocument.presentationml.tags+xml"/>
  <Override PartName="/ppt/tags/tag190.xml" ContentType="application/vnd.openxmlformats-officedocument.presentationml.tags+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8"/>
  </p:notesMasterIdLst>
  <p:sldIdLst>
    <p:sldId id="256" r:id="rId2"/>
    <p:sldId id="323" r:id="rId3"/>
    <p:sldId id="324" r:id="rId4"/>
    <p:sldId id="428" r:id="rId5"/>
    <p:sldId id="325" r:id="rId6"/>
    <p:sldId id="390" r:id="rId7"/>
    <p:sldId id="326" r:id="rId8"/>
    <p:sldId id="391" r:id="rId9"/>
    <p:sldId id="329" r:id="rId10"/>
    <p:sldId id="330" r:id="rId11"/>
    <p:sldId id="331" r:id="rId12"/>
    <p:sldId id="333" r:id="rId13"/>
    <p:sldId id="429" r:id="rId14"/>
    <p:sldId id="430" r:id="rId15"/>
    <p:sldId id="431" r:id="rId16"/>
    <p:sldId id="432" r:id="rId17"/>
    <p:sldId id="340" r:id="rId18"/>
    <p:sldId id="341" r:id="rId19"/>
    <p:sldId id="342" r:id="rId20"/>
    <p:sldId id="335" r:id="rId21"/>
    <p:sldId id="336" r:id="rId22"/>
    <p:sldId id="337" r:id="rId23"/>
    <p:sldId id="338" r:id="rId24"/>
    <p:sldId id="350" r:id="rId25"/>
    <p:sldId id="351" r:id="rId26"/>
    <p:sldId id="352" r:id="rId27"/>
    <p:sldId id="392" r:id="rId28"/>
    <p:sldId id="433" r:id="rId29"/>
    <p:sldId id="434" r:id="rId30"/>
    <p:sldId id="396" r:id="rId31"/>
    <p:sldId id="394" r:id="rId32"/>
    <p:sldId id="393" r:id="rId33"/>
    <p:sldId id="397" r:id="rId34"/>
    <p:sldId id="401" r:id="rId35"/>
    <p:sldId id="398" r:id="rId36"/>
    <p:sldId id="399" r:id="rId37"/>
    <p:sldId id="402" r:id="rId38"/>
    <p:sldId id="403" r:id="rId39"/>
    <p:sldId id="407" r:id="rId40"/>
    <p:sldId id="406" r:id="rId41"/>
    <p:sldId id="435" r:id="rId42"/>
    <p:sldId id="436" r:id="rId43"/>
    <p:sldId id="413" r:id="rId44"/>
    <p:sldId id="438" r:id="rId45"/>
    <p:sldId id="437" r:id="rId46"/>
    <p:sldId id="439" r:id="rId47"/>
    <p:sldId id="416" r:id="rId48"/>
    <p:sldId id="412" r:id="rId49"/>
    <p:sldId id="411" r:id="rId50"/>
    <p:sldId id="440" r:id="rId51"/>
    <p:sldId id="418" r:id="rId52"/>
    <p:sldId id="441" r:id="rId53"/>
    <p:sldId id="405" r:id="rId54"/>
    <p:sldId id="421" r:id="rId55"/>
    <p:sldId id="442" r:id="rId56"/>
    <p:sldId id="443" r:id="rId57"/>
    <p:sldId id="444" r:id="rId58"/>
    <p:sldId id="445" r:id="rId59"/>
    <p:sldId id="446" r:id="rId60"/>
    <p:sldId id="447" r:id="rId61"/>
    <p:sldId id="448" r:id="rId62"/>
    <p:sldId id="449" r:id="rId63"/>
    <p:sldId id="450" r:id="rId64"/>
    <p:sldId id="451" r:id="rId65"/>
    <p:sldId id="453" r:id="rId66"/>
    <p:sldId id="452" r:id="rId67"/>
    <p:sldId id="454" r:id="rId68"/>
    <p:sldId id="455" r:id="rId69"/>
    <p:sldId id="456" r:id="rId70"/>
    <p:sldId id="422" r:id="rId71"/>
    <p:sldId id="457" r:id="rId72"/>
    <p:sldId id="423" r:id="rId73"/>
    <p:sldId id="424" r:id="rId74"/>
    <p:sldId id="425" r:id="rId75"/>
    <p:sldId id="426" r:id="rId76"/>
    <p:sldId id="427" r:id="rId7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152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0A5DF9-C080-40DF-AEA1-F94EF514F022}" type="datetimeFigureOut">
              <a:rPr lang="en-IN" smtClean="0"/>
              <a:t>19-08-2026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D50827-86A0-43E8-81BB-EFC33F46E68C}" type="slidenum">
              <a:rPr lang="en-IN" smtClean="0"/>
              <a:t>‹#›</a:t>
            </a:fld>
            <a:endParaRPr lang="en-IN"/>
          </a:p>
        </p:txBody>
      </p:sp>
    </p:spTree>
    <p:extLst>
      <p:ext uri="{BB962C8B-B14F-4D97-AF65-F5344CB8AC3E}">
        <p14:creationId xmlns:p14="http://schemas.microsoft.com/office/powerpoint/2010/main" val="3441764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E8582-AFCD-D6F9-A001-3E1B0F1EA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E44FDA-8535-CDAE-4023-09212B644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A4DB6-3C41-C400-AD8D-C4C1F6CF02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DC3AF5F-23AD-A87F-510B-D7C61CB2B032}"/>
              </a:ext>
            </a:extLst>
          </p:cNvPr>
          <p:cNvSpPr>
            <a:spLocks noGrp="1"/>
          </p:cNvSpPr>
          <p:nvPr>
            <p:ph type="sldNum" sz="quarter" idx="5"/>
          </p:nvPr>
        </p:nvSpPr>
        <p:spPr/>
        <p:txBody>
          <a:bodyPr/>
          <a:lstStyle/>
          <a:p>
            <a:fld id="{91D50827-86A0-43E8-81BB-EFC33F46E68C}" type="slidenum">
              <a:rPr lang="en-IN" smtClean="0"/>
              <a:t>12</a:t>
            </a:fld>
            <a:endParaRPr lang="en-IN"/>
          </a:p>
        </p:txBody>
      </p:sp>
    </p:spTree>
    <p:extLst>
      <p:ext uri="{BB962C8B-B14F-4D97-AF65-F5344CB8AC3E}">
        <p14:creationId xmlns:p14="http://schemas.microsoft.com/office/powerpoint/2010/main" val="3647669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1D341-4CC9-AFB7-DDC5-82044A7A5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71EE3-4067-8893-CDE6-6505B8021D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FD01D-C3AC-C682-272F-D6497509D1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BABAAB1-926D-0C2D-0E91-92DF53259229}"/>
              </a:ext>
            </a:extLst>
          </p:cNvPr>
          <p:cNvSpPr>
            <a:spLocks noGrp="1"/>
          </p:cNvSpPr>
          <p:nvPr>
            <p:ph type="sldNum" sz="quarter" idx="5"/>
          </p:nvPr>
        </p:nvSpPr>
        <p:spPr/>
        <p:txBody>
          <a:bodyPr/>
          <a:lstStyle/>
          <a:p>
            <a:fld id="{91D50827-86A0-43E8-81BB-EFC33F46E68C}" type="slidenum">
              <a:rPr lang="en-IN" smtClean="0"/>
              <a:t>17</a:t>
            </a:fld>
            <a:endParaRPr lang="en-IN"/>
          </a:p>
        </p:txBody>
      </p:sp>
    </p:spTree>
    <p:extLst>
      <p:ext uri="{BB962C8B-B14F-4D97-AF65-F5344CB8AC3E}">
        <p14:creationId xmlns:p14="http://schemas.microsoft.com/office/powerpoint/2010/main" val="3411503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8CA74-9C12-F33E-F568-2731D5210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97F24A-F983-6883-9E8F-CA884EC6FC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6810A4-7143-26EF-4B30-CB62DA69B4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1280208-E226-0A84-F476-A9E1599D3738}"/>
              </a:ext>
            </a:extLst>
          </p:cNvPr>
          <p:cNvSpPr>
            <a:spLocks noGrp="1"/>
          </p:cNvSpPr>
          <p:nvPr>
            <p:ph type="sldNum" sz="quarter" idx="5"/>
          </p:nvPr>
        </p:nvSpPr>
        <p:spPr/>
        <p:txBody>
          <a:bodyPr/>
          <a:lstStyle/>
          <a:p>
            <a:fld id="{91D50827-86A0-43E8-81BB-EFC33F46E68C}" type="slidenum">
              <a:rPr lang="en-IN" smtClean="0"/>
              <a:t>18</a:t>
            </a:fld>
            <a:endParaRPr lang="en-IN"/>
          </a:p>
        </p:txBody>
      </p:sp>
    </p:spTree>
    <p:extLst>
      <p:ext uri="{BB962C8B-B14F-4D97-AF65-F5344CB8AC3E}">
        <p14:creationId xmlns:p14="http://schemas.microsoft.com/office/powerpoint/2010/main" val="1936971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9BEB7-5CE6-B71C-38E4-629FC58CE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635DE-FBAB-0CEF-1563-004D53315F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28123-D27A-BE53-3D95-B2E09B3AFF1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FDC2AF2-51A4-9641-F384-05AD4CCE5F5D}"/>
              </a:ext>
            </a:extLst>
          </p:cNvPr>
          <p:cNvSpPr>
            <a:spLocks noGrp="1"/>
          </p:cNvSpPr>
          <p:nvPr>
            <p:ph type="sldNum" sz="quarter" idx="5"/>
          </p:nvPr>
        </p:nvSpPr>
        <p:spPr/>
        <p:txBody>
          <a:bodyPr/>
          <a:lstStyle/>
          <a:p>
            <a:fld id="{91D50827-86A0-43E8-81BB-EFC33F46E68C}" type="slidenum">
              <a:rPr lang="en-IN" smtClean="0"/>
              <a:t>19</a:t>
            </a:fld>
            <a:endParaRPr lang="en-IN"/>
          </a:p>
        </p:txBody>
      </p:sp>
    </p:spTree>
    <p:extLst>
      <p:ext uri="{BB962C8B-B14F-4D97-AF65-F5344CB8AC3E}">
        <p14:creationId xmlns:p14="http://schemas.microsoft.com/office/powerpoint/2010/main" val="4225018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954C2-4E29-7B05-57F9-9E246CC69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301D9-5421-AE1D-924B-19BD2BC041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18806-8B63-A5BD-6FFA-3B7A5721F4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9E2F81-4F59-9FD6-307D-8C3B9273A663}"/>
              </a:ext>
            </a:extLst>
          </p:cNvPr>
          <p:cNvSpPr>
            <a:spLocks noGrp="1"/>
          </p:cNvSpPr>
          <p:nvPr>
            <p:ph type="sldNum" sz="quarter" idx="5"/>
          </p:nvPr>
        </p:nvSpPr>
        <p:spPr/>
        <p:txBody>
          <a:bodyPr/>
          <a:lstStyle/>
          <a:p>
            <a:fld id="{91D50827-86A0-43E8-81BB-EFC33F46E68C}" type="slidenum">
              <a:rPr lang="en-IN" smtClean="0"/>
              <a:t>20</a:t>
            </a:fld>
            <a:endParaRPr lang="en-IN"/>
          </a:p>
        </p:txBody>
      </p:sp>
    </p:spTree>
    <p:extLst>
      <p:ext uri="{BB962C8B-B14F-4D97-AF65-F5344CB8AC3E}">
        <p14:creationId xmlns:p14="http://schemas.microsoft.com/office/powerpoint/2010/main" val="1005877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96631-F330-2AEB-5FAE-9AEB2264D9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9D360D-0462-D51D-B1CD-B3D7D1FE7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482BD-1454-62B4-866A-20A743B697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2581C86-B331-7E42-7B5B-F6D3D6FB4850}"/>
              </a:ext>
            </a:extLst>
          </p:cNvPr>
          <p:cNvSpPr>
            <a:spLocks noGrp="1"/>
          </p:cNvSpPr>
          <p:nvPr>
            <p:ph type="sldNum" sz="quarter" idx="5"/>
          </p:nvPr>
        </p:nvSpPr>
        <p:spPr/>
        <p:txBody>
          <a:bodyPr/>
          <a:lstStyle/>
          <a:p>
            <a:fld id="{91D50827-86A0-43E8-81BB-EFC33F46E68C}" type="slidenum">
              <a:rPr lang="en-IN" smtClean="0"/>
              <a:t>21</a:t>
            </a:fld>
            <a:endParaRPr lang="en-IN"/>
          </a:p>
        </p:txBody>
      </p:sp>
    </p:spTree>
    <p:extLst>
      <p:ext uri="{BB962C8B-B14F-4D97-AF65-F5344CB8AC3E}">
        <p14:creationId xmlns:p14="http://schemas.microsoft.com/office/powerpoint/2010/main" val="3438294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09257-78BE-114A-11F4-2C16BEA93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D6E8C4-6CD4-CC40-510C-9058B158BF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0F923-534B-D7C2-B256-400550654B0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0D31D58-4F01-7EC7-E38C-5F00EBEF0E3E}"/>
              </a:ext>
            </a:extLst>
          </p:cNvPr>
          <p:cNvSpPr>
            <a:spLocks noGrp="1"/>
          </p:cNvSpPr>
          <p:nvPr>
            <p:ph type="sldNum" sz="quarter" idx="5"/>
          </p:nvPr>
        </p:nvSpPr>
        <p:spPr/>
        <p:txBody>
          <a:bodyPr/>
          <a:lstStyle/>
          <a:p>
            <a:fld id="{91D50827-86A0-43E8-81BB-EFC33F46E68C}" type="slidenum">
              <a:rPr lang="en-IN" smtClean="0"/>
              <a:t>22</a:t>
            </a:fld>
            <a:endParaRPr lang="en-IN"/>
          </a:p>
        </p:txBody>
      </p:sp>
    </p:spTree>
    <p:extLst>
      <p:ext uri="{BB962C8B-B14F-4D97-AF65-F5344CB8AC3E}">
        <p14:creationId xmlns:p14="http://schemas.microsoft.com/office/powerpoint/2010/main" val="1353656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8E4DA-74C5-9621-21CF-811457BB5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5975A-0F2F-65C5-37CE-FB5B3FF35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33E69-1371-5E26-305F-28F489DE3D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8C7DF6D-22EB-F3B6-7018-FE3D1CBFFB05}"/>
              </a:ext>
            </a:extLst>
          </p:cNvPr>
          <p:cNvSpPr>
            <a:spLocks noGrp="1"/>
          </p:cNvSpPr>
          <p:nvPr>
            <p:ph type="sldNum" sz="quarter" idx="5"/>
          </p:nvPr>
        </p:nvSpPr>
        <p:spPr/>
        <p:txBody>
          <a:bodyPr/>
          <a:lstStyle/>
          <a:p>
            <a:fld id="{91D50827-86A0-43E8-81BB-EFC33F46E68C}" type="slidenum">
              <a:rPr lang="en-IN" smtClean="0"/>
              <a:t>23</a:t>
            </a:fld>
            <a:endParaRPr lang="en-IN"/>
          </a:p>
        </p:txBody>
      </p:sp>
    </p:spTree>
    <p:extLst>
      <p:ext uri="{BB962C8B-B14F-4D97-AF65-F5344CB8AC3E}">
        <p14:creationId xmlns:p14="http://schemas.microsoft.com/office/powerpoint/2010/main" val="1859019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49607-45EB-5770-608D-036601CCD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1F87A-DB05-2092-F911-08F958A32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0C47C-FD8D-4F26-871B-085E5E5E14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ED3FDD7-57B9-B09E-4C20-C9D3E66611CD}"/>
              </a:ext>
            </a:extLst>
          </p:cNvPr>
          <p:cNvSpPr>
            <a:spLocks noGrp="1"/>
          </p:cNvSpPr>
          <p:nvPr>
            <p:ph type="sldNum" sz="quarter" idx="5"/>
          </p:nvPr>
        </p:nvSpPr>
        <p:spPr/>
        <p:txBody>
          <a:bodyPr/>
          <a:lstStyle/>
          <a:p>
            <a:fld id="{91D50827-86A0-43E8-81BB-EFC33F46E68C}" type="slidenum">
              <a:rPr lang="en-IN" smtClean="0"/>
              <a:t>24</a:t>
            </a:fld>
            <a:endParaRPr lang="en-IN"/>
          </a:p>
        </p:txBody>
      </p:sp>
    </p:spTree>
    <p:extLst>
      <p:ext uri="{BB962C8B-B14F-4D97-AF65-F5344CB8AC3E}">
        <p14:creationId xmlns:p14="http://schemas.microsoft.com/office/powerpoint/2010/main" val="3369167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F3912-7B3A-4D8B-3089-C2874DB12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EB366-9F94-D895-8886-757A47C182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CB5F1-5C3F-6F7B-FE19-B9DCF21020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6A13AF-C2AA-A8FF-BDD3-9FFF44A4F22D}"/>
              </a:ext>
            </a:extLst>
          </p:cNvPr>
          <p:cNvSpPr>
            <a:spLocks noGrp="1"/>
          </p:cNvSpPr>
          <p:nvPr>
            <p:ph type="sldNum" sz="quarter" idx="5"/>
          </p:nvPr>
        </p:nvSpPr>
        <p:spPr/>
        <p:txBody>
          <a:bodyPr/>
          <a:lstStyle/>
          <a:p>
            <a:fld id="{91D50827-86A0-43E8-81BB-EFC33F46E68C}" type="slidenum">
              <a:rPr lang="en-IN" smtClean="0"/>
              <a:t>25</a:t>
            </a:fld>
            <a:endParaRPr lang="en-IN"/>
          </a:p>
        </p:txBody>
      </p:sp>
    </p:spTree>
    <p:extLst>
      <p:ext uri="{BB962C8B-B14F-4D97-AF65-F5344CB8AC3E}">
        <p14:creationId xmlns:p14="http://schemas.microsoft.com/office/powerpoint/2010/main" val="542721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1E424-FAAC-ACF4-BD35-25B85918E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515EC-B993-67A2-33DF-4020CB26C3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6BDAE-6F0D-2437-8856-1456292136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8777ACE-C1AD-0F7B-D0B8-15040D83E05F}"/>
              </a:ext>
            </a:extLst>
          </p:cNvPr>
          <p:cNvSpPr>
            <a:spLocks noGrp="1"/>
          </p:cNvSpPr>
          <p:nvPr>
            <p:ph type="sldNum" sz="quarter" idx="5"/>
          </p:nvPr>
        </p:nvSpPr>
        <p:spPr/>
        <p:txBody>
          <a:bodyPr/>
          <a:lstStyle/>
          <a:p>
            <a:fld id="{91D50827-86A0-43E8-81BB-EFC33F46E68C}" type="slidenum">
              <a:rPr lang="en-IN" smtClean="0"/>
              <a:t>26</a:t>
            </a:fld>
            <a:endParaRPr lang="en-IN"/>
          </a:p>
        </p:txBody>
      </p:sp>
    </p:spTree>
    <p:extLst>
      <p:ext uri="{BB962C8B-B14F-4D97-AF65-F5344CB8AC3E}">
        <p14:creationId xmlns:p14="http://schemas.microsoft.com/office/powerpoint/2010/main" val="1646417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E850-8BA3-6A62-E9D9-7F0CA9E05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6715C-ED99-D41E-D40A-BDF11FE334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F33808-DE51-D9CF-977B-6B196D19699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CEEAA54-2490-35EB-F973-EDB8D6E90CA9}"/>
              </a:ext>
            </a:extLst>
          </p:cNvPr>
          <p:cNvSpPr>
            <a:spLocks noGrp="1"/>
          </p:cNvSpPr>
          <p:nvPr>
            <p:ph type="sldNum" sz="quarter" idx="5"/>
          </p:nvPr>
        </p:nvSpPr>
        <p:spPr/>
        <p:txBody>
          <a:bodyPr/>
          <a:lstStyle/>
          <a:p>
            <a:fld id="{91D50827-86A0-43E8-81BB-EFC33F46E68C}" type="slidenum">
              <a:rPr lang="en-IN" smtClean="0"/>
              <a:t>27</a:t>
            </a:fld>
            <a:endParaRPr lang="en-IN"/>
          </a:p>
        </p:txBody>
      </p:sp>
    </p:spTree>
    <p:extLst>
      <p:ext uri="{BB962C8B-B14F-4D97-AF65-F5344CB8AC3E}">
        <p14:creationId xmlns:p14="http://schemas.microsoft.com/office/powerpoint/2010/main" val="3263816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24E51-5055-5FA2-E808-6D01A76F99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28B01-8608-581A-0396-851D4BC894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96487-E9E2-7AA0-D160-5954AB00D23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C0D1E57-8F22-3B22-F70E-93307A59B8D4}"/>
              </a:ext>
            </a:extLst>
          </p:cNvPr>
          <p:cNvSpPr>
            <a:spLocks noGrp="1"/>
          </p:cNvSpPr>
          <p:nvPr>
            <p:ph type="sldNum" sz="quarter" idx="5"/>
          </p:nvPr>
        </p:nvSpPr>
        <p:spPr/>
        <p:txBody>
          <a:bodyPr/>
          <a:lstStyle/>
          <a:p>
            <a:fld id="{91D50827-86A0-43E8-81BB-EFC33F46E68C}" type="slidenum">
              <a:rPr lang="en-IN" smtClean="0"/>
              <a:t>28</a:t>
            </a:fld>
            <a:endParaRPr lang="en-IN"/>
          </a:p>
        </p:txBody>
      </p:sp>
    </p:spTree>
    <p:extLst>
      <p:ext uri="{BB962C8B-B14F-4D97-AF65-F5344CB8AC3E}">
        <p14:creationId xmlns:p14="http://schemas.microsoft.com/office/powerpoint/2010/main" val="4059741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99377-87E3-FD48-5032-52A704BF8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26CD22-04A9-4E2F-6966-355298F85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632595-B87B-FA3C-D41D-EDD15B9CE89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F11869B-D9B9-D995-3B2E-723CD4ACA085}"/>
              </a:ext>
            </a:extLst>
          </p:cNvPr>
          <p:cNvSpPr>
            <a:spLocks noGrp="1"/>
          </p:cNvSpPr>
          <p:nvPr>
            <p:ph type="sldNum" sz="quarter" idx="5"/>
          </p:nvPr>
        </p:nvSpPr>
        <p:spPr/>
        <p:txBody>
          <a:bodyPr/>
          <a:lstStyle/>
          <a:p>
            <a:fld id="{91D50827-86A0-43E8-81BB-EFC33F46E68C}" type="slidenum">
              <a:rPr lang="en-IN" smtClean="0"/>
              <a:t>29</a:t>
            </a:fld>
            <a:endParaRPr lang="en-IN"/>
          </a:p>
        </p:txBody>
      </p:sp>
    </p:spTree>
    <p:extLst>
      <p:ext uri="{BB962C8B-B14F-4D97-AF65-F5344CB8AC3E}">
        <p14:creationId xmlns:p14="http://schemas.microsoft.com/office/powerpoint/2010/main" val="3301370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D8EBB-89A6-AE33-A9C6-D46A34E4E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65C4FC-FA62-7B76-4A4A-7817EFEE2E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6EB69F-882A-9ABE-3BC4-074ADCA71D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EA3593E-2157-CA59-B86D-A61F24C29181}"/>
              </a:ext>
            </a:extLst>
          </p:cNvPr>
          <p:cNvSpPr>
            <a:spLocks noGrp="1"/>
          </p:cNvSpPr>
          <p:nvPr>
            <p:ph type="sldNum" sz="quarter" idx="5"/>
          </p:nvPr>
        </p:nvSpPr>
        <p:spPr/>
        <p:txBody>
          <a:bodyPr/>
          <a:lstStyle/>
          <a:p>
            <a:fld id="{91D50827-86A0-43E8-81BB-EFC33F46E68C}" type="slidenum">
              <a:rPr lang="en-IN" smtClean="0"/>
              <a:t>30</a:t>
            </a:fld>
            <a:endParaRPr lang="en-IN"/>
          </a:p>
        </p:txBody>
      </p:sp>
    </p:spTree>
    <p:extLst>
      <p:ext uri="{BB962C8B-B14F-4D97-AF65-F5344CB8AC3E}">
        <p14:creationId xmlns:p14="http://schemas.microsoft.com/office/powerpoint/2010/main" val="1385530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861F5-408D-E66F-B129-3FC504925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CAF38-C10D-C26A-4B1A-783FF5AE3A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4B5B3-A2FB-18D1-349F-73EC7BFF000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C007B7F-E383-BBA4-AEE2-CCDA8F1866D8}"/>
              </a:ext>
            </a:extLst>
          </p:cNvPr>
          <p:cNvSpPr>
            <a:spLocks noGrp="1"/>
          </p:cNvSpPr>
          <p:nvPr>
            <p:ph type="sldNum" sz="quarter" idx="5"/>
          </p:nvPr>
        </p:nvSpPr>
        <p:spPr/>
        <p:txBody>
          <a:bodyPr/>
          <a:lstStyle/>
          <a:p>
            <a:fld id="{91D50827-86A0-43E8-81BB-EFC33F46E68C}" type="slidenum">
              <a:rPr lang="en-IN" smtClean="0"/>
              <a:t>31</a:t>
            </a:fld>
            <a:endParaRPr lang="en-IN"/>
          </a:p>
        </p:txBody>
      </p:sp>
    </p:spTree>
    <p:extLst>
      <p:ext uri="{BB962C8B-B14F-4D97-AF65-F5344CB8AC3E}">
        <p14:creationId xmlns:p14="http://schemas.microsoft.com/office/powerpoint/2010/main" val="2337319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E6351-64CD-D713-5CFF-5EDDF6AAC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CFB09-A8C8-7477-77E4-A8E2901BD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4508F-ADFF-DEC4-D5B3-25F754C396C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5BBF044-CA58-DE3E-976C-1B9882C443EC}"/>
              </a:ext>
            </a:extLst>
          </p:cNvPr>
          <p:cNvSpPr>
            <a:spLocks noGrp="1"/>
          </p:cNvSpPr>
          <p:nvPr>
            <p:ph type="sldNum" sz="quarter" idx="5"/>
          </p:nvPr>
        </p:nvSpPr>
        <p:spPr/>
        <p:txBody>
          <a:bodyPr/>
          <a:lstStyle/>
          <a:p>
            <a:fld id="{91D50827-86A0-43E8-81BB-EFC33F46E68C}" type="slidenum">
              <a:rPr lang="en-IN" smtClean="0"/>
              <a:t>32</a:t>
            </a:fld>
            <a:endParaRPr lang="en-IN"/>
          </a:p>
        </p:txBody>
      </p:sp>
    </p:spTree>
    <p:extLst>
      <p:ext uri="{BB962C8B-B14F-4D97-AF65-F5344CB8AC3E}">
        <p14:creationId xmlns:p14="http://schemas.microsoft.com/office/powerpoint/2010/main" val="3528097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3CBCA-3626-2291-690B-C768648A1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179C7-A76B-1D5D-31A6-68BB670343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52269-9F14-0EF3-9084-20BD6C968CB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D2CDECE-D6EC-4F2D-F0FA-48E25CA54D12}"/>
              </a:ext>
            </a:extLst>
          </p:cNvPr>
          <p:cNvSpPr>
            <a:spLocks noGrp="1"/>
          </p:cNvSpPr>
          <p:nvPr>
            <p:ph type="sldNum" sz="quarter" idx="5"/>
          </p:nvPr>
        </p:nvSpPr>
        <p:spPr/>
        <p:txBody>
          <a:bodyPr/>
          <a:lstStyle/>
          <a:p>
            <a:fld id="{91D50827-86A0-43E8-81BB-EFC33F46E68C}" type="slidenum">
              <a:rPr lang="en-IN" smtClean="0"/>
              <a:t>33</a:t>
            </a:fld>
            <a:endParaRPr lang="en-IN"/>
          </a:p>
        </p:txBody>
      </p:sp>
    </p:spTree>
    <p:extLst>
      <p:ext uri="{BB962C8B-B14F-4D97-AF65-F5344CB8AC3E}">
        <p14:creationId xmlns:p14="http://schemas.microsoft.com/office/powerpoint/2010/main" val="30705075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5CDB-666F-3CC1-8C5C-1803DAD61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D1F77F-B5EA-7D8E-C0BE-F4DDEF8B8C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1BA965-E6EB-0F2D-6DA7-2904BB92221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D0FB84D-FF3E-D90B-917E-3B904A23B79C}"/>
              </a:ext>
            </a:extLst>
          </p:cNvPr>
          <p:cNvSpPr>
            <a:spLocks noGrp="1"/>
          </p:cNvSpPr>
          <p:nvPr>
            <p:ph type="sldNum" sz="quarter" idx="5"/>
          </p:nvPr>
        </p:nvSpPr>
        <p:spPr/>
        <p:txBody>
          <a:bodyPr/>
          <a:lstStyle/>
          <a:p>
            <a:fld id="{91D50827-86A0-43E8-81BB-EFC33F46E68C}" type="slidenum">
              <a:rPr lang="en-IN" smtClean="0"/>
              <a:t>34</a:t>
            </a:fld>
            <a:endParaRPr lang="en-IN"/>
          </a:p>
        </p:txBody>
      </p:sp>
    </p:spTree>
    <p:extLst>
      <p:ext uri="{BB962C8B-B14F-4D97-AF65-F5344CB8AC3E}">
        <p14:creationId xmlns:p14="http://schemas.microsoft.com/office/powerpoint/2010/main" val="28010435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3AA6B-6AF8-DE0E-FA64-40D199842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6DA08-E7C7-F34E-D8CA-5369572F2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A58C4-F120-F5AF-89E2-4E56784994A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A4EBA1-A6D7-32E0-F6D9-2E470A0A908E}"/>
              </a:ext>
            </a:extLst>
          </p:cNvPr>
          <p:cNvSpPr>
            <a:spLocks noGrp="1"/>
          </p:cNvSpPr>
          <p:nvPr>
            <p:ph type="sldNum" sz="quarter" idx="5"/>
          </p:nvPr>
        </p:nvSpPr>
        <p:spPr/>
        <p:txBody>
          <a:bodyPr/>
          <a:lstStyle/>
          <a:p>
            <a:fld id="{91D50827-86A0-43E8-81BB-EFC33F46E68C}" type="slidenum">
              <a:rPr lang="en-IN" smtClean="0"/>
              <a:t>35</a:t>
            </a:fld>
            <a:endParaRPr lang="en-IN"/>
          </a:p>
        </p:txBody>
      </p:sp>
    </p:spTree>
    <p:extLst>
      <p:ext uri="{BB962C8B-B14F-4D97-AF65-F5344CB8AC3E}">
        <p14:creationId xmlns:p14="http://schemas.microsoft.com/office/powerpoint/2010/main" val="460972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87B64-1301-7951-8C34-C2919D493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33266-0DB8-30AC-4018-46B8070016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E81D69-4254-95D5-EEFC-01F5D51190C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FE51A05-C8D8-BEA7-BAA1-41736EED0C26}"/>
              </a:ext>
            </a:extLst>
          </p:cNvPr>
          <p:cNvSpPr>
            <a:spLocks noGrp="1"/>
          </p:cNvSpPr>
          <p:nvPr>
            <p:ph type="sldNum" sz="quarter" idx="5"/>
          </p:nvPr>
        </p:nvSpPr>
        <p:spPr/>
        <p:txBody>
          <a:bodyPr/>
          <a:lstStyle/>
          <a:p>
            <a:fld id="{91D50827-86A0-43E8-81BB-EFC33F46E68C}" type="slidenum">
              <a:rPr lang="en-IN" smtClean="0"/>
              <a:t>36</a:t>
            </a:fld>
            <a:endParaRPr lang="en-IN"/>
          </a:p>
        </p:txBody>
      </p:sp>
    </p:spTree>
    <p:extLst>
      <p:ext uri="{BB962C8B-B14F-4D97-AF65-F5344CB8AC3E}">
        <p14:creationId xmlns:p14="http://schemas.microsoft.com/office/powerpoint/2010/main" val="957116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EFFE2-84DC-89CF-A2DA-B06B20712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4E451-3344-E219-F578-361B561051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FEE4C2-A4A9-6360-E4F1-BAE0BFC2CD4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AF05BFE-C39D-F27E-6486-E13C10AA76AD}"/>
              </a:ext>
            </a:extLst>
          </p:cNvPr>
          <p:cNvSpPr>
            <a:spLocks noGrp="1"/>
          </p:cNvSpPr>
          <p:nvPr>
            <p:ph type="sldNum" sz="quarter" idx="5"/>
          </p:nvPr>
        </p:nvSpPr>
        <p:spPr/>
        <p:txBody>
          <a:bodyPr/>
          <a:lstStyle/>
          <a:p>
            <a:fld id="{91D50827-86A0-43E8-81BB-EFC33F46E68C}" type="slidenum">
              <a:rPr lang="en-IN" smtClean="0"/>
              <a:t>37</a:t>
            </a:fld>
            <a:endParaRPr lang="en-IN"/>
          </a:p>
        </p:txBody>
      </p:sp>
    </p:spTree>
    <p:extLst>
      <p:ext uri="{BB962C8B-B14F-4D97-AF65-F5344CB8AC3E}">
        <p14:creationId xmlns:p14="http://schemas.microsoft.com/office/powerpoint/2010/main" val="40987006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F690C-7EFE-6AD1-5C9F-6A01A0339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94C73-87BE-4924-ADF6-46A7B27238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78DAC4-2537-EEF5-87DE-35EE4A0540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B984DF-09B7-1FD2-50B2-19D329FF8F19}"/>
              </a:ext>
            </a:extLst>
          </p:cNvPr>
          <p:cNvSpPr>
            <a:spLocks noGrp="1"/>
          </p:cNvSpPr>
          <p:nvPr>
            <p:ph type="sldNum" sz="quarter" idx="5"/>
          </p:nvPr>
        </p:nvSpPr>
        <p:spPr/>
        <p:txBody>
          <a:bodyPr/>
          <a:lstStyle/>
          <a:p>
            <a:fld id="{91D50827-86A0-43E8-81BB-EFC33F46E68C}" type="slidenum">
              <a:rPr lang="en-IN" smtClean="0"/>
              <a:t>38</a:t>
            </a:fld>
            <a:endParaRPr lang="en-IN"/>
          </a:p>
        </p:txBody>
      </p:sp>
    </p:spTree>
    <p:extLst>
      <p:ext uri="{BB962C8B-B14F-4D97-AF65-F5344CB8AC3E}">
        <p14:creationId xmlns:p14="http://schemas.microsoft.com/office/powerpoint/2010/main" val="40276486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7AA8E-6FB8-E005-9BF1-76C21365C5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0C470-487D-7E8D-E829-ADC321D3A1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4C511B-BF1E-B36E-0245-57BAA967F8B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EE364FE-93B5-78FF-1C71-055AECE84D68}"/>
              </a:ext>
            </a:extLst>
          </p:cNvPr>
          <p:cNvSpPr>
            <a:spLocks noGrp="1"/>
          </p:cNvSpPr>
          <p:nvPr>
            <p:ph type="sldNum" sz="quarter" idx="5"/>
          </p:nvPr>
        </p:nvSpPr>
        <p:spPr/>
        <p:txBody>
          <a:bodyPr/>
          <a:lstStyle/>
          <a:p>
            <a:fld id="{91D50827-86A0-43E8-81BB-EFC33F46E68C}" type="slidenum">
              <a:rPr lang="en-IN" smtClean="0"/>
              <a:t>39</a:t>
            </a:fld>
            <a:endParaRPr lang="en-IN"/>
          </a:p>
        </p:txBody>
      </p:sp>
    </p:spTree>
    <p:extLst>
      <p:ext uri="{BB962C8B-B14F-4D97-AF65-F5344CB8AC3E}">
        <p14:creationId xmlns:p14="http://schemas.microsoft.com/office/powerpoint/2010/main" val="4250643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92621-D66D-6FE0-42B0-0A137C73A0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227694-B773-5CF9-F8DC-A2B86840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1218CC-F41E-46A3-112B-47A92224D3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A40B7FA-8D68-1BEA-F70C-7D929415AF92}"/>
              </a:ext>
            </a:extLst>
          </p:cNvPr>
          <p:cNvSpPr>
            <a:spLocks noGrp="1"/>
          </p:cNvSpPr>
          <p:nvPr>
            <p:ph type="sldNum" sz="quarter" idx="5"/>
          </p:nvPr>
        </p:nvSpPr>
        <p:spPr/>
        <p:txBody>
          <a:bodyPr/>
          <a:lstStyle/>
          <a:p>
            <a:fld id="{91D50827-86A0-43E8-81BB-EFC33F46E68C}" type="slidenum">
              <a:rPr lang="en-IN" smtClean="0"/>
              <a:t>40</a:t>
            </a:fld>
            <a:endParaRPr lang="en-IN"/>
          </a:p>
        </p:txBody>
      </p:sp>
    </p:spTree>
    <p:extLst>
      <p:ext uri="{BB962C8B-B14F-4D97-AF65-F5344CB8AC3E}">
        <p14:creationId xmlns:p14="http://schemas.microsoft.com/office/powerpoint/2010/main" val="15370556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BC525-7634-0AEA-4F70-1A9E75535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BE6A5-0A8D-F585-C615-AE2237E47C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54195-5C6A-A8E6-567F-15C168F877B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C60E2CD-9FAA-9F77-72B3-683212ED2EDB}"/>
              </a:ext>
            </a:extLst>
          </p:cNvPr>
          <p:cNvSpPr>
            <a:spLocks noGrp="1"/>
          </p:cNvSpPr>
          <p:nvPr>
            <p:ph type="sldNum" sz="quarter" idx="5"/>
          </p:nvPr>
        </p:nvSpPr>
        <p:spPr/>
        <p:txBody>
          <a:bodyPr/>
          <a:lstStyle/>
          <a:p>
            <a:fld id="{91D50827-86A0-43E8-81BB-EFC33F46E68C}" type="slidenum">
              <a:rPr lang="en-IN" smtClean="0"/>
              <a:t>41</a:t>
            </a:fld>
            <a:endParaRPr lang="en-IN"/>
          </a:p>
        </p:txBody>
      </p:sp>
    </p:spTree>
    <p:extLst>
      <p:ext uri="{BB962C8B-B14F-4D97-AF65-F5344CB8AC3E}">
        <p14:creationId xmlns:p14="http://schemas.microsoft.com/office/powerpoint/2010/main" val="5036392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0462F-9C73-C14E-FF15-ACA51667A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03FA5-2B42-4DE7-21FB-529DF22158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374AF-D4E4-A4C3-429B-8B53F720E94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95FE60-FFAD-A8CB-7196-46283A4B1BB9}"/>
              </a:ext>
            </a:extLst>
          </p:cNvPr>
          <p:cNvSpPr>
            <a:spLocks noGrp="1"/>
          </p:cNvSpPr>
          <p:nvPr>
            <p:ph type="sldNum" sz="quarter" idx="5"/>
          </p:nvPr>
        </p:nvSpPr>
        <p:spPr/>
        <p:txBody>
          <a:bodyPr/>
          <a:lstStyle/>
          <a:p>
            <a:fld id="{91D50827-86A0-43E8-81BB-EFC33F46E68C}" type="slidenum">
              <a:rPr lang="en-IN" smtClean="0"/>
              <a:t>42</a:t>
            </a:fld>
            <a:endParaRPr lang="en-IN"/>
          </a:p>
        </p:txBody>
      </p:sp>
    </p:spTree>
    <p:extLst>
      <p:ext uri="{BB962C8B-B14F-4D97-AF65-F5344CB8AC3E}">
        <p14:creationId xmlns:p14="http://schemas.microsoft.com/office/powerpoint/2010/main" val="33471440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707A5-5A08-CA56-AACF-DC01CD865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A1FD7-8334-70A4-2038-A35A75D248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5A888D-F831-88ED-D756-688C9158F20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3D54FE3-9F6B-8D83-6F45-92F47C6D5A11}"/>
              </a:ext>
            </a:extLst>
          </p:cNvPr>
          <p:cNvSpPr>
            <a:spLocks noGrp="1"/>
          </p:cNvSpPr>
          <p:nvPr>
            <p:ph type="sldNum" sz="quarter" idx="5"/>
          </p:nvPr>
        </p:nvSpPr>
        <p:spPr/>
        <p:txBody>
          <a:bodyPr/>
          <a:lstStyle/>
          <a:p>
            <a:fld id="{91D50827-86A0-43E8-81BB-EFC33F46E68C}" type="slidenum">
              <a:rPr lang="en-IN" smtClean="0"/>
              <a:t>43</a:t>
            </a:fld>
            <a:endParaRPr lang="en-IN"/>
          </a:p>
        </p:txBody>
      </p:sp>
    </p:spTree>
    <p:extLst>
      <p:ext uri="{BB962C8B-B14F-4D97-AF65-F5344CB8AC3E}">
        <p14:creationId xmlns:p14="http://schemas.microsoft.com/office/powerpoint/2010/main" val="30326066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C8DD4-842D-5300-4E45-92801AD9E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96FFE-3F19-B711-C5EC-E46EE978C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9820E9-3E2C-6F18-67AD-76FE8B8EB0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280567-6E03-65F3-31D9-FE10D908F5BE}"/>
              </a:ext>
            </a:extLst>
          </p:cNvPr>
          <p:cNvSpPr>
            <a:spLocks noGrp="1"/>
          </p:cNvSpPr>
          <p:nvPr>
            <p:ph type="sldNum" sz="quarter" idx="5"/>
          </p:nvPr>
        </p:nvSpPr>
        <p:spPr/>
        <p:txBody>
          <a:bodyPr/>
          <a:lstStyle/>
          <a:p>
            <a:fld id="{91D50827-86A0-43E8-81BB-EFC33F46E68C}" type="slidenum">
              <a:rPr lang="en-IN" smtClean="0"/>
              <a:t>44</a:t>
            </a:fld>
            <a:endParaRPr lang="en-IN"/>
          </a:p>
        </p:txBody>
      </p:sp>
    </p:spTree>
    <p:extLst>
      <p:ext uri="{BB962C8B-B14F-4D97-AF65-F5344CB8AC3E}">
        <p14:creationId xmlns:p14="http://schemas.microsoft.com/office/powerpoint/2010/main" val="29623708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EC1AA-6DC2-EE4F-56F0-C4EAFA786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A5FE3-E2E4-D264-0640-F031409D1E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0933F-2E56-B359-1229-D0EFA2BC160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E37231-AC33-C6D4-061D-DE2513B22BE0}"/>
              </a:ext>
            </a:extLst>
          </p:cNvPr>
          <p:cNvSpPr>
            <a:spLocks noGrp="1"/>
          </p:cNvSpPr>
          <p:nvPr>
            <p:ph type="sldNum" sz="quarter" idx="5"/>
          </p:nvPr>
        </p:nvSpPr>
        <p:spPr/>
        <p:txBody>
          <a:bodyPr/>
          <a:lstStyle/>
          <a:p>
            <a:fld id="{91D50827-86A0-43E8-81BB-EFC33F46E68C}" type="slidenum">
              <a:rPr lang="en-IN" smtClean="0"/>
              <a:t>45</a:t>
            </a:fld>
            <a:endParaRPr lang="en-IN"/>
          </a:p>
        </p:txBody>
      </p:sp>
    </p:spTree>
    <p:extLst>
      <p:ext uri="{BB962C8B-B14F-4D97-AF65-F5344CB8AC3E}">
        <p14:creationId xmlns:p14="http://schemas.microsoft.com/office/powerpoint/2010/main" val="33777013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4F304-AAB4-DE49-8E58-A403E502A3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D1772-51C3-9B17-2D9B-850D88551F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9F60D-2DF3-95E8-32BE-8A18CE94A4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03484AD-D60C-0EFF-3178-1D189C71E911}"/>
              </a:ext>
            </a:extLst>
          </p:cNvPr>
          <p:cNvSpPr>
            <a:spLocks noGrp="1"/>
          </p:cNvSpPr>
          <p:nvPr>
            <p:ph type="sldNum" sz="quarter" idx="5"/>
          </p:nvPr>
        </p:nvSpPr>
        <p:spPr/>
        <p:txBody>
          <a:bodyPr/>
          <a:lstStyle/>
          <a:p>
            <a:fld id="{91D50827-86A0-43E8-81BB-EFC33F46E68C}" type="slidenum">
              <a:rPr lang="en-IN" smtClean="0"/>
              <a:t>46</a:t>
            </a:fld>
            <a:endParaRPr lang="en-IN"/>
          </a:p>
        </p:txBody>
      </p:sp>
    </p:spTree>
    <p:extLst>
      <p:ext uri="{BB962C8B-B14F-4D97-AF65-F5344CB8AC3E}">
        <p14:creationId xmlns:p14="http://schemas.microsoft.com/office/powerpoint/2010/main" val="30254137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7B40F-F4C5-6435-BA17-A83AA49BED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00424-AE4C-0847-B96B-6C30A415E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B10FF7-2B0D-F787-A8B0-6FF28CFDFFD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4D7B3C-8CB1-96AC-5478-80AEE2B4938C}"/>
              </a:ext>
            </a:extLst>
          </p:cNvPr>
          <p:cNvSpPr>
            <a:spLocks noGrp="1"/>
          </p:cNvSpPr>
          <p:nvPr>
            <p:ph type="sldNum" sz="quarter" idx="5"/>
          </p:nvPr>
        </p:nvSpPr>
        <p:spPr/>
        <p:txBody>
          <a:bodyPr/>
          <a:lstStyle/>
          <a:p>
            <a:fld id="{91D50827-86A0-43E8-81BB-EFC33F46E68C}" type="slidenum">
              <a:rPr lang="en-IN" smtClean="0"/>
              <a:t>47</a:t>
            </a:fld>
            <a:endParaRPr lang="en-IN"/>
          </a:p>
        </p:txBody>
      </p:sp>
    </p:spTree>
    <p:extLst>
      <p:ext uri="{BB962C8B-B14F-4D97-AF65-F5344CB8AC3E}">
        <p14:creationId xmlns:p14="http://schemas.microsoft.com/office/powerpoint/2010/main" val="31074593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9BB1A-BBE4-EE9F-F627-6C03789EE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D111C-8363-AE7A-66C2-357623958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22962-C66E-8F19-47A3-1FAC60C2BC9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21CBBDC-564E-1091-17D4-225677E74795}"/>
              </a:ext>
            </a:extLst>
          </p:cNvPr>
          <p:cNvSpPr>
            <a:spLocks noGrp="1"/>
          </p:cNvSpPr>
          <p:nvPr>
            <p:ph type="sldNum" sz="quarter" idx="5"/>
          </p:nvPr>
        </p:nvSpPr>
        <p:spPr/>
        <p:txBody>
          <a:bodyPr/>
          <a:lstStyle/>
          <a:p>
            <a:fld id="{91D50827-86A0-43E8-81BB-EFC33F46E68C}" type="slidenum">
              <a:rPr lang="en-IN" smtClean="0"/>
              <a:t>48</a:t>
            </a:fld>
            <a:endParaRPr lang="en-IN"/>
          </a:p>
        </p:txBody>
      </p:sp>
    </p:spTree>
    <p:extLst>
      <p:ext uri="{BB962C8B-B14F-4D97-AF65-F5344CB8AC3E}">
        <p14:creationId xmlns:p14="http://schemas.microsoft.com/office/powerpoint/2010/main" val="28803949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005CF-E03C-2510-F0D8-86047D25F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EC486-307D-3C97-5D6E-DF06EE61D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DCE028-F206-4E9A-ED53-B956BBD9F5A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81314C3-A062-9778-FFEB-8FC8B8A4FE62}"/>
              </a:ext>
            </a:extLst>
          </p:cNvPr>
          <p:cNvSpPr>
            <a:spLocks noGrp="1"/>
          </p:cNvSpPr>
          <p:nvPr>
            <p:ph type="sldNum" sz="quarter" idx="5"/>
          </p:nvPr>
        </p:nvSpPr>
        <p:spPr/>
        <p:txBody>
          <a:bodyPr/>
          <a:lstStyle/>
          <a:p>
            <a:fld id="{91D50827-86A0-43E8-81BB-EFC33F46E68C}" type="slidenum">
              <a:rPr lang="en-IN" smtClean="0"/>
              <a:t>49</a:t>
            </a:fld>
            <a:endParaRPr lang="en-IN"/>
          </a:p>
        </p:txBody>
      </p:sp>
    </p:spTree>
    <p:extLst>
      <p:ext uri="{BB962C8B-B14F-4D97-AF65-F5344CB8AC3E}">
        <p14:creationId xmlns:p14="http://schemas.microsoft.com/office/powerpoint/2010/main" val="34664961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5CD6A-2F94-17E6-C1DD-F1D11AA70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C6045-7819-3065-4FE7-3A1DA9FEC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53F521-4C77-0F19-D11C-D0CF1CDA7B5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3E46750-7CFE-18F7-AF5C-BCEC8E3D5F6E}"/>
              </a:ext>
            </a:extLst>
          </p:cNvPr>
          <p:cNvSpPr>
            <a:spLocks noGrp="1"/>
          </p:cNvSpPr>
          <p:nvPr>
            <p:ph type="sldNum" sz="quarter" idx="5"/>
          </p:nvPr>
        </p:nvSpPr>
        <p:spPr/>
        <p:txBody>
          <a:bodyPr/>
          <a:lstStyle/>
          <a:p>
            <a:fld id="{91D50827-86A0-43E8-81BB-EFC33F46E68C}" type="slidenum">
              <a:rPr lang="en-IN" smtClean="0"/>
              <a:t>50</a:t>
            </a:fld>
            <a:endParaRPr lang="en-IN"/>
          </a:p>
        </p:txBody>
      </p:sp>
    </p:spTree>
    <p:extLst>
      <p:ext uri="{BB962C8B-B14F-4D97-AF65-F5344CB8AC3E}">
        <p14:creationId xmlns:p14="http://schemas.microsoft.com/office/powerpoint/2010/main" val="19255940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2C7E1-81D7-490E-4B60-4AE01E2DC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D15CED-315E-4C1C-F93B-C52193ABD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648B7-B959-C41A-AE2A-6828C73F5D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0B8DB20-49A5-82D1-DECC-34E5ED013732}"/>
              </a:ext>
            </a:extLst>
          </p:cNvPr>
          <p:cNvSpPr>
            <a:spLocks noGrp="1"/>
          </p:cNvSpPr>
          <p:nvPr>
            <p:ph type="sldNum" sz="quarter" idx="5"/>
          </p:nvPr>
        </p:nvSpPr>
        <p:spPr/>
        <p:txBody>
          <a:bodyPr/>
          <a:lstStyle/>
          <a:p>
            <a:fld id="{91D50827-86A0-43E8-81BB-EFC33F46E68C}" type="slidenum">
              <a:rPr lang="en-IN" smtClean="0"/>
              <a:t>51</a:t>
            </a:fld>
            <a:endParaRPr lang="en-IN"/>
          </a:p>
        </p:txBody>
      </p:sp>
    </p:spTree>
    <p:extLst>
      <p:ext uri="{BB962C8B-B14F-4D97-AF65-F5344CB8AC3E}">
        <p14:creationId xmlns:p14="http://schemas.microsoft.com/office/powerpoint/2010/main" val="8193147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DAE1C-40F0-561C-8DB7-98A6C0E32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BFA2F-FC47-1F18-574E-63BC272EC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0158C-F3A2-58D3-BA90-B2F770DF1A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C1334FA-5B51-1474-C202-BF0467868584}"/>
              </a:ext>
            </a:extLst>
          </p:cNvPr>
          <p:cNvSpPr>
            <a:spLocks noGrp="1"/>
          </p:cNvSpPr>
          <p:nvPr>
            <p:ph type="sldNum" sz="quarter" idx="5"/>
          </p:nvPr>
        </p:nvSpPr>
        <p:spPr/>
        <p:txBody>
          <a:bodyPr/>
          <a:lstStyle/>
          <a:p>
            <a:fld id="{91D50827-86A0-43E8-81BB-EFC33F46E68C}" type="slidenum">
              <a:rPr lang="en-IN" smtClean="0"/>
              <a:t>52</a:t>
            </a:fld>
            <a:endParaRPr lang="en-IN"/>
          </a:p>
        </p:txBody>
      </p:sp>
    </p:spTree>
    <p:extLst>
      <p:ext uri="{BB962C8B-B14F-4D97-AF65-F5344CB8AC3E}">
        <p14:creationId xmlns:p14="http://schemas.microsoft.com/office/powerpoint/2010/main" val="3572826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D09F6-07C2-CDD9-F153-00AF1BCBA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53515-B6F8-61E5-E653-39E3122D96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182F7-BC6C-04CF-27B9-DE30643C1C3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A444255-85E6-6DD3-5360-1C9C6D2040E8}"/>
              </a:ext>
            </a:extLst>
          </p:cNvPr>
          <p:cNvSpPr>
            <a:spLocks noGrp="1"/>
          </p:cNvSpPr>
          <p:nvPr>
            <p:ph type="sldNum" sz="quarter" idx="5"/>
          </p:nvPr>
        </p:nvSpPr>
        <p:spPr/>
        <p:txBody>
          <a:bodyPr/>
          <a:lstStyle/>
          <a:p>
            <a:fld id="{91D50827-86A0-43E8-81BB-EFC33F46E68C}" type="slidenum">
              <a:rPr lang="en-IN" smtClean="0"/>
              <a:t>53</a:t>
            </a:fld>
            <a:endParaRPr lang="en-IN"/>
          </a:p>
        </p:txBody>
      </p:sp>
    </p:spTree>
    <p:extLst>
      <p:ext uri="{BB962C8B-B14F-4D97-AF65-F5344CB8AC3E}">
        <p14:creationId xmlns:p14="http://schemas.microsoft.com/office/powerpoint/2010/main" val="20020582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62029-D417-790D-1C8D-14E7D576F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55BD0-2168-1D20-026A-951ECE9C34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20D16B-C30F-21F1-C08C-0BD2A66C5E0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90BF372-92BE-2834-69C4-2F44915C082C}"/>
              </a:ext>
            </a:extLst>
          </p:cNvPr>
          <p:cNvSpPr>
            <a:spLocks noGrp="1"/>
          </p:cNvSpPr>
          <p:nvPr>
            <p:ph type="sldNum" sz="quarter" idx="5"/>
          </p:nvPr>
        </p:nvSpPr>
        <p:spPr/>
        <p:txBody>
          <a:bodyPr/>
          <a:lstStyle/>
          <a:p>
            <a:fld id="{91D50827-86A0-43E8-81BB-EFC33F46E68C}" type="slidenum">
              <a:rPr lang="en-IN" smtClean="0"/>
              <a:t>54</a:t>
            </a:fld>
            <a:endParaRPr lang="en-IN"/>
          </a:p>
        </p:txBody>
      </p:sp>
    </p:spTree>
    <p:extLst>
      <p:ext uri="{BB962C8B-B14F-4D97-AF65-F5344CB8AC3E}">
        <p14:creationId xmlns:p14="http://schemas.microsoft.com/office/powerpoint/2010/main" val="16602099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7F7C3-E99E-C8CA-2DF2-6020B1E79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0F5FD-AC70-B5E6-0A67-4EE0995C16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4128E4-5CE1-04CA-1865-836CBC8E69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5C49989-54A3-C490-1AE6-4FF015BEBBA9}"/>
              </a:ext>
            </a:extLst>
          </p:cNvPr>
          <p:cNvSpPr>
            <a:spLocks noGrp="1"/>
          </p:cNvSpPr>
          <p:nvPr>
            <p:ph type="sldNum" sz="quarter" idx="5"/>
          </p:nvPr>
        </p:nvSpPr>
        <p:spPr/>
        <p:txBody>
          <a:bodyPr/>
          <a:lstStyle/>
          <a:p>
            <a:fld id="{91D50827-86A0-43E8-81BB-EFC33F46E68C}" type="slidenum">
              <a:rPr lang="en-IN" smtClean="0"/>
              <a:t>55</a:t>
            </a:fld>
            <a:endParaRPr lang="en-IN"/>
          </a:p>
        </p:txBody>
      </p:sp>
    </p:spTree>
    <p:extLst>
      <p:ext uri="{BB962C8B-B14F-4D97-AF65-F5344CB8AC3E}">
        <p14:creationId xmlns:p14="http://schemas.microsoft.com/office/powerpoint/2010/main" val="117251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525F8-016A-BF9E-ABC6-CE992AB38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3F55B-AAB4-6DF3-35F3-FE9191783F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BD3FC-5B05-0846-BACA-B2AF79D7008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4A367A-388B-CB4A-6DD2-DA08593B1B9B}"/>
              </a:ext>
            </a:extLst>
          </p:cNvPr>
          <p:cNvSpPr>
            <a:spLocks noGrp="1"/>
          </p:cNvSpPr>
          <p:nvPr>
            <p:ph type="sldNum" sz="quarter" idx="5"/>
          </p:nvPr>
        </p:nvSpPr>
        <p:spPr/>
        <p:txBody>
          <a:bodyPr/>
          <a:lstStyle/>
          <a:p>
            <a:fld id="{91D50827-86A0-43E8-81BB-EFC33F46E68C}" type="slidenum">
              <a:rPr lang="en-IN" smtClean="0"/>
              <a:t>56</a:t>
            </a:fld>
            <a:endParaRPr lang="en-IN"/>
          </a:p>
        </p:txBody>
      </p:sp>
    </p:spTree>
    <p:extLst>
      <p:ext uri="{BB962C8B-B14F-4D97-AF65-F5344CB8AC3E}">
        <p14:creationId xmlns:p14="http://schemas.microsoft.com/office/powerpoint/2010/main" val="13888525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AF840-8F80-8380-7E31-ABA64431E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3702A-5907-7686-0058-4542C7ECC8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EC4CA-0012-34CC-412B-F0F8CAA87EA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F89E5E3-CDCA-A15D-1954-64BD05062AC0}"/>
              </a:ext>
            </a:extLst>
          </p:cNvPr>
          <p:cNvSpPr>
            <a:spLocks noGrp="1"/>
          </p:cNvSpPr>
          <p:nvPr>
            <p:ph type="sldNum" sz="quarter" idx="5"/>
          </p:nvPr>
        </p:nvSpPr>
        <p:spPr/>
        <p:txBody>
          <a:bodyPr/>
          <a:lstStyle/>
          <a:p>
            <a:fld id="{91D50827-86A0-43E8-81BB-EFC33F46E68C}" type="slidenum">
              <a:rPr lang="en-IN" smtClean="0"/>
              <a:t>57</a:t>
            </a:fld>
            <a:endParaRPr lang="en-IN"/>
          </a:p>
        </p:txBody>
      </p:sp>
    </p:spTree>
    <p:extLst>
      <p:ext uri="{BB962C8B-B14F-4D97-AF65-F5344CB8AC3E}">
        <p14:creationId xmlns:p14="http://schemas.microsoft.com/office/powerpoint/2010/main" val="9713744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6405-4B24-78AE-2EDD-DD34BE3A3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4A6D6F-ADC4-6771-C2C6-9B9B64AB4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E20CD2-8CBB-2D9E-1C86-B8C69B5A1E1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74D8DC6-7F72-7693-2593-347D4845772D}"/>
              </a:ext>
            </a:extLst>
          </p:cNvPr>
          <p:cNvSpPr>
            <a:spLocks noGrp="1"/>
          </p:cNvSpPr>
          <p:nvPr>
            <p:ph type="sldNum" sz="quarter" idx="5"/>
          </p:nvPr>
        </p:nvSpPr>
        <p:spPr/>
        <p:txBody>
          <a:bodyPr/>
          <a:lstStyle/>
          <a:p>
            <a:fld id="{91D50827-86A0-43E8-81BB-EFC33F46E68C}" type="slidenum">
              <a:rPr lang="en-IN" smtClean="0"/>
              <a:t>58</a:t>
            </a:fld>
            <a:endParaRPr lang="en-IN"/>
          </a:p>
        </p:txBody>
      </p:sp>
    </p:spTree>
    <p:extLst>
      <p:ext uri="{BB962C8B-B14F-4D97-AF65-F5344CB8AC3E}">
        <p14:creationId xmlns:p14="http://schemas.microsoft.com/office/powerpoint/2010/main" val="9958810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F4687-F89F-631D-1F81-C491231F9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EDB5E-71D7-31BD-EE16-F6C82D4088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6C2CFE-2603-3952-DD4A-39BCE8B2034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97FF511-3FDD-CCDE-1FE2-5B63CFE239BF}"/>
              </a:ext>
            </a:extLst>
          </p:cNvPr>
          <p:cNvSpPr>
            <a:spLocks noGrp="1"/>
          </p:cNvSpPr>
          <p:nvPr>
            <p:ph type="sldNum" sz="quarter" idx="5"/>
          </p:nvPr>
        </p:nvSpPr>
        <p:spPr/>
        <p:txBody>
          <a:bodyPr/>
          <a:lstStyle/>
          <a:p>
            <a:fld id="{91D50827-86A0-43E8-81BB-EFC33F46E68C}" type="slidenum">
              <a:rPr lang="en-IN" smtClean="0"/>
              <a:t>59</a:t>
            </a:fld>
            <a:endParaRPr lang="en-IN"/>
          </a:p>
        </p:txBody>
      </p:sp>
    </p:spTree>
    <p:extLst>
      <p:ext uri="{BB962C8B-B14F-4D97-AF65-F5344CB8AC3E}">
        <p14:creationId xmlns:p14="http://schemas.microsoft.com/office/powerpoint/2010/main" val="35916910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29D4F-228E-7C5B-9187-7BAB9BC46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7F0E4-9DB3-9D62-9E58-2CE839ADB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15E8CC-F182-E71E-C1AA-81E2E63457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52FF8A1-9013-A6C2-8E24-A39037C5B3FA}"/>
              </a:ext>
            </a:extLst>
          </p:cNvPr>
          <p:cNvSpPr>
            <a:spLocks noGrp="1"/>
          </p:cNvSpPr>
          <p:nvPr>
            <p:ph type="sldNum" sz="quarter" idx="5"/>
          </p:nvPr>
        </p:nvSpPr>
        <p:spPr/>
        <p:txBody>
          <a:bodyPr/>
          <a:lstStyle/>
          <a:p>
            <a:fld id="{91D50827-86A0-43E8-81BB-EFC33F46E68C}" type="slidenum">
              <a:rPr lang="en-IN" smtClean="0"/>
              <a:t>60</a:t>
            </a:fld>
            <a:endParaRPr lang="en-IN"/>
          </a:p>
        </p:txBody>
      </p:sp>
    </p:spTree>
    <p:extLst>
      <p:ext uri="{BB962C8B-B14F-4D97-AF65-F5344CB8AC3E}">
        <p14:creationId xmlns:p14="http://schemas.microsoft.com/office/powerpoint/2010/main" val="12194832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21151-4C39-6ABB-F6CE-9F45589A04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FF849-00AB-08C5-6683-26BF25F3CF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0795B2-8A19-80DD-9D9B-7D55294D57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EA0305-27C3-4F73-447A-9771555032F9}"/>
              </a:ext>
            </a:extLst>
          </p:cNvPr>
          <p:cNvSpPr>
            <a:spLocks noGrp="1"/>
          </p:cNvSpPr>
          <p:nvPr>
            <p:ph type="sldNum" sz="quarter" idx="5"/>
          </p:nvPr>
        </p:nvSpPr>
        <p:spPr/>
        <p:txBody>
          <a:bodyPr/>
          <a:lstStyle/>
          <a:p>
            <a:fld id="{91D50827-86A0-43E8-81BB-EFC33F46E68C}" type="slidenum">
              <a:rPr lang="en-IN" smtClean="0"/>
              <a:t>61</a:t>
            </a:fld>
            <a:endParaRPr lang="en-IN"/>
          </a:p>
        </p:txBody>
      </p:sp>
    </p:spTree>
    <p:extLst>
      <p:ext uri="{BB962C8B-B14F-4D97-AF65-F5344CB8AC3E}">
        <p14:creationId xmlns:p14="http://schemas.microsoft.com/office/powerpoint/2010/main" val="9535815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41F53-4751-4A03-B24D-B44BA6A837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4783BE-ADF0-6B2A-46C2-F5E3E88F9E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650C5-4185-D50E-079E-4095DA7261F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24E4E2D-15B6-C8AE-B2AF-4A4C08E86271}"/>
              </a:ext>
            </a:extLst>
          </p:cNvPr>
          <p:cNvSpPr>
            <a:spLocks noGrp="1"/>
          </p:cNvSpPr>
          <p:nvPr>
            <p:ph type="sldNum" sz="quarter" idx="5"/>
          </p:nvPr>
        </p:nvSpPr>
        <p:spPr/>
        <p:txBody>
          <a:bodyPr/>
          <a:lstStyle/>
          <a:p>
            <a:fld id="{91D50827-86A0-43E8-81BB-EFC33F46E68C}" type="slidenum">
              <a:rPr lang="en-IN" smtClean="0"/>
              <a:t>62</a:t>
            </a:fld>
            <a:endParaRPr lang="en-IN"/>
          </a:p>
        </p:txBody>
      </p:sp>
    </p:spTree>
    <p:extLst>
      <p:ext uri="{BB962C8B-B14F-4D97-AF65-F5344CB8AC3E}">
        <p14:creationId xmlns:p14="http://schemas.microsoft.com/office/powerpoint/2010/main" val="24689190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921CB-40D7-BEA0-B75A-CDA691E45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BDB51-67F7-CAB9-2783-00329C5CD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76D53E-C0FE-7C5B-DD0B-00FCEA6464B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485FFB6-19D6-8087-29A7-E53CA5C7A404}"/>
              </a:ext>
            </a:extLst>
          </p:cNvPr>
          <p:cNvSpPr>
            <a:spLocks noGrp="1"/>
          </p:cNvSpPr>
          <p:nvPr>
            <p:ph type="sldNum" sz="quarter" idx="5"/>
          </p:nvPr>
        </p:nvSpPr>
        <p:spPr/>
        <p:txBody>
          <a:bodyPr/>
          <a:lstStyle/>
          <a:p>
            <a:fld id="{91D50827-86A0-43E8-81BB-EFC33F46E68C}" type="slidenum">
              <a:rPr lang="en-IN" smtClean="0"/>
              <a:t>63</a:t>
            </a:fld>
            <a:endParaRPr lang="en-IN"/>
          </a:p>
        </p:txBody>
      </p:sp>
    </p:spTree>
    <p:extLst>
      <p:ext uri="{BB962C8B-B14F-4D97-AF65-F5344CB8AC3E}">
        <p14:creationId xmlns:p14="http://schemas.microsoft.com/office/powerpoint/2010/main" val="4681744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89780-2EC2-21C5-EB97-D8AC216C6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38CC3-AAFF-1731-3D05-2BAD9B052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124FD4-F678-27A4-E39B-01A9BFEFE2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A02EAFF-80D8-B670-1957-7F4904437E59}"/>
              </a:ext>
            </a:extLst>
          </p:cNvPr>
          <p:cNvSpPr>
            <a:spLocks noGrp="1"/>
          </p:cNvSpPr>
          <p:nvPr>
            <p:ph type="sldNum" sz="quarter" idx="5"/>
          </p:nvPr>
        </p:nvSpPr>
        <p:spPr/>
        <p:txBody>
          <a:bodyPr/>
          <a:lstStyle/>
          <a:p>
            <a:fld id="{91D50827-86A0-43E8-81BB-EFC33F46E68C}" type="slidenum">
              <a:rPr lang="en-IN" smtClean="0"/>
              <a:t>64</a:t>
            </a:fld>
            <a:endParaRPr lang="en-IN"/>
          </a:p>
        </p:txBody>
      </p:sp>
    </p:spTree>
    <p:extLst>
      <p:ext uri="{BB962C8B-B14F-4D97-AF65-F5344CB8AC3E}">
        <p14:creationId xmlns:p14="http://schemas.microsoft.com/office/powerpoint/2010/main" val="18273622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E4073-3B16-0DA9-2EA5-52B048F67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4D7DB-3395-F02F-1686-73ED7817D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810CBC-92DC-CB76-25AE-50BC55663C3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B71E62A-3D8E-3DFD-4F8F-F057B925F677}"/>
              </a:ext>
            </a:extLst>
          </p:cNvPr>
          <p:cNvSpPr>
            <a:spLocks noGrp="1"/>
          </p:cNvSpPr>
          <p:nvPr>
            <p:ph type="sldNum" sz="quarter" idx="5"/>
          </p:nvPr>
        </p:nvSpPr>
        <p:spPr/>
        <p:txBody>
          <a:bodyPr/>
          <a:lstStyle/>
          <a:p>
            <a:fld id="{91D50827-86A0-43E8-81BB-EFC33F46E68C}" type="slidenum">
              <a:rPr lang="en-IN" smtClean="0"/>
              <a:t>65</a:t>
            </a:fld>
            <a:endParaRPr lang="en-IN"/>
          </a:p>
        </p:txBody>
      </p:sp>
    </p:spTree>
    <p:extLst>
      <p:ext uri="{BB962C8B-B14F-4D97-AF65-F5344CB8AC3E}">
        <p14:creationId xmlns:p14="http://schemas.microsoft.com/office/powerpoint/2010/main" val="3806997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94020-4034-1750-8FB8-197E3CE68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354C9-8EB4-BC78-B7AD-D1EC9E100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3EC3E-BB99-CAA5-663F-4024113B3CC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3B83005-F584-8DB7-A0FA-5103F006CD24}"/>
              </a:ext>
            </a:extLst>
          </p:cNvPr>
          <p:cNvSpPr>
            <a:spLocks noGrp="1"/>
          </p:cNvSpPr>
          <p:nvPr>
            <p:ph type="sldNum" sz="quarter" idx="5"/>
          </p:nvPr>
        </p:nvSpPr>
        <p:spPr/>
        <p:txBody>
          <a:bodyPr/>
          <a:lstStyle/>
          <a:p>
            <a:fld id="{91D50827-86A0-43E8-81BB-EFC33F46E68C}" type="slidenum">
              <a:rPr lang="en-IN" smtClean="0"/>
              <a:t>66</a:t>
            </a:fld>
            <a:endParaRPr lang="en-IN"/>
          </a:p>
        </p:txBody>
      </p:sp>
    </p:spTree>
    <p:extLst>
      <p:ext uri="{BB962C8B-B14F-4D97-AF65-F5344CB8AC3E}">
        <p14:creationId xmlns:p14="http://schemas.microsoft.com/office/powerpoint/2010/main" val="25176687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0EDC8-0D7E-19DF-F7A0-B4F0F8C1D5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43941-0447-FD72-3E13-13A7B19882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A77A4-5E4E-5562-9154-BF4F9976EF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A0F9B9-6AB2-49A1-5965-04F3BFB556B7}"/>
              </a:ext>
            </a:extLst>
          </p:cNvPr>
          <p:cNvSpPr>
            <a:spLocks noGrp="1"/>
          </p:cNvSpPr>
          <p:nvPr>
            <p:ph type="sldNum" sz="quarter" idx="5"/>
          </p:nvPr>
        </p:nvSpPr>
        <p:spPr/>
        <p:txBody>
          <a:bodyPr/>
          <a:lstStyle/>
          <a:p>
            <a:fld id="{91D50827-86A0-43E8-81BB-EFC33F46E68C}" type="slidenum">
              <a:rPr lang="en-IN" smtClean="0"/>
              <a:t>67</a:t>
            </a:fld>
            <a:endParaRPr lang="en-IN"/>
          </a:p>
        </p:txBody>
      </p:sp>
    </p:spTree>
    <p:extLst>
      <p:ext uri="{BB962C8B-B14F-4D97-AF65-F5344CB8AC3E}">
        <p14:creationId xmlns:p14="http://schemas.microsoft.com/office/powerpoint/2010/main" val="17326356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035C4-D0C5-835A-A7D1-8E721CD4DE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72A59-94D1-93C6-6A5E-D002A7CD4A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387F01-98D2-316C-0EB2-2995628338D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E1DBEB6-41BA-8EC4-2006-3A8E101905EB}"/>
              </a:ext>
            </a:extLst>
          </p:cNvPr>
          <p:cNvSpPr>
            <a:spLocks noGrp="1"/>
          </p:cNvSpPr>
          <p:nvPr>
            <p:ph type="sldNum" sz="quarter" idx="5"/>
          </p:nvPr>
        </p:nvSpPr>
        <p:spPr/>
        <p:txBody>
          <a:bodyPr/>
          <a:lstStyle/>
          <a:p>
            <a:fld id="{91D50827-86A0-43E8-81BB-EFC33F46E68C}" type="slidenum">
              <a:rPr lang="en-IN" smtClean="0"/>
              <a:t>68</a:t>
            </a:fld>
            <a:endParaRPr lang="en-IN"/>
          </a:p>
        </p:txBody>
      </p:sp>
    </p:spTree>
    <p:extLst>
      <p:ext uri="{BB962C8B-B14F-4D97-AF65-F5344CB8AC3E}">
        <p14:creationId xmlns:p14="http://schemas.microsoft.com/office/powerpoint/2010/main" val="34415047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3938A-CA6E-E61F-1A1C-C80D2F4689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6BC51-B37F-3B4D-32EC-273877731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DF3DB-F933-EB53-E2A3-1382CA54911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4D9B048-CB80-6501-B65E-98E98232F2A3}"/>
              </a:ext>
            </a:extLst>
          </p:cNvPr>
          <p:cNvSpPr>
            <a:spLocks noGrp="1"/>
          </p:cNvSpPr>
          <p:nvPr>
            <p:ph type="sldNum" sz="quarter" idx="5"/>
          </p:nvPr>
        </p:nvSpPr>
        <p:spPr/>
        <p:txBody>
          <a:bodyPr/>
          <a:lstStyle/>
          <a:p>
            <a:fld id="{91D50827-86A0-43E8-81BB-EFC33F46E68C}" type="slidenum">
              <a:rPr lang="en-IN" smtClean="0"/>
              <a:t>69</a:t>
            </a:fld>
            <a:endParaRPr lang="en-IN"/>
          </a:p>
        </p:txBody>
      </p:sp>
    </p:spTree>
    <p:extLst>
      <p:ext uri="{BB962C8B-B14F-4D97-AF65-F5344CB8AC3E}">
        <p14:creationId xmlns:p14="http://schemas.microsoft.com/office/powerpoint/2010/main" val="25064665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0C578-A8DF-2EA4-EBE4-E12F3EBD25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2465D-ADD8-8234-4969-AD4835E7E2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9A740-D7EE-84CC-5D89-15DB968DB39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ABB092B-2CD3-1913-DF25-B99D21430CBC}"/>
              </a:ext>
            </a:extLst>
          </p:cNvPr>
          <p:cNvSpPr>
            <a:spLocks noGrp="1"/>
          </p:cNvSpPr>
          <p:nvPr>
            <p:ph type="sldNum" sz="quarter" idx="5"/>
          </p:nvPr>
        </p:nvSpPr>
        <p:spPr/>
        <p:txBody>
          <a:bodyPr/>
          <a:lstStyle/>
          <a:p>
            <a:fld id="{91D50827-86A0-43E8-81BB-EFC33F46E68C}" type="slidenum">
              <a:rPr lang="en-IN" smtClean="0"/>
              <a:t>70</a:t>
            </a:fld>
            <a:endParaRPr lang="en-IN"/>
          </a:p>
        </p:txBody>
      </p:sp>
    </p:spTree>
    <p:extLst>
      <p:ext uri="{BB962C8B-B14F-4D97-AF65-F5344CB8AC3E}">
        <p14:creationId xmlns:p14="http://schemas.microsoft.com/office/powerpoint/2010/main" val="1633207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A9149-D2C9-0E03-8EF4-AE331F85B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7B429-5292-8F8A-D241-412166607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22DC3-12D6-75AC-0176-D7FE9D535B6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1B9A2B-89BE-BFCA-748B-D914C3D20832}"/>
              </a:ext>
            </a:extLst>
          </p:cNvPr>
          <p:cNvSpPr>
            <a:spLocks noGrp="1"/>
          </p:cNvSpPr>
          <p:nvPr>
            <p:ph type="sldNum" sz="quarter" idx="5"/>
          </p:nvPr>
        </p:nvSpPr>
        <p:spPr/>
        <p:txBody>
          <a:bodyPr/>
          <a:lstStyle/>
          <a:p>
            <a:fld id="{91D50827-86A0-43E8-81BB-EFC33F46E68C}" type="slidenum">
              <a:rPr lang="en-IN" smtClean="0"/>
              <a:t>71</a:t>
            </a:fld>
            <a:endParaRPr lang="en-IN"/>
          </a:p>
        </p:txBody>
      </p:sp>
    </p:spTree>
    <p:extLst>
      <p:ext uri="{BB962C8B-B14F-4D97-AF65-F5344CB8AC3E}">
        <p14:creationId xmlns:p14="http://schemas.microsoft.com/office/powerpoint/2010/main" val="25066094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2C76F-B85D-B331-66BC-B0856272D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CDE9D-D360-F682-8398-9FD11BA4FB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FCD27-8362-BEDE-94A6-47A104E26F1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8C9D23F-B54D-13B8-51F7-991821FF9F9B}"/>
              </a:ext>
            </a:extLst>
          </p:cNvPr>
          <p:cNvSpPr>
            <a:spLocks noGrp="1"/>
          </p:cNvSpPr>
          <p:nvPr>
            <p:ph type="sldNum" sz="quarter" idx="5"/>
          </p:nvPr>
        </p:nvSpPr>
        <p:spPr/>
        <p:txBody>
          <a:bodyPr/>
          <a:lstStyle/>
          <a:p>
            <a:fld id="{91D50827-86A0-43E8-81BB-EFC33F46E68C}" type="slidenum">
              <a:rPr lang="en-IN" smtClean="0"/>
              <a:t>72</a:t>
            </a:fld>
            <a:endParaRPr lang="en-IN"/>
          </a:p>
        </p:txBody>
      </p:sp>
    </p:spTree>
    <p:extLst>
      <p:ext uri="{BB962C8B-B14F-4D97-AF65-F5344CB8AC3E}">
        <p14:creationId xmlns:p14="http://schemas.microsoft.com/office/powerpoint/2010/main" val="23760938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D9F4D-8E26-05CE-40F7-16F98B760B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9D5EF-46D7-348D-8EF1-6F5F3F01FB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50E142-66EB-4D0F-AAB2-1366CD7AB78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8F29956-FC0A-FA15-DF48-36D96A833930}"/>
              </a:ext>
            </a:extLst>
          </p:cNvPr>
          <p:cNvSpPr>
            <a:spLocks noGrp="1"/>
          </p:cNvSpPr>
          <p:nvPr>
            <p:ph type="sldNum" sz="quarter" idx="5"/>
          </p:nvPr>
        </p:nvSpPr>
        <p:spPr/>
        <p:txBody>
          <a:bodyPr/>
          <a:lstStyle/>
          <a:p>
            <a:fld id="{91D50827-86A0-43E8-81BB-EFC33F46E68C}" type="slidenum">
              <a:rPr lang="en-IN" smtClean="0"/>
              <a:t>73</a:t>
            </a:fld>
            <a:endParaRPr lang="en-IN"/>
          </a:p>
        </p:txBody>
      </p:sp>
    </p:spTree>
    <p:extLst>
      <p:ext uri="{BB962C8B-B14F-4D97-AF65-F5344CB8AC3E}">
        <p14:creationId xmlns:p14="http://schemas.microsoft.com/office/powerpoint/2010/main" val="14067835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ABAE7-16FA-76E4-7A16-23D312D3F8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DD37D0-91F5-4393-939E-31B038F22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4C2DD-9FE7-9377-53CD-2B7C0E99670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1AC6A39-894A-C169-5A43-181297D680B1}"/>
              </a:ext>
            </a:extLst>
          </p:cNvPr>
          <p:cNvSpPr>
            <a:spLocks noGrp="1"/>
          </p:cNvSpPr>
          <p:nvPr>
            <p:ph type="sldNum" sz="quarter" idx="5"/>
          </p:nvPr>
        </p:nvSpPr>
        <p:spPr/>
        <p:txBody>
          <a:bodyPr/>
          <a:lstStyle/>
          <a:p>
            <a:fld id="{91D50827-86A0-43E8-81BB-EFC33F46E68C}" type="slidenum">
              <a:rPr lang="en-IN" smtClean="0"/>
              <a:t>74</a:t>
            </a:fld>
            <a:endParaRPr lang="en-IN"/>
          </a:p>
        </p:txBody>
      </p:sp>
    </p:spTree>
    <p:extLst>
      <p:ext uri="{BB962C8B-B14F-4D97-AF65-F5344CB8AC3E}">
        <p14:creationId xmlns:p14="http://schemas.microsoft.com/office/powerpoint/2010/main" val="8297729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287FB-F8F9-C5CB-C277-8CF920AC82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3DFF2-E7DD-B146-2407-E0BCA9589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F723D0-F76C-F279-DAE8-EE62840669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F806DA-375B-3EBA-F2DF-E5E0ED975D9C}"/>
              </a:ext>
            </a:extLst>
          </p:cNvPr>
          <p:cNvSpPr>
            <a:spLocks noGrp="1"/>
          </p:cNvSpPr>
          <p:nvPr>
            <p:ph type="sldNum" sz="quarter" idx="5"/>
          </p:nvPr>
        </p:nvSpPr>
        <p:spPr/>
        <p:txBody>
          <a:bodyPr/>
          <a:lstStyle/>
          <a:p>
            <a:fld id="{91D50827-86A0-43E8-81BB-EFC33F46E68C}" type="slidenum">
              <a:rPr lang="en-IN" smtClean="0"/>
              <a:t>75</a:t>
            </a:fld>
            <a:endParaRPr lang="en-IN"/>
          </a:p>
        </p:txBody>
      </p:sp>
    </p:spTree>
    <p:extLst>
      <p:ext uri="{BB962C8B-B14F-4D97-AF65-F5344CB8AC3E}">
        <p14:creationId xmlns:p14="http://schemas.microsoft.com/office/powerpoint/2010/main" val="3531834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0C47C-ABEE-D063-AFB9-C64CE4CFE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0A024-0970-0360-F9E4-AE3E80C1A8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7D7435-294A-99D5-1C5C-92C3F568DCD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153C941-2D91-7B65-7055-C080BA774DAA}"/>
              </a:ext>
            </a:extLst>
          </p:cNvPr>
          <p:cNvSpPr>
            <a:spLocks noGrp="1"/>
          </p:cNvSpPr>
          <p:nvPr>
            <p:ph type="sldNum" sz="quarter" idx="5"/>
          </p:nvPr>
        </p:nvSpPr>
        <p:spPr/>
        <p:txBody>
          <a:bodyPr/>
          <a:lstStyle/>
          <a:p>
            <a:fld id="{91D50827-86A0-43E8-81BB-EFC33F46E68C}" type="slidenum">
              <a:rPr lang="en-IN" smtClean="0"/>
              <a:t>76</a:t>
            </a:fld>
            <a:endParaRPr lang="en-IN"/>
          </a:p>
        </p:txBody>
      </p:sp>
    </p:spTree>
    <p:extLst>
      <p:ext uri="{BB962C8B-B14F-4D97-AF65-F5344CB8AC3E}">
        <p14:creationId xmlns:p14="http://schemas.microsoft.com/office/powerpoint/2010/main" val="347047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extBox 4">
            <a:extLst>
              <a:ext uri="{FF2B5EF4-FFF2-40B4-BE49-F238E27FC236}">
                <a16:creationId xmlns:a16="http://schemas.microsoft.com/office/drawing/2014/main" id="{41511A9E-5E23-E796-A37C-5828BC6BC5E9}"/>
              </a:ext>
            </a:extLst>
          </p:cNvPr>
          <p:cNvSpPr>
            <a:spLocks noChangeArrowheads="1"/>
          </p:cNvSpPr>
          <p:nvPr userDrawn="1">
            <p:custDataLst>
              <p:tags r:id="rId1"/>
            </p:custDataLst>
          </p:nvPr>
        </p:nvSpPr>
        <p:spPr bwMode="auto">
          <a:xfrm>
            <a:off x="1168400" y="1744663"/>
            <a:ext cx="6858000"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US" altLang="en-US" sz="3500" b="1" dirty="0">
                <a:solidFill>
                  <a:srgbClr val="000000"/>
                </a:solidFill>
                <a:cs typeface="Times New Roman" panose="02020603050405020304" pitchFamily="18" charset="0"/>
              </a:rPr>
              <a:t>Advance</a:t>
            </a:r>
            <a:r>
              <a:rPr lang="en-IN" altLang="en-US" sz="3500" b="1" dirty="0">
                <a:solidFill>
                  <a:srgbClr val="000000"/>
                </a:solidFill>
                <a:cs typeface="Times New Roman" panose="02020603050405020304" pitchFamily="18" charset="0"/>
              </a:rPr>
              <a:t> Java</a:t>
            </a:r>
          </a:p>
        </p:txBody>
      </p:sp>
      <p:grpSp>
        <p:nvGrpSpPr>
          <p:cNvPr id="11" name="Group 26">
            <a:extLst>
              <a:ext uri="{FF2B5EF4-FFF2-40B4-BE49-F238E27FC236}">
                <a16:creationId xmlns:a16="http://schemas.microsoft.com/office/drawing/2014/main" id="{DB474A11-A826-652C-0461-958173031701}"/>
              </a:ext>
            </a:extLst>
          </p:cNvPr>
          <p:cNvGrpSpPr>
            <a:grpSpLocks/>
          </p:cNvGrpSpPr>
          <p:nvPr userDrawn="1"/>
        </p:nvGrpSpPr>
        <p:grpSpPr bwMode="auto">
          <a:xfrm>
            <a:off x="1417638" y="2692400"/>
            <a:ext cx="6308725" cy="93663"/>
            <a:chOff x="1428728" y="2571744"/>
            <a:chExt cx="6309404" cy="94298"/>
          </a:xfrm>
        </p:grpSpPr>
        <p:sp>
          <p:nvSpPr>
            <p:cNvPr id="12" name="Straight Connector 8">
              <a:extLst>
                <a:ext uri="{FF2B5EF4-FFF2-40B4-BE49-F238E27FC236}">
                  <a16:creationId xmlns:a16="http://schemas.microsoft.com/office/drawing/2014/main" id="{E07CD9FD-D4CD-79E7-B5D7-FC6094BEA5B8}"/>
                </a:ext>
              </a:extLst>
            </p:cNvPr>
            <p:cNvSpPr>
              <a:spLocks noChangeShapeType="1"/>
            </p:cNvSpPr>
            <p:nvPr>
              <p:custDataLst>
                <p:tags r:id="rId2"/>
              </p:custDataLst>
            </p:nvPr>
          </p:nvSpPr>
          <p:spPr bwMode="auto">
            <a:xfrm>
              <a:off x="1428728" y="2618094"/>
              <a:ext cx="6287177" cy="1598"/>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 name="Oval 24">
              <a:extLst>
                <a:ext uri="{FF2B5EF4-FFF2-40B4-BE49-F238E27FC236}">
                  <a16:creationId xmlns:a16="http://schemas.microsoft.com/office/drawing/2014/main" id="{84FF77FC-D0D8-A137-2AB7-1C1A0661D5CE}"/>
                </a:ext>
              </a:extLst>
            </p:cNvPr>
            <p:cNvSpPr>
              <a:spLocks noChangeArrowheads="1"/>
            </p:cNvSpPr>
            <p:nvPr>
              <p:custDataLst>
                <p:tags r:id="rId3"/>
              </p:custDataLst>
            </p:nvPr>
          </p:nvSpPr>
          <p:spPr bwMode="auto">
            <a:xfrm flipH="1" flipV="1">
              <a:off x="1428728" y="2571744"/>
              <a:ext cx="93672"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14" name="Oval 25">
              <a:extLst>
                <a:ext uri="{FF2B5EF4-FFF2-40B4-BE49-F238E27FC236}">
                  <a16:creationId xmlns:a16="http://schemas.microsoft.com/office/drawing/2014/main" id="{FDB144FE-873D-513E-9836-7B92A1E6B019}"/>
                </a:ext>
              </a:extLst>
            </p:cNvPr>
            <p:cNvSpPr>
              <a:spLocks noChangeArrowheads="1"/>
            </p:cNvSpPr>
            <p:nvPr>
              <p:custDataLst>
                <p:tags r:id="rId4"/>
              </p:custDataLst>
            </p:nvPr>
          </p:nvSpPr>
          <p:spPr bwMode="auto">
            <a:xfrm flipH="1" flipV="1">
              <a:off x="7644459" y="2571744"/>
              <a:ext cx="93673"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grpSp>
    </p:spTree>
    <p:extLst>
      <p:ext uri="{BB962C8B-B14F-4D97-AF65-F5344CB8AC3E}">
        <p14:creationId xmlns:p14="http://schemas.microsoft.com/office/powerpoint/2010/main" val="631046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19-08-2026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1090520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952F12-2FDA-48AD-A6E8-ACD1F072F40A}" type="datetimeFigureOut">
              <a:rPr lang="en-IN" smtClean="0"/>
              <a:t>19-08-2026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4997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952F12-2FDA-48AD-A6E8-ACD1F072F40A}" type="datetimeFigureOut">
              <a:rPr lang="en-IN" smtClean="0"/>
              <a:t>19-08-2026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76119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952F12-2FDA-48AD-A6E8-ACD1F072F40A}" type="datetimeFigureOut">
              <a:rPr lang="en-IN" smtClean="0"/>
              <a:t>19-08-2026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072238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952F12-2FDA-48AD-A6E8-ACD1F072F40A}" type="datetimeFigureOut">
              <a:rPr lang="en-IN" smtClean="0"/>
              <a:t>19-08-2026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709040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952F12-2FDA-48AD-A6E8-ACD1F072F40A}" type="datetimeFigureOut">
              <a:rPr lang="en-IN" smtClean="0"/>
              <a:t>19-08-2026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5263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952F12-2FDA-48AD-A6E8-ACD1F072F40A}" type="datetimeFigureOut">
              <a:rPr lang="en-IN" smtClean="0"/>
              <a:t>19-08-2026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495505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952F12-2FDA-48AD-A6E8-ACD1F072F40A}" type="datetimeFigureOut">
              <a:rPr lang="en-IN" smtClean="0"/>
              <a:t>19-08-2026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097958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19-08-2026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283925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19-08-2026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334082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B9A7D7C4-093D-3558-082E-2361FC2F20AD}"/>
              </a:ext>
            </a:extLst>
          </p:cNvPr>
          <p:cNvPicPr>
            <a:picLocks noChangeAspect="1" noChangeArrowheads="1"/>
          </p:cNvPicPr>
          <p:nvPr userDrawn="1">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856581" y="2776455"/>
            <a:ext cx="5430838"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Tree>
    <p:extLst>
      <p:ext uri="{BB962C8B-B14F-4D97-AF65-F5344CB8AC3E}">
        <p14:creationId xmlns:p14="http://schemas.microsoft.com/office/powerpoint/2010/main" val="2951546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9" name="Picture 4" descr="C:\Users\parul\Desktop\Cover Page with yellow patch - Version 18.png">
            <a:extLst>
              <a:ext uri="{FF2B5EF4-FFF2-40B4-BE49-F238E27FC236}">
                <a16:creationId xmlns:a16="http://schemas.microsoft.com/office/drawing/2014/main" id="{756C4F08-D2D8-AEB6-9825-5F33B0070428}"/>
              </a:ext>
            </a:extLst>
          </p:cNvPr>
          <p:cNvPicPr>
            <a:picLocks noChangeAspect="1" noChangeArrowheads="1"/>
          </p:cNvPicPr>
          <p:nvPr userDrawn="1">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038475" y="4946650"/>
            <a:ext cx="30670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160776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952F12-2FDA-48AD-A6E8-ACD1F072F40A}" type="datetimeFigureOut">
              <a:rPr lang="en-IN" smtClean="0"/>
              <a:t>19-08-2026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948770-0E36-4D7D-8124-C06EC090C77E}" type="slidenum">
              <a:rPr lang="en-IN" smtClean="0"/>
              <a:t>‹#›</a:t>
            </a:fld>
            <a:endParaRPr lang="en-IN"/>
          </a:p>
        </p:txBody>
      </p:sp>
    </p:spTree>
    <p:extLst>
      <p:ext uri="{BB962C8B-B14F-4D97-AF65-F5344CB8AC3E}">
        <p14:creationId xmlns:p14="http://schemas.microsoft.com/office/powerpoint/2010/main" val="9660286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8.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xml"/><Relationship Id="rId1" Type="http://schemas.openxmlformats.org/officeDocument/2006/relationships/tags" Target="../tags/tag1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xml"/><Relationship Id="rId1" Type="http://schemas.openxmlformats.org/officeDocument/2006/relationships/tags" Target="../tags/tag14.xml"/></Relationships>
</file>

<file path=ppt/slides/_rels/slide5.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3.png"/><Relationship Id="rId4"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notesSlide" Target="../notesSlides/notesSlide1.xml"/><Relationship Id="rId4"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notesSlide" Target="../notesSlides/notesSlide2.xml"/><Relationship Id="rId4"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4.png"/><Relationship Id="rId5" Type="http://schemas.openxmlformats.org/officeDocument/2006/relationships/notesSlide" Target="../notesSlides/notesSlide3.xml"/><Relationship Id="rId4"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notesSlide" Target="../notesSlides/notesSlide4.xml"/><Relationship Id="rId4"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notesSlide" Target="../notesSlides/notesSlide5.xml"/><Relationship Id="rId4"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notesSlide" Target="../notesSlides/notesSlide6.xml"/><Relationship Id="rId4"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notesSlide" Target="../notesSlides/notesSlide7.xml"/><Relationship Id="rId4"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notesSlide" Target="../notesSlides/notesSlide8.xml"/><Relationship Id="rId4"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notesSlide" Target="../notesSlides/notesSlide9.xml"/><Relationship Id="rId4"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notesSlide" Target="../notesSlides/notesSlide10.xml"/><Relationship Id="rId4"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notesSlide" Target="../notesSlides/notesSlide11.xml"/><Relationship Id="rId4"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notesSlide" Target="../notesSlides/notesSlide12.xml"/><Relationship Id="rId4"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notesSlide" Target="../notesSlides/notesSlide13.xml"/><Relationship Id="rId4"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notesSlide" Target="../notesSlides/notesSlide14.xml"/><Relationship Id="rId4"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5" Type="http://schemas.openxmlformats.org/officeDocument/2006/relationships/notesSlide" Target="../notesSlides/notesSlide15.xml"/><Relationship Id="rId4"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5" Type="http://schemas.openxmlformats.org/officeDocument/2006/relationships/notesSlide" Target="../notesSlides/notesSlide16.xml"/><Relationship Id="rId4"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notesSlide" Target="../notesSlides/notesSlide17.xml"/><Relationship Id="rId4"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notesSlide" Target="../notesSlides/notesSlide18.xml"/><Relationship Id="rId4"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04.xml"/><Relationship Id="rId1" Type="http://schemas.openxmlformats.org/officeDocument/2006/relationships/tags" Target="../tags/tag103.xml"/><Relationship Id="rId4"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5" Type="http://schemas.openxmlformats.org/officeDocument/2006/relationships/notesSlide" Target="../notesSlides/notesSlide20.xml"/><Relationship Id="rId4"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5" Type="http://schemas.openxmlformats.org/officeDocument/2006/relationships/notesSlide" Target="../notesSlides/notesSlide21.xml"/><Relationship Id="rId4"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2.xml"/><Relationship Id="rId1" Type="http://schemas.openxmlformats.org/officeDocument/2006/relationships/tags" Target="../tags/tag111.xml"/><Relationship Id="rId4"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4.xml"/><Relationship Id="rId1" Type="http://schemas.openxmlformats.org/officeDocument/2006/relationships/tags" Target="../tags/tag113.xml"/><Relationship Id="rId4"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6.xml"/><Relationship Id="rId1" Type="http://schemas.openxmlformats.org/officeDocument/2006/relationships/tags" Target="../tags/tag115.xml"/><Relationship Id="rId4"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8.xml"/><Relationship Id="rId1" Type="http://schemas.openxmlformats.org/officeDocument/2006/relationships/tags" Target="../tags/tag117.xml"/><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0.xml"/><Relationship Id="rId1" Type="http://schemas.openxmlformats.org/officeDocument/2006/relationships/tags" Target="../tags/tag119.xml"/><Relationship Id="rId4"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2.xml"/><Relationship Id="rId1" Type="http://schemas.openxmlformats.org/officeDocument/2006/relationships/tags" Target="../tags/tag121.xml"/><Relationship Id="rId4"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4.xml"/><Relationship Id="rId1" Type="http://schemas.openxmlformats.org/officeDocument/2006/relationships/tags" Target="../tags/tag123.xml"/><Relationship Id="rId4"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6.xml"/><Relationship Id="rId1" Type="http://schemas.openxmlformats.org/officeDocument/2006/relationships/tags" Target="../tags/tag125.xml"/><Relationship Id="rId4"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8.xml"/><Relationship Id="rId1" Type="http://schemas.openxmlformats.org/officeDocument/2006/relationships/tags" Target="../tags/tag127.xml"/><Relationship Id="rId4"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0.xml"/><Relationship Id="rId1" Type="http://schemas.openxmlformats.org/officeDocument/2006/relationships/tags" Target="../tags/tag129.xml"/><Relationship Id="rId4"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2.xml"/><Relationship Id="rId1" Type="http://schemas.openxmlformats.org/officeDocument/2006/relationships/tags" Target="../tags/tag131.xml"/><Relationship Id="rId4"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4.xml"/><Relationship Id="rId1" Type="http://schemas.openxmlformats.org/officeDocument/2006/relationships/tags" Target="../tags/tag133.xml"/><Relationship Id="rId4"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6.xml"/><Relationship Id="rId1" Type="http://schemas.openxmlformats.org/officeDocument/2006/relationships/tags" Target="../tags/tag135.xml"/><Relationship Id="rId4"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8.xml"/><Relationship Id="rId1" Type="http://schemas.openxmlformats.org/officeDocument/2006/relationships/tags" Target="../tags/tag137.xml"/><Relationship Id="rId4"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0.xml"/><Relationship Id="rId1" Type="http://schemas.openxmlformats.org/officeDocument/2006/relationships/tags" Target="../tags/tag139.xml"/><Relationship Id="rId4"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2.xml"/><Relationship Id="rId1" Type="http://schemas.openxmlformats.org/officeDocument/2006/relationships/tags" Target="../tags/tag141.xml"/><Relationship Id="rId4"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4.xml"/><Relationship Id="rId1" Type="http://schemas.openxmlformats.org/officeDocument/2006/relationships/tags" Target="../tags/tag143.xml"/><Relationship Id="rId4"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6.xml"/><Relationship Id="rId1" Type="http://schemas.openxmlformats.org/officeDocument/2006/relationships/tags" Target="../tags/tag145.xml"/><Relationship Id="rId4"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8.xml"/><Relationship Id="rId1" Type="http://schemas.openxmlformats.org/officeDocument/2006/relationships/tags" Target="../tags/tag147.xml"/><Relationship Id="rId4"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0.xml"/><Relationship Id="rId1" Type="http://schemas.openxmlformats.org/officeDocument/2006/relationships/tags" Target="../tags/tag149.xml"/><Relationship Id="rId4" Type="http://schemas.openxmlformats.org/officeDocument/2006/relationships/notesSlide" Target="../notesSlides/notesSlide41.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2.xml"/><Relationship Id="rId1" Type="http://schemas.openxmlformats.org/officeDocument/2006/relationships/tags" Target="../tags/tag151.xml"/><Relationship Id="rId4" Type="http://schemas.openxmlformats.org/officeDocument/2006/relationships/notesSlide" Target="../notesSlides/notesSlide42.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4.xml"/><Relationship Id="rId1" Type="http://schemas.openxmlformats.org/officeDocument/2006/relationships/tags" Target="../tags/tag153.xml"/><Relationship Id="rId4"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6.xml"/><Relationship Id="rId1" Type="http://schemas.openxmlformats.org/officeDocument/2006/relationships/tags" Target="../tags/tag155.xml"/><Relationship Id="rId4"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8.xml"/><Relationship Id="rId1" Type="http://schemas.openxmlformats.org/officeDocument/2006/relationships/tags" Target="../tags/tag157.xml"/><Relationship Id="rId4" Type="http://schemas.openxmlformats.org/officeDocument/2006/relationships/notesSlide" Target="../notesSlides/notesSlide45.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60.xml"/><Relationship Id="rId1" Type="http://schemas.openxmlformats.org/officeDocument/2006/relationships/tags" Target="../tags/tag159.xml"/><Relationship Id="rId4" Type="http://schemas.openxmlformats.org/officeDocument/2006/relationships/notesSlide" Target="../notesSlides/notesSlide46.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62.xml"/><Relationship Id="rId1" Type="http://schemas.openxmlformats.org/officeDocument/2006/relationships/tags" Target="../tags/tag161.xml"/><Relationship Id="rId4"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64.xml"/><Relationship Id="rId1" Type="http://schemas.openxmlformats.org/officeDocument/2006/relationships/tags" Target="../tags/tag163.xml"/><Relationship Id="rId4"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66.xml"/><Relationship Id="rId1" Type="http://schemas.openxmlformats.org/officeDocument/2006/relationships/tags" Target="../tags/tag165.xml"/><Relationship Id="rId4"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68.xml"/><Relationship Id="rId1" Type="http://schemas.openxmlformats.org/officeDocument/2006/relationships/tags" Target="../tags/tag167.xml"/><Relationship Id="rId4"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70.xml"/><Relationship Id="rId1" Type="http://schemas.openxmlformats.org/officeDocument/2006/relationships/tags" Target="../tags/tag169.xml"/><Relationship Id="rId4"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72.xml"/><Relationship Id="rId1" Type="http://schemas.openxmlformats.org/officeDocument/2006/relationships/tags" Target="../tags/tag171.xml"/><Relationship Id="rId4"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74.xml"/><Relationship Id="rId1" Type="http://schemas.openxmlformats.org/officeDocument/2006/relationships/tags" Target="../tags/tag173.xml"/><Relationship Id="rId4"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76.xml"/><Relationship Id="rId1" Type="http://schemas.openxmlformats.org/officeDocument/2006/relationships/tags" Target="../tags/tag175.xml"/><Relationship Id="rId4" Type="http://schemas.openxmlformats.org/officeDocument/2006/relationships/notesSlide" Target="../notesSlides/notesSlide54.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78.xml"/><Relationship Id="rId1" Type="http://schemas.openxmlformats.org/officeDocument/2006/relationships/tags" Target="../tags/tag177.xml"/><Relationship Id="rId4" Type="http://schemas.openxmlformats.org/officeDocument/2006/relationships/notesSlide" Target="../notesSlides/notesSlide55.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80.xml"/><Relationship Id="rId1" Type="http://schemas.openxmlformats.org/officeDocument/2006/relationships/tags" Target="../tags/tag179.xml"/><Relationship Id="rId4"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82.xml"/><Relationship Id="rId1" Type="http://schemas.openxmlformats.org/officeDocument/2006/relationships/tags" Target="../tags/tag181.xml"/><Relationship Id="rId4"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84.xml"/><Relationship Id="rId1" Type="http://schemas.openxmlformats.org/officeDocument/2006/relationships/tags" Target="../tags/tag183.xml"/><Relationship Id="rId4"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86.xml"/><Relationship Id="rId1" Type="http://schemas.openxmlformats.org/officeDocument/2006/relationships/tags" Target="../tags/tag185.xml"/><Relationship Id="rId4"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88.xml"/><Relationship Id="rId1" Type="http://schemas.openxmlformats.org/officeDocument/2006/relationships/tags" Target="../tags/tag187.xml"/><Relationship Id="rId4"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90.xml"/><Relationship Id="rId1" Type="http://schemas.openxmlformats.org/officeDocument/2006/relationships/tags" Target="../tags/tag189.xml"/><Relationship Id="rId4"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50BCAC4D-696F-B836-4773-589954086317}"/>
              </a:ext>
            </a:extLst>
          </p:cNvPr>
          <p:cNvSpPr>
            <a:spLocks noChangeArrowheads="1"/>
          </p:cNvSpPr>
          <p:nvPr>
            <p:custDataLst>
              <p:tags r:id="rId1"/>
            </p:custDataLst>
          </p:nvPr>
        </p:nvSpPr>
        <p:spPr bwMode="auto">
          <a:xfrm>
            <a:off x="0" y="3714750"/>
            <a:ext cx="9144000" cy="714375"/>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None/>
            </a:pPr>
            <a:r>
              <a:rPr lang="en-IN" b="1" dirty="0">
                <a:latin typeface="Times New Roman" panose="02020603050405020304" pitchFamily="18" charset="0"/>
                <a:cs typeface="Times New Roman" panose="02020603050405020304" pitchFamily="18" charset="0"/>
              </a:rPr>
              <a:t>Java Server Pages</a:t>
            </a:r>
            <a:endParaRPr lang="en-IN" altLang="en-US" b="1" dirty="0">
              <a:solidFill>
                <a:schemeClr val="bg1"/>
              </a:solidFill>
              <a:latin typeface="Times New Roman" panose="02020603050405020304" pitchFamily="18" charset="0"/>
              <a:cs typeface="Times New Roman" panose="02020603050405020304" pitchFamily="18" charset="0"/>
            </a:endParaRPr>
          </a:p>
        </p:txBody>
      </p:sp>
      <p:sp>
        <p:nvSpPr>
          <p:cNvPr id="5" name="TextBox 6">
            <a:extLst>
              <a:ext uri="{FF2B5EF4-FFF2-40B4-BE49-F238E27FC236}">
                <a16:creationId xmlns:a16="http://schemas.microsoft.com/office/drawing/2014/main" id="{2B27439B-57F6-0AA6-0670-092242D019AD}"/>
              </a:ext>
            </a:extLst>
          </p:cNvPr>
          <p:cNvSpPr>
            <a:spLocks noChangeArrowheads="1"/>
          </p:cNvSpPr>
          <p:nvPr>
            <p:custDataLst>
              <p:tags r:id="rId2"/>
            </p:custDataLst>
          </p:nvPr>
        </p:nvSpPr>
        <p:spPr bwMode="auto">
          <a:xfrm>
            <a:off x="1714500" y="3071813"/>
            <a:ext cx="571500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IN" altLang="en-US" sz="3500" b="1">
                <a:cs typeface="Times New Roman" panose="02020603050405020304" pitchFamily="18" charset="0"/>
              </a:rPr>
              <a:t>Unit -2</a:t>
            </a:r>
            <a:endParaRPr lang="en-IN" altLang="en-US" sz="3500" b="1" dirty="0">
              <a:cs typeface="Times New Roman" panose="02020603050405020304" pitchFamily="18" charset="0"/>
            </a:endParaRPr>
          </a:p>
        </p:txBody>
      </p:sp>
      <p:sp>
        <p:nvSpPr>
          <p:cNvPr id="2" name="TextBox 1">
            <a:extLst>
              <a:ext uri="{FF2B5EF4-FFF2-40B4-BE49-F238E27FC236}">
                <a16:creationId xmlns:a16="http://schemas.microsoft.com/office/drawing/2014/main" id="{EFD23ADB-C3BE-2E60-0F4B-92133481DF8A}"/>
              </a:ext>
            </a:extLst>
          </p:cNvPr>
          <p:cNvSpPr txBox="1"/>
          <p:nvPr/>
        </p:nvSpPr>
        <p:spPr>
          <a:xfrm>
            <a:off x="5214257" y="3254829"/>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54765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B936D777-4D08-FC9C-562C-397B52751678}"/>
              </a:ext>
            </a:extLst>
          </p:cNvPr>
          <p:cNvSpPr txBox="1">
            <a:spLocks noChangeArrowheads="1"/>
          </p:cNvSpPr>
          <p:nvPr>
            <p:custDataLst>
              <p:tags r:id="rId1"/>
            </p:custDataLst>
          </p:nvPr>
        </p:nvSpPr>
        <p:spPr bwMode="auto">
          <a:xfrm>
            <a:off x="190500" y="2352675"/>
            <a:ext cx="8763000" cy="4081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r>
              <a:rPr lang="en-IN" sz="2400" b="1" dirty="0">
                <a:latin typeface="Times New Roman" panose="02020603050405020304" pitchFamily="18" charset="0"/>
                <a:cs typeface="Times New Roman" panose="02020603050405020304" pitchFamily="18" charset="0"/>
              </a:rPr>
              <a:t>JSP</a:t>
            </a:r>
            <a:r>
              <a:rPr lang="en-IN" sz="2400" dirty="0">
                <a:latin typeface="Times New Roman" panose="02020603050405020304" pitchFamily="18" charset="0"/>
                <a:cs typeface="Times New Roman" panose="02020603050405020304" pitchFamily="18" charset="0"/>
              </a:rPr>
              <a:t> technology is used to create web applications just like Servlet technology.</a:t>
            </a:r>
          </a:p>
          <a:p>
            <a:r>
              <a:rPr lang="en-IN" sz="2400" dirty="0">
                <a:latin typeface="Times New Roman" panose="02020603050405020304" pitchFamily="18" charset="0"/>
                <a:cs typeface="Times New Roman" panose="02020603050405020304" pitchFamily="18" charset="0"/>
              </a:rPr>
              <a:t> It can be considered an extension to servlet because it provides more functionality than servlet such as expression language, JSTL, etc.</a:t>
            </a:r>
          </a:p>
          <a:p>
            <a:r>
              <a:rPr lang="en-IN" sz="2400" dirty="0">
                <a:latin typeface="Times New Roman" panose="02020603050405020304" pitchFamily="18" charset="0"/>
                <a:cs typeface="Times New Roman" panose="02020603050405020304" pitchFamily="18" charset="0"/>
              </a:rPr>
              <a:t>A JSP page consists of HTML tags and JSP tags. </a:t>
            </a:r>
          </a:p>
          <a:p>
            <a:r>
              <a:rPr lang="en-IN" sz="2400" dirty="0">
                <a:latin typeface="Times New Roman" panose="02020603050405020304" pitchFamily="18" charset="0"/>
                <a:cs typeface="Times New Roman" panose="02020603050405020304" pitchFamily="18" charset="0"/>
              </a:rPr>
              <a:t>The JSP pages are easier to maintain than Servlet because we can separate design and development. </a:t>
            </a:r>
          </a:p>
          <a:p>
            <a:r>
              <a:rPr lang="en-IN" sz="2400" dirty="0">
                <a:latin typeface="Times New Roman" panose="02020603050405020304" pitchFamily="18" charset="0"/>
                <a:cs typeface="Times New Roman" panose="02020603050405020304" pitchFamily="18" charset="0"/>
              </a:rPr>
              <a:t>It provides additional features such as Expression Language, Custom Tags etc.</a:t>
            </a:r>
          </a:p>
        </p:txBody>
      </p:sp>
      <p:sp>
        <p:nvSpPr>
          <p:cNvPr id="3" name="Rectangle 7">
            <a:extLst>
              <a:ext uri="{FF2B5EF4-FFF2-40B4-BE49-F238E27FC236}">
                <a16:creationId xmlns:a16="http://schemas.microsoft.com/office/drawing/2014/main" id="{CCBA97CA-D87D-215B-98B6-91DE108DF67C}"/>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C9B4BC39-29FF-0424-D8B1-CEFC7187CAEF}"/>
              </a:ext>
            </a:extLst>
          </p:cNvPr>
          <p:cNvSpPr>
            <a:spLocks noChangeArrowheads="1"/>
          </p:cNvSpPr>
          <p:nvPr>
            <p:custDataLst>
              <p:tags r:id="rId3"/>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b="1" dirty="0">
                <a:latin typeface="Times New Roman" panose="02020603050405020304" pitchFamily="18" charset="0"/>
                <a:cs typeface="Times New Roman" panose="02020603050405020304" pitchFamily="18" charset="0"/>
              </a:rPr>
              <a:t>Introduction to JSP</a:t>
            </a:r>
            <a:endParaRPr lang="en-IN" altLang="en-US"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7069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77C92-8072-29AB-1A88-633CA9EC4C1E}"/>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CFBEFEB9-82E0-AB9D-0B42-57C6AE0CB916}"/>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C4CA0C8D-E467-9B8E-2506-BC3753909487}"/>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dirty="0">
                <a:latin typeface="Times New Roman" panose="02020603050405020304" pitchFamily="18" charset="0"/>
                <a:cs typeface="Times New Roman" panose="02020603050405020304" pitchFamily="18" charset="0"/>
              </a:rPr>
              <a:t>Need for JSP</a:t>
            </a:r>
            <a:endParaRPr lang="en-IN" b="1" i="0" dirty="0">
              <a:solidFill>
                <a:srgbClr val="FFFFFF"/>
              </a:solidFill>
              <a:effectLst/>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1EC56D7F-5DF7-DF3F-D1BC-C85BA2D190D5}"/>
              </a:ext>
            </a:extLst>
          </p:cNvPr>
          <p:cNvSpPr>
            <a:spLocks noChangeArrowheads="1"/>
          </p:cNvSpPr>
          <p:nvPr/>
        </p:nvSpPr>
        <p:spPr bwMode="auto">
          <a:xfrm>
            <a:off x="0" y="2085056"/>
            <a:ext cx="8762999"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Overcomes the limitations of Servlets by separating business logic and presentation.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complexity in web development.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easier management for large-scale web applications.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b="1" dirty="0">
                <a:latin typeface="Times New Roman" panose="02020603050405020304" pitchFamily="18" charset="0"/>
                <a:cs typeface="Times New Roman" panose="02020603050405020304" pitchFamily="18" charset="0"/>
              </a:rPr>
              <a:t>Without JSP</a:t>
            </a:r>
          </a:p>
          <a:p>
            <a:pPr lvl="0" defTabSz="914400" eaLnBrk="0" fontAlgn="base" hangingPunct="0">
              <a:spcBef>
                <a:spcPct val="0"/>
              </a:spcBef>
              <a:spcAft>
                <a:spcPct val="0"/>
              </a:spcAft>
              <a:buFontTx/>
              <a:buChar char="•"/>
            </a:pPr>
            <a:r>
              <a:rPr lang="en-US" altLang="en-US" sz="2400" dirty="0" err="1">
                <a:latin typeface="Times New Roman" panose="02020603050405020304" pitchFamily="18" charset="0"/>
                <a:cs typeface="Times New Roman" panose="02020603050405020304" pitchFamily="18" charset="0"/>
              </a:rPr>
              <a:t>out.println</a:t>
            </a:r>
            <a:r>
              <a:rPr lang="en-US" altLang="en-US" sz="2400" dirty="0">
                <a:latin typeface="Times New Roman" panose="02020603050405020304" pitchFamily="18" charset="0"/>
                <a:cs typeface="Times New Roman" panose="02020603050405020304" pitchFamily="18" charset="0"/>
              </a:rPr>
              <a:t>("&lt;html&gt;");</a:t>
            </a:r>
          </a:p>
          <a:p>
            <a:pPr lvl="0" defTabSz="914400" eaLnBrk="0" fontAlgn="base" hangingPunct="0">
              <a:spcBef>
                <a:spcPct val="0"/>
              </a:spcBef>
              <a:spcAft>
                <a:spcPct val="0"/>
              </a:spcAft>
              <a:buFontTx/>
              <a:buChar char="•"/>
            </a:pPr>
            <a:r>
              <a:rPr lang="en-US" altLang="en-US" sz="2400" dirty="0" err="1">
                <a:latin typeface="Times New Roman" panose="02020603050405020304" pitchFamily="18" charset="0"/>
                <a:cs typeface="Times New Roman" panose="02020603050405020304" pitchFamily="18" charset="0"/>
              </a:rPr>
              <a:t>out.println</a:t>
            </a:r>
            <a:r>
              <a:rPr lang="en-US" altLang="en-US" sz="2400" dirty="0">
                <a:latin typeface="Times New Roman" panose="02020603050405020304" pitchFamily="18" charset="0"/>
                <a:cs typeface="Times New Roman" panose="02020603050405020304" pitchFamily="18" charset="0"/>
              </a:rPr>
              <a:t>("&lt;h1&gt;Welcome " + name + "&lt;/h1&gt;");</a:t>
            </a:r>
          </a:p>
          <a:p>
            <a:pPr lvl="0" defTabSz="914400" eaLnBrk="0" fontAlgn="base" hangingPunct="0">
              <a:spcBef>
                <a:spcPct val="0"/>
              </a:spcBef>
              <a:spcAft>
                <a:spcPct val="0"/>
              </a:spcAft>
              <a:buFontTx/>
              <a:buChar char="•"/>
            </a:pPr>
            <a:r>
              <a:rPr lang="en-US" altLang="en-US" sz="2400" dirty="0" err="1">
                <a:latin typeface="Times New Roman" panose="02020603050405020304" pitchFamily="18" charset="0"/>
                <a:cs typeface="Times New Roman" panose="02020603050405020304" pitchFamily="18" charset="0"/>
              </a:rPr>
              <a:t>out.println</a:t>
            </a:r>
            <a:r>
              <a:rPr lang="en-US" altLang="en-US" sz="2400" dirty="0">
                <a:latin typeface="Times New Roman" panose="02020603050405020304" pitchFamily="18" charset="0"/>
                <a:cs typeface="Times New Roman" panose="02020603050405020304" pitchFamily="18" charset="0"/>
              </a:rPr>
              <a:t>("&lt;/html&gt;");</a:t>
            </a:r>
          </a:p>
          <a:p>
            <a:pPr lvl="0" defTabSz="914400" eaLnBrk="0" fontAlgn="base" hangingPunct="0">
              <a:spcBef>
                <a:spcPct val="0"/>
              </a:spcBef>
              <a:spcAft>
                <a:spcPct val="0"/>
              </a:spcAft>
              <a:buFontTx/>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JSP</a:t>
            </a:r>
          </a:p>
          <a:p>
            <a:pPr lvl="0" defTabSz="91440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&lt;h1&gt;Welcome ${name}&lt;/h1&gt;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1405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C580D-B5B4-DA3E-3F15-9086A96BC315}"/>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BB935236-ABC0-2BA1-BC1B-3270D1D23195}"/>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2448D14F-E16C-FEBB-FE0B-9D92562608EE}"/>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dirty="0">
                <a:latin typeface="Times New Roman" panose="02020603050405020304" pitchFamily="18" charset="0"/>
                <a:cs typeface="Times New Roman" panose="02020603050405020304" pitchFamily="18" charset="0"/>
              </a:rPr>
              <a:t>Servlet vs JSP</a:t>
            </a:r>
            <a:endParaRPr lang="en-IN" b="1" i="0" dirty="0">
              <a:solidFill>
                <a:srgbClr val="FFFFFF"/>
              </a:solidFill>
              <a:effectLst/>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F4CECE1B-44ED-F284-3E4A-C904216CDA63}"/>
              </a:ext>
            </a:extLst>
          </p:cNvPr>
          <p:cNvGraphicFramePr>
            <a:graphicFrameLocks noGrp="1"/>
          </p:cNvGraphicFramePr>
          <p:nvPr>
            <p:extLst>
              <p:ext uri="{D42A27DB-BD31-4B8C-83A1-F6EECF244321}">
                <p14:modId xmlns:p14="http://schemas.microsoft.com/office/powerpoint/2010/main" val="3028738463"/>
              </p:ext>
            </p:extLst>
          </p:nvPr>
        </p:nvGraphicFramePr>
        <p:xfrm>
          <a:off x="190500" y="2583974"/>
          <a:ext cx="8763000" cy="4110740"/>
        </p:xfrm>
        <a:graphic>
          <a:graphicData uri="http://schemas.openxmlformats.org/drawingml/2006/table">
            <a:tbl>
              <a:tblPr>
                <a:tableStyleId>{08FB837D-C827-4EFA-A057-4D05807E0F7C}</a:tableStyleId>
              </a:tblPr>
              <a:tblGrid>
                <a:gridCol w="4381500">
                  <a:extLst>
                    <a:ext uri="{9D8B030D-6E8A-4147-A177-3AD203B41FA5}">
                      <a16:colId xmlns:a16="http://schemas.microsoft.com/office/drawing/2014/main" val="3919012401"/>
                    </a:ext>
                  </a:extLst>
                </a:gridCol>
                <a:gridCol w="4381500">
                  <a:extLst>
                    <a:ext uri="{9D8B030D-6E8A-4147-A177-3AD203B41FA5}">
                      <a16:colId xmlns:a16="http://schemas.microsoft.com/office/drawing/2014/main" val="1397187738"/>
                    </a:ext>
                  </a:extLst>
                </a:gridCol>
              </a:tblGrid>
              <a:tr h="530418">
                <a:tc>
                  <a:txBody>
                    <a:bodyPr/>
                    <a:lstStyle/>
                    <a:p>
                      <a:pPr algn="ctr">
                        <a:buNone/>
                      </a:pPr>
                      <a:r>
                        <a:rPr lang="en-IN" sz="2000" b="1" dirty="0">
                          <a:latin typeface="Times New Roman" panose="02020603050405020304" pitchFamily="18" charset="0"/>
                          <a:cs typeface="Times New Roman" panose="02020603050405020304" pitchFamily="18" charset="0"/>
                        </a:rPr>
                        <a:t>Servlet</a:t>
                      </a:r>
                    </a:p>
                  </a:txBody>
                  <a:tcPr anchor="ctr"/>
                </a:tc>
                <a:tc>
                  <a:txBody>
                    <a:bodyPr/>
                    <a:lstStyle/>
                    <a:p>
                      <a:pPr algn="ctr">
                        <a:buNone/>
                      </a:pPr>
                      <a:r>
                        <a:rPr lang="en-IN" sz="2000" b="1" dirty="0">
                          <a:latin typeface="Times New Roman" panose="02020603050405020304" pitchFamily="18" charset="0"/>
                          <a:cs typeface="Times New Roman" panose="02020603050405020304" pitchFamily="18" charset="0"/>
                        </a:rPr>
                        <a:t>JSP</a:t>
                      </a:r>
                    </a:p>
                  </a:txBody>
                  <a:tcPr anchor="ctr"/>
                </a:tc>
                <a:extLst>
                  <a:ext uri="{0D108BD9-81ED-4DB2-BD59-A6C34878D82A}">
                    <a16:rowId xmlns:a16="http://schemas.microsoft.com/office/drawing/2014/main" val="142150027"/>
                  </a:ext>
                </a:extLst>
              </a:tr>
              <a:tr h="530418">
                <a:tc>
                  <a:txBody>
                    <a:bodyPr/>
                    <a:lstStyle/>
                    <a:p>
                      <a:pPr algn="ctr">
                        <a:buNone/>
                      </a:pPr>
                      <a:r>
                        <a:rPr lang="en-IN" sz="2000">
                          <a:latin typeface="Times New Roman" panose="02020603050405020304" pitchFamily="18" charset="0"/>
                          <a:cs typeface="Times New Roman" panose="02020603050405020304" pitchFamily="18" charset="0"/>
                        </a:rPr>
                        <a:t>Mainly Java code</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Mainly HTML</a:t>
                      </a:r>
                    </a:p>
                  </a:txBody>
                  <a:tcPr anchor="ctr"/>
                </a:tc>
                <a:extLst>
                  <a:ext uri="{0D108BD9-81ED-4DB2-BD59-A6C34878D82A}">
                    <a16:rowId xmlns:a16="http://schemas.microsoft.com/office/drawing/2014/main" val="1058162030"/>
                  </a:ext>
                </a:extLst>
              </a:tr>
              <a:tr h="928232">
                <a:tc>
                  <a:txBody>
                    <a:bodyPr/>
                    <a:lstStyle/>
                    <a:p>
                      <a:pPr algn="ctr">
                        <a:buNone/>
                      </a:pPr>
                      <a:r>
                        <a:rPr lang="en-IN" sz="2000">
                          <a:latin typeface="Times New Roman" panose="02020603050405020304" pitchFamily="18" charset="0"/>
                          <a:cs typeface="Times New Roman" panose="02020603050405020304" pitchFamily="18" charset="0"/>
                        </a:rPr>
                        <a:t>HTML generated using Java</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Java/JSP functionality embedded in HTML</a:t>
                      </a:r>
                    </a:p>
                  </a:txBody>
                  <a:tcPr anchor="ctr"/>
                </a:tc>
                <a:extLst>
                  <a:ext uri="{0D108BD9-81ED-4DB2-BD59-A6C34878D82A}">
                    <a16:rowId xmlns:a16="http://schemas.microsoft.com/office/drawing/2014/main" val="1817532024"/>
                  </a:ext>
                </a:extLst>
              </a:tr>
              <a:tr h="530418">
                <a:tc>
                  <a:txBody>
                    <a:bodyPr/>
                    <a:lstStyle/>
                    <a:p>
                      <a:pPr algn="ctr">
                        <a:buNone/>
                      </a:pPr>
                      <a:r>
                        <a:rPr lang="en-IN" sz="2000">
                          <a:latin typeface="Times New Roman" panose="02020603050405020304" pitchFamily="18" charset="0"/>
                          <a:cs typeface="Times New Roman" panose="02020603050405020304" pitchFamily="18" charset="0"/>
                        </a:rPr>
                        <a:t>Good for controller/business processing</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Good for presentation</a:t>
                      </a:r>
                    </a:p>
                  </a:txBody>
                  <a:tcPr anchor="ctr"/>
                </a:tc>
                <a:extLst>
                  <a:ext uri="{0D108BD9-81ED-4DB2-BD59-A6C34878D82A}">
                    <a16:rowId xmlns:a16="http://schemas.microsoft.com/office/drawing/2014/main" val="47066690"/>
                  </a:ext>
                </a:extLst>
              </a:tr>
              <a:tr h="530418">
                <a:tc>
                  <a:txBody>
                    <a:bodyPr/>
                    <a:lstStyle/>
                    <a:p>
                      <a:pPr algn="ctr">
                        <a:buNone/>
                      </a:pPr>
                      <a:r>
                        <a:rPr lang="en-IN" sz="2000">
                          <a:latin typeface="Times New Roman" panose="02020603050405020304" pitchFamily="18" charset="0"/>
                          <a:cs typeface="Times New Roman" panose="02020603050405020304" pitchFamily="18" charset="0"/>
                        </a:rPr>
                        <a:t>More out.println()</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Less HTML-generation code</a:t>
                      </a:r>
                    </a:p>
                  </a:txBody>
                  <a:tcPr anchor="ctr"/>
                </a:tc>
                <a:extLst>
                  <a:ext uri="{0D108BD9-81ED-4DB2-BD59-A6C34878D82A}">
                    <a16:rowId xmlns:a16="http://schemas.microsoft.com/office/drawing/2014/main" val="2650057822"/>
                  </a:ext>
                </a:extLst>
              </a:tr>
              <a:tr h="530418">
                <a:tc>
                  <a:txBody>
                    <a:bodyPr/>
                    <a:lstStyle/>
                    <a:p>
                      <a:pPr algn="ctr">
                        <a:buNone/>
                      </a:pPr>
                      <a:r>
                        <a:rPr lang="en-IN" sz="2000">
                          <a:latin typeface="Times New Roman" panose="02020603050405020304" pitchFamily="18" charset="0"/>
                          <a:cs typeface="Times New Roman" panose="02020603050405020304" pitchFamily="18" charset="0"/>
                        </a:rPr>
                        <a:t>Difficult UI maintenance</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Easier UI maintenance</a:t>
                      </a:r>
                    </a:p>
                  </a:txBody>
                  <a:tcPr anchor="ctr"/>
                </a:tc>
                <a:extLst>
                  <a:ext uri="{0D108BD9-81ED-4DB2-BD59-A6C34878D82A}">
                    <a16:rowId xmlns:a16="http://schemas.microsoft.com/office/drawing/2014/main" val="2271255208"/>
                  </a:ext>
                </a:extLst>
              </a:tr>
              <a:tr h="530418">
                <a:tc>
                  <a:txBody>
                    <a:bodyPr/>
                    <a:lstStyle/>
                    <a:p>
                      <a:pPr algn="ctr">
                        <a:buNone/>
                      </a:pPr>
                      <a:r>
                        <a:rPr lang="en-IN" sz="2000">
                          <a:latin typeface="Times New Roman" panose="02020603050405020304" pitchFamily="18" charset="0"/>
                          <a:cs typeface="Times New Roman" panose="02020603050405020304" pitchFamily="18" charset="0"/>
                        </a:rPr>
                        <a:t>.java</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jsp</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9594659"/>
                  </a:ext>
                </a:extLst>
              </a:tr>
            </a:tbl>
          </a:graphicData>
        </a:graphic>
      </p:graphicFrame>
    </p:spTree>
    <p:extLst>
      <p:ext uri="{BB962C8B-B14F-4D97-AF65-F5344CB8AC3E}">
        <p14:creationId xmlns:p14="http://schemas.microsoft.com/office/powerpoint/2010/main" val="861347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035C0-0590-E284-C828-F18F81A58690}"/>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F7FAF6C9-9513-601B-772A-2D448D4F1C6A}"/>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3B3D1361-6CC8-5AB3-C429-93647A72ADC7}"/>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A4B8312C-38DB-D843-0F08-B28766DBD0F8}"/>
              </a:ext>
            </a:extLst>
          </p:cNvPr>
          <p:cNvSpPr>
            <a:spLocks noChangeArrowheads="1"/>
          </p:cNvSpPr>
          <p:nvPr>
            <p:custDataLst>
              <p:tags r:id="rId3"/>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US" b="1" dirty="0"/>
              <a:t>Advantages of JSP over Servlets</a:t>
            </a:r>
            <a:endParaRPr lang="en-IN" altLang="en-US"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6C914768-04A2-7E83-A67C-33FAF8D369D1}"/>
              </a:ext>
            </a:extLst>
          </p:cNvPr>
          <p:cNvSpPr txBox="1"/>
          <p:nvPr/>
        </p:nvSpPr>
        <p:spPr>
          <a:xfrm>
            <a:off x="0" y="2286000"/>
            <a:ext cx="8953500" cy="4893647"/>
          </a:xfrm>
          <a:prstGeom prst="rect">
            <a:avLst/>
          </a:prstGeom>
          <a:noFill/>
        </p:spPr>
        <p:txBody>
          <a:bodyPr wrap="square" rtlCol="0">
            <a:spAutoFit/>
          </a:bodyPr>
          <a:lstStyle/>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Extension to Servlet</a:t>
            </a:r>
          </a:p>
          <a:p>
            <a:pPr lvl="1" algn="just">
              <a:buFont typeface="Wingdings" pitchFamily="2" charset="2"/>
              <a:buChar char="ü"/>
            </a:pPr>
            <a:r>
              <a:rPr lang="en-US" sz="2400" dirty="0">
                <a:latin typeface="Times New Roman" panose="02020603050405020304" pitchFamily="18" charset="0"/>
                <a:cs typeface="Times New Roman" panose="02020603050405020304" pitchFamily="18" charset="0"/>
              </a:rPr>
              <a:t>JSP technology is the extension to Servlet technology. We can use all the features of the Servlet in JSP. In addition to, we can use implicit objects, predefined tags, expression language and Custom tags in JSP, that makes JSP development easy</a:t>
            </a:r>
          </a:p>
          <a:p>
            <a:pPr lvl="1" algn="just">
              <a:buNone/>
            </a:pP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Easy to maintain</a:t>
            </a:r>
          </a:p>
          <a:p>
            <a:pPr lvl="1" algn="just">
              <a:buFont typeface="Wingdings" pitchFamily="2" charset="2"/>
              <a:buChar char="ü"/>
            </a:pPr>
            <a:r>
              <a:rPr lang="en-US" sz="2400" dirty="0">
                <a:latin typeface="Times New Roman" panose="02020603050405020304" pitchFamily="18" charset="0"/>
                <a:cs typeface="Times New Roman" panose="02020603050405020304" pitchFamily="18" charset="0"/>
              </a:rPr>
              <a:t>JSP can be easily managed because we can easily separate our business logic with presentation logic. In Servlet technology, we mix our business logic with the presentation logic</a:t>
            </a:r>
          </a:p>
          <a:p>
            <a:endParaRPr lang="en-IN" sz="2400" dirty="0">
              <a:latin typeface="Times New Roman" pitchFamily="18" charset="0"/>
              <a:cs typeface="Times New Roman" pitchFamily="18" charset="0"/>
            </a:endParaRPr>
          </a:p>
          <a:p>
            <a:pPr marL="342900" indent="-342900">
              <a:buFont typeface="Arial" panose="020B0604020202020204" pitchFamily="34" charset="0"/>
              <a:buChar char="•"/>
            </a:pPr>
            <a:endParaRPr lang="en-IN" sz="2400" dirty="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890825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70B49-294B-A5B7-1B31-F7ECF0049536}"/>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2B8BEE8F-3C9B-8DC2-4771-47888961BD0C}"/>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2CC638B0-97DA-2AB6-442E-45773CDD3A98}"/>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434DA577-5698-0F56-6723-EA8BB56C635C}"/>
              </a:ext>
            </a:extLst>
          </p:cNvPr>
          <p:cNvSpPr>
            <a:spLocks noChangeArrowheads="1"/>
          </p:cNvSpPr>
          <p:nvPr>
            <p:custDataLst>
              <p:tags r:id="rId3"/>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US" b="1" dirty="0"/>
              <a:t>Advantages of JSP over Servlets</a:t>
            </a:r>
            <a:endParaRPr lang="en-IN" altLang="en-US"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AC34878F-F91C-5A28-56F7-BE82961A8CDD}"/>
              </a:ext>
            </a:extLst>
          </p:cNvPr>
          <p:cNvSpPr txBox="1"/>
          <p:nvPr/>
        </p:nvSpPr>
        <p:spPr>
          <a:xfrm>
            <a:off x="0" y="2286000"/>
            <a:ext cx="8953500" cy="3416320"/>
          </a:xfrm>
          <a:prstGeom prst="rect">
            <a:avLst/>
          </a:prstGeom>
          <a:noFill/>
        </p:spPr>
        <p:txBody>
          <a:bodyPr wrap="square" rtlCol="0">
            <a:spAutoFit/>
          </a:bodyPr>
          <a:lstStyle/>
          <a:p>
            <a:pPr marL="457200" indent="-457200">
              <a:buSzPct val="100000"/>
              <a:buFont typeface="+mj-lt"/>
              <a:buAutoNum type="arabicPeriod" startAt="3"/>
            </a:pPr>
            <a:r>
              <a:rPr lang="en-US" sz="2400" dirty="0">
                <a:latin typeface="Times New Roman" panose="02020603050405020304" pitchFamily="18" charset="0"/>
                <a:cs typeface="Times New Roman" panose="02020603050405020304" pitchFamily="18" charset="0"/>
              </a:rPr>
              <a:t>Fast Development: No need to recompile and redeploy</a:t>
            </a:r>
          </a:p>
          <a:p>
            <a:pPr lvl="1" algn="just">
              <a:buSzPct val="100000"/>
              <a:buFont typeface="Wingdings" pitchFamily="2" charset="2"/>
              <a:buChar char="ü"/>
            </a:pPr>
            <a:r>
              <a:rPr lang="en-US" sz="2400" dirty="0">
                <a:latin typeface="Times New Roman" panose="02020603050405020304" pitchFamily="18" charset="0"/>
                <a:cs typeface="Times New Roman" panose="02020603050405020304" pitchFamily="18" charset="0"/>
              </a:rPr>
              <a:t>If JSP page is modified, we don't need to recompile and redeploy the project. The Servlet code needs to be updated and recompiled if we have to change the look and feel of the application.</a:t>
            </a:r>
          </a:p>
          <a:p>
            <a:pPr lvl="1" algn="just">
              <a:buSzPct val="100000"/>
            </a:pPr>
            <a:endParaRPr lang="en-US" sz="2400" dirty="0">
              <a:latin typeface="Times New Roman" panose="02020603050405020304" pitchFamily="18" charset="0"/>
              <a:cs typeface="Times New Roman" panose="02020603050405020304" pitchFamily="18" charset="0"/>
            </a:endParaRPr>
          </a:p>
          <a:p>
            <a:pPr marL="457200" indent="-457200">
              <a:buSzPct val="100000"/>
              <a:buFont typeface="+mj-lt"/>
              <a:buAutoNum type="arabicPeriod" startAt="4"/>
            </a:pPr>
            <a:r>
              <a:rPr lang="en-US" sz="2400" dirty="0">
                <a:latin typeface="Times New Roman" panose="02020603050405020304" pitchFamily="18" charset="0"/>
                <a:cs typeface="Times New Roman" panose="02020603050405020304" pitchFamily="18" charset="0"/>
              </a:rPr>
              <a:t>Less code than Servlet</a:t>
            </a:r>
          </a:p>
          <a:p>
            <a:pPr lvl="1" algn="just">
              <a:buFont typeface="Wingdings" pitchFamily="2" charset="2"/>
              <a:buChar char="ü"/>
            </a:pPr>
            <a:r>
              <a:rPr lang="en-US" sz="2400" dirty="0">
                <a:latin typeface="Times New Roman" panose="02020603050405020304" pitchFamily="18" charset="0"/>
                <a:cs typeface="Times New Roman" panose="02020603050405020304" pitchFamily="18" charset="0"/>
              </a:rPr>
              <a:t>In JSP, we can use many tags such as action tags, JSTL, custom tags, etc. that reduces the code. Moreover, we can use EL, implicit objects, etc.</a:t>
            </a:r>
          </a:p>
        </p:txBody>
      </p:sp>
    </p:spTree>
    <p:extLst>
      <p:ext uri="{BB962C8B-B14F-4D97-AF65-F5344CB8AC3E}">
        <p14:creationId xmlns:p14="http://schemas.microsoft.com/office/powerpoint/2010/main" val="2707733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56D8B-C1E4-50DE-9370-BD8DB3EE779D}"/>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9D24A20B-2CB0-A808-B423-FD6F7D98DBDB}"/>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0983E594-724E-4CF8-500D-9DF7247C18F5}"/>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B809140A-FAD3-92A0-F0FB-55EE48793245}"/>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US" b="1" dirty="0">
                <a:latin typeface="Times New Roman" panose="02020603050405020304" pitchFamily="18" charset="0"/>
                <a:cs typeface="Times New Roman" panose="02020603050405020304" pitchFamily="18" charset="0"/>
              </a:rPr>
              <a:t> Life cycle of a JSP</a:t>
            </a:r>
            <a:endParaRPr lang="en-IN" altLang="en-US"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5ABD4D8-DB17-397E-23FA-AAE935197649}"/>
              </a:ext>
            </a:extLst>
          </p:cNvPr>
          <p:cNvSpPr txBox="1"/>
          <p:nvPr/>
        </p:nvSpPr>
        <p:spPr>
          <a:xfrm>
            <a:off x="0" y="2286000"/>
            <a:ext cx="9250680" cy="3785652"/>
          </a:xfrm>
          <a:prstGeom prst="rect">
            <a:avLst/>
          </a:prstGeom>
          <a:noFill/>
        </p:spPr>
        <p:txBody>
          <a:bodyPr wrap="square" rtlCol="0">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Translation of JSP Page</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Compilation of JSP Page</a:t>
            </a:r>
          </a:p>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Classloading</a:t>
            </a:r>
            <a:r>
              <a:rPr lang="en-IN" sz="2400" dirty="0">
                <a:latin typeface="Times New Roman" panose="02020603050405020304" pitchFamily="18" charset="0"/>
                <a:cs typeface="Times New Roman" panose="02020603050405020304" pitchFamily="18" charset="0"/>
              </a:rPr>
              <a:t> (the </a:t>
            </a:r>
            <a:r>
              <a:rPr lang="en-IN" sz="2400" dirty="0" err="1">
                <a:latin typeface="Times New Roman" panose="02020603050405020304" pitchFamily="18" charset="0"/>
                <a:cs typeface="Times New Roman" panose="02020603050405020304" pitchFamily="18" charset="0"/>
              </a:rPr>
              <a:t>classloader</a:t>
            </a:r>
            <a:r>
              <a:rPr lang="en-IN" sz="2400" dirty="0">
                <a:latin typeface="Times New Roman" panose="02020603050405020304" pitchFamily="18" charset="0"/>
                <a:cs typeface="Times New Roman" panose="02020603050405020304" pitchFamily="18" charset="0"/>
              </a:rPr>
              <a:t> loads class file)</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Instantiation (Object of the Generated Servlet is created).</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Initialization ( </a:t>
            </a:r>
            <a:r>
              <a:rPr lang="en-IN" sz="2400" dirty="0" err="1">
                <a:latin typeface="Times New Roman" panose="02020603050405020304" pitchFamily="18" charset="0"/>
                <a:cs typeface="Times New Roman" panose="02020603050405020304" pitchFamily="18" charset="0"/>
              </a:rPr>
              <a:t>jspInit</a:t>
            </a:r>
            <a:r>
              <a:rPr lang="en-IN" sz="2400" dirty="0">
                <a:latin typeface="Times New Roman" panose="02020603050405020304" pitchFamily="18" charset="0"/>
                <a:cs typeface="Times New Roman" panose="02020603050405020304" pitchFamily="18" charset="0"/>
              </a:rPr>
              <a:t>() method is invoked by the container).</a:t>
            </a:r>
          </a:p>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Reqeust</a:t>
            </a:r>
            <a:r>
              <a:rPr lang="en-IN" sz="2400" dirty="0">
                <a:latin typeface="Times New Roman" panose="02020603050405020304" pitchFamily="18" charset="0"/>
                <a:cs typeface="Times New Roman" panose="02020603050405020304" pitchFamily="18" charset="0"/>
              </a:rPr>
              <a:t> processing ( _</a:t>
            </a:r>
            <a:r>
              <a:rPr lang="en-IN" sz="2400" dirty="0" err="1">
                <a:latin typeface="Times New Roman" panose="02020603050405020304" pitchFamily="18" charset="0"/>
                <a:cs typeface="Times New Roman" panose="02020603050405020304" pitchFamily="18" charset="0"/>
              </a:rPr>
              <a:t>jspService</a:t>
            </a:r>
            <a:r>
              <a:rPr lang="en-IN" sz="2400" dirty="0">
                <a:latin typeface="Times New Roman" panose="02020603050405020304" pitchFamily="18" charset="0"/>
                <a:cs typeface="Times New Roman" panose="02020603050405020304" pitchFamily="18" charset="0"/>
              </a:rPr>
              <a:t>() method is invoked by the container).</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Destroy ( </a:t>
            </a:r>
            <a:r>
              <a:rPr lang="en-IN" sz="2400" dirty="0" err="1">
                <a:latin typeface="Times New Roman" panose="02020603050405020304" pitchFamily="18" charset="0"/>
                <a:cs typeface="Times New Roman" panose="02020603050405020304" pitchFamily="18" charset="0"/>
              </a:rPr>
              <a:t>jspDestroy</a:t>
            </a:r>
            <a:r>
              <a:rPr lang="en-IN" sz="2400" dirty="0">
                <a:latin typeface="Times New Roman" panose="02020603050405020304" pitchFamily="18" charset="0"/>
                <a:cs typeface="Times New Roman" panose="02020603050405020304" pitchFamily="18" charset="0"/>
              </a:rPr>
              <a:t>() method is invoked by the container).</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142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4C87A-3E71-33E0-35A0-0FE9D9A7D218}"/>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AE1E567B-21BA-FB84-62A8-320BED946E74}"/>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E72BC956-3527-42EA-4460-9906E643A811}"/>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FF7A4B7B-50CE-870B-56B8-3FF02F942AAA}"/>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US" b="1" dirty="0">
                <a:latin typeface="Times New Roman" panose="02020603050405020304" pitchFamily="18" charset="0"/>
                <a:cs typeface="Times New Roman" panose="02020603050405020304" pitchFamily="18" charset="0"/>
              </a:rPr>
              <a:t> Life cycle of a JSP</a:t>
            </a:r>
            <a:endParaRPr lang="en-IN" altLang="en-US" b="1" dirty="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42C1BD8-2621-BC81-BB4F-39AEB506F7EE}"/>
              </a:ext>
            </a:extLst>
          </p:cNvPr>
          <p:cNvPicPr>
            <a:picLocks noGrp="1" noChangeAspect="1" noChangeArrowheads="1"/>
          </p:cNvPicPr>
          <p:nvPr/>
        </p:nvPicPr>
        <p:blipFill>
          <a:blip r:embed="rId5" cstate="print"/>
          <a:srcRect l="10204" t="31897" r="41837" b="6425"/>
          <a:stretch>
            <a:fillRect/>
          </a:stretch>
        </p:blipFill>
        <p:spPr bwMode="auto">
          <a:xfrm>
            <a:off x="1569720" y="2491174"/>
            <a:ext cx="5486400" cy="3886200"/>
          </a:xfrm>
          <a:prstGeom prst="rect">
            <a:avLst/>
          </a:prstGeom>
          <a:noFill/>
          <a:ln w="9525">
            <a:noFill/>
            <a:miter lim="800000"/>
            <a:headEnd/>
            <a:tailEnd/>
          </a:ln>
          <a:effectLst/>
        </p:spPr>
      </p:pic>
    </p:spTree>
    <p:extLst>
      <p:ext uri="{BB962C8B-B14F-4D97-AF65-F5344CB8AC3E}">
        <p14:creationId xmlns:p14="http://schemas.microsoft.com/office/powerpoint/2010/main" val="2453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28FE-6121-3B56-EA51-71B3ADD2F5C8}"/>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3086EC0F-6CCE-C423-81A3-7AD9937D56A9}"/>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DDA5C044-0F01-98A7-4E59-6E2EFEF656BF}"/>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25D82AC1-001B-9BF5-0B32-6C9CA8344779}"/>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dirty="0">
                <a:solidFill>
                  <a:srgbClr val="292934"/>
                </a:solidFill>
                <a:latin typeface="Times New Roman" panose="02020603050405020304" pitchFamily="18" charset="0"/>
                <a:cs typeface="Times New Roman" panose="02020603050405020304" pitchFamily="18" charset="0"/>
              </a:rPr>
              <a:t>JSP Scripting elements</a:t>
            </a:r>
            <a:r>
              <a:rPr lang="en-US" b="1" dirty="0">
                <a:latin typeface="Times New Roman" panose="02020603050405020304" pitchFamily="18" charset="0"/>
                <a:cs typeface="Times New Roman" panose="02020603050405020304" pitchFamily="18" charset="0"/>
              </a:rPr>
              <a:t> </a:t>
            </a:r>
            <a:endParaRPr lang="en-IN" altLang="en-US" b="1"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AE0B625-FB94-BA5F-E52D-9E6CDC170CDC}"/>
              </a:ext>
            </a:extLst>
          </p:cNvPr>
          <p:cNvSpPr txBox="1"/>
          <p:nvPr/>
        </p:nvSpPr>
        <p:spPr>
          <a:xfrm>
            <a:off x="0" y="2286000"/>
            <a:ext cx="9144000" cy="1646605"/>
          </a:xfrm>
          <a:prstGeom prst="rect">
            <a:avLst/>
          </a:prstGeom>
          <a:noFill/>
        </p:spPr>
        <p:txBody>
          <a:bodyPr wrap="square" rtlCol="0">
            <a:spAutoFit/>
          </a:bodyPr>
          <a:lstStyle/>
          <a:p>
            <a:pPr marL="342900" indent="-342900" algn="l" rtl="0" eaLnBrk="1" latinLnBrk="0" hangingPunct="1">
              <a:spcBef>
                <a:spcPts val="576"/>
              </a:spcBef>
              <a:buClr>
                <a:schemeClr val="accent1"/>
              </a:buClr>
              <a:buSzPct val="85000"/>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In JSP, java code can be written inside the </a:t>
            </a:r>
            <a:r>
              <a:rPr lang="en-IN" sz="2400" kern="1200" dirty="0" err="1">
                <a:solidFill>
                  <a:srgbClr val="292934"/>
                </a:solidFill>
                <a:effectLst/>
                <a:latin typeface="Times New Roman" panose="02020603050405020304" pitchFamily="18" charset="0"/>
                <a:cs typeface="Times New Roman" panose="02020603050405020304" pitchFamily="18" charset="0"/>
              </a:rPr>
              <a:t>jsp</a:t>
            </a:r>
            <a:r>
              <a:rPr lang="en-IN" sz="2400" kern="1200" dirty="0">
                <a:solidFill>
                  <a:srgbClr val="292934"/>
                </a:solidFill>
                <a:effectLst/>
                <a:latin typeface="Times New Roman" panose="02020603050405020304" pitchFamily="18" charset="0"/>
                <a:cs typeface="Times New Roman" panose="02020603050405020304" pitchFamily="18" charset="0"/>
              </a:rPr>
              <a:t> page using the </a:t>
            </a:r>
            <a:r>
              <a:rPr lang="en-IN" sz="2400" kern="1200" dirty="0" err="1">
                <a:solidFill>
                  <a:srgbClr val="292934"/>
                </a:solidFill>
                <a:effectLst/>
                <a:latin typeface="Times New Roman" panose="02020603050405020304" pitchFamily="18" charset="0"/>
                <a:cs typeface="Times New Roman" panose="02020603050405020304" pitchFamily="18" charset="0"/>
              </a:rPr>
              <a:t>scriptlet</a:t>
            </a:r>
            <a:r>
              <a:rPr lang="en-IN" sz="2400" kern="1200" dirty="0">
                <a:solidFill>
                  <a:srgbClr val="292934"/>
                </a:solidFill>
                <a:effectLst/>
                <a:latin typeface="Times New Roman" panose="02020603050405020304" pitchFamily="18" charset="0"/>
                <a:cs typeface="Times New Roman" panose="02020603050405020304" pitchFamily="18" charset="0"/>
              </a:rPr>
              <a:t> tag. </a:t>
            </a:r>
            <a:endParaRPr lang="en-IN" sz="24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The scripting elements provides the ability to insert java code inside the </a:t>
            </a:r>
            <a:r>
              <a:rPr lang="en-IN" sz="2400" kern="1200" dirty="0" err="1">
                <a:solidFill>
                  <a:srgbClr val="292934"/>
                </a:solidFill>
                <a:effectLst/>
                <a:latin typeface="Times New Roman" panose="02020603050405020304" pitchFamily="18" charset="0"/>
                <a:cs typeface="Times New Roman" panose="02020603050405020304" pitchFamily="18" charset="0"/>
              </a:rPr>
              <a:t>jsp</a:t>
            </a:r>
            <a:r>
              <a:rPr lang="en-IN" sz="2400" kern="1200" dirty="0">
                <a:solidFill>
                  <a:srgbClr val="292934"/>
                </a:solidFill>
                <a:effectLst/>
                <a:latin typeface="Times New Roman" panose="02020603050405020304" pitchFamily="18" charset="0"/>
                <a:cs typeface="Times New Roman" panose="02020603050405020304" pitchFamily="18" charset="0"/>
              </a:rPr>
              <a:t>. </a:t>
            </a:r>
            <a:endParaRPr lang="en-US" sz="2400" b="0" i="0" dirty="0">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78A2BA65-199A-7EFA-1467-999FBCF9D558}"/>
              </a:ext>
            </a:extLst>
          </p:cNvPr>
          <p:cNvGraphicFramePr>
            <a:graphicFrameLocks noGrp="1"/>
          </p:cNvGraphicFramePr>
          <p:nvPr>
            <p:extLst>
              <p:ext uri="{D42A27DB-BD31-4B8C-83A1-F6EECF244321}">
                <p14:modId xmlns:p14="http://schemas.microsoft.com/office/powerpoint/2010/main" val="1207739003"/>
              </p:ext>
            </p:extLst>
          </p:nvPr>
        </p:nvGraphicFramePr>
        <p:xfrm>
          <a:off x="337102" y="4106738"/>
          <a:ext cx="8382000" cy="2468880"/>
        </p:xfrm>
        <a:graphic>
          <a:graphicData uri="http://schemas.openxmlformats.org/drawingml/2006/table">
            <a:tbl>
              <a:tblPr>
                <a:tableStyleId>{08FB837D-C827-4EFA-A057-4D05807E0F7C}</a:tableStyleId>
              </a:tblPr>
              <a:tblGrid>
                <a:gridCol w="2794000">
                  <a:extLst>
                    <a:ext uri="{9D8B030D-6E8A-4147-A177-3AD203B41FA5}">
                      <a16:colId xmlns:a16="http://schemas.microsoft.com/office/drawing/2014/main" val="928790712"/>
                    </a:ext>
                  </a:extLst>
                </a:gridCol>
                <a:gridCol w="2794000">
                  <a:extLst>
                    <a:ext uri="{9D8B030D-6E8A-4147-A177-3AD203B41FA5}">
                      <a16:colId xmlns:a16="http://schemas.microsoft.com/office/drawing/2014/main" val="2689635262"/>
                    </a:ext>
                  </a:extLst>
                </a:gridCol>
                <a:gridCol w="2794000">
                  <a:extLst>
                    <a:ext uri="{9D8B030D-6E8A-4147-A177-3AD203B41FA5}">
                      <a16:colId xmlns:a16="http://schemas.microsoft.com/office/drawing/2014/main" val="2936203106"/>
                    </a:ext>
                  </a:extLst>
                </a:gridCol>
              </a:tblGrid>
              <a:tr h="339861">
                <a:tc>
                  <a:txBody>
                    <a:bodyPr/>
                    <a:lstStyle/>
                    <a:p>
                      <a:pPr algn="ctr">
                        <a:buNone/>
                      </a:pPr>
                      <a:r>
                        <a:rPr lang="en-IN" b="1" dirty="0">
                          <a:latin typeface="Times New Roman" panose="02020603050405020304" pitchFamily="18" charset="0"/>
                          <a:cs typeface="Times New Roman" panose="02020603050405020304" pitchFamily="18" charset="0"/>
                        </a:rPr>
                        <a:t>Element</a:t>
                      </a:r>
                    </a:p>
                  </a:txBody>
                  <a:tcPr anchor="ctr"/>
                </a:tc>
                <a:tc>
                  <a:txBody>
                    <a:bodyPr/>
                    <a:lstStyle/>
                    <a:p>
                      <a:pPr algn="ctr">
                        <a:buNone/>
                      </a:pPr>
                      <a:r>
                        <a:rPr lang="en-IN" b="1">
                          <a:latin typeface="Times New Roman" panose="02020603050405020304" pitchFamily="18" charset="0"/>
                          <a:cs typeface="Times New Roman" panose="02020603050405020304" pitchFamily="18" charset="0"/>
                        </a:rPr>
                        <a:t>Syntax</a:t>
                      </a:r>
                    </a:p>
                  </a:txBody>
                  <a:tcPr anchor="ctr"/>
                </a:tc>
                <a:tc>
                  <a:txBody>
                    <a:bodyPr/>
                    <a:lstStyle/>
                    <a:p>
                      <a:pPr algn="ctr">
                        <a:buNone/>
                      </a:pPr>
                      <a:r>
                        <a:rPr lang="en-IN" b="1" dirty="0">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524238048"/>
                  </a:ext>
                </a:extLst>
              </a:tr>
              <a:tr h="339861">
                <a:tc>
                  <a:txBody>
                    <a:bodyPr/>
                    <a:lstStyle/>
                    <a:p>
                      <a:pPr algn="ctr">
                        <a:buNone/>
                      </a:pPr>
                      <a:r>
                        <a:rPr lang="en-IN">
                          <a:latin typeface="Times New Roman" panose="02020603050405020304" pitchFamily="18" charset="0"/>
                          <a:cs typeface="Times New Roman" panose="02020603050405020304" pitchFamily="18" charset="0"/>
                        </a:rPr>
                        <a:t>Scriptlet</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&lt;% %&gt;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Java statements</a:t>
                      </a:r>
                    </a:p>
                  </a:txBody>
                  <a:tcPr anchor="ctr"/>
                </a:tc>
                <a:extLst>
                  <a:ext uri="{0D108BD9-81ED-4DB2-BD59-A6C34878D82A}">
                    <a16:rowId xmlns:a16="http://schemas.microsoft.com/office/drawing/2014/main" val="3286027530"/>
                  </a:ext>
                </a:extLst>
              </a:tr>
              <a:tr h="339861">
                <a:tc>
                  <a:txBody>
                    <a:bodyPr/>
                    <a:lstStyle/>
                    <a:p>
                      <a:pPr algn="ctr">
                        <a:buNone/>
                      </a:pPr>
                      <a:r>
                        <a:rPr lang="en-IN" dirty="0">
                          <a:latin typeface="Times New Roman" panose="02020603050405020304" pitchFamily="18" charset="0"/>
                          <a:cs typeface="Times New Roman" panose="02020603050405020304" pitchFamily="18" charset="0"/>
                        </a:rPr>
                        <a:t>Expression</a:t>
                      </a:r>
                    </a:p>
                  </a:txBody>
                  <a:tcPr anchor="ctr"/>
                </a:tc>
                <a:tc>
                  <a:txBody>
                    <a:bodyPr/>
                    <a:lstStyle/>
                    <a:p>
                      <a:pPr algn="ctr">
                        <a:buNone/>
                      </a:pPr>
                      <a:r>
                        <a:rPr lang="en-IN">
                          <a:latin typeface="Times New Roman" panose="02020603050405020304" pitchFamily="18" charset="0"/>
                          <a:cs typeface="Times New Roman" panose="02020603050405020304" pitchFamily="18" charset="0"/>
                        </a:rPr>
                        <a:t>&lt;%= %&gt;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Print value</a:t>
                      </a:r>
                    </a:p>
                  </a:txBody>
                  <a:tcPr anchor="ctr"/>
                </a:tc>
                <a:extLst>
                  <a:ext uri="{0D108BD9-81ED-4DB2-BD59-A6C34878D82A}">
                    <a16:rowId xmlns:a16="http://schemas.microsoft.com/office/drawing/2014/main" val="1099486629"/>
                  </a:ext>
                </a:extLst>
              </a:tr>
              <a:tr h="339861">
                <a:tc>
                  <a:txBody>
                    <a:bodyPr/>
                    <a:lstStyle/>
                    <a:p>
                      <a:pPr algn="ctr">
                        <a:buNone/>
                      </a:pPr>
                      <a:r>
                        <a:rPr lang="en-IN">
                          <a:latin typeface="Times New Roman" panose="02020603050405020304" pitchFamily="18" charset="0"/>
                          <a:cs typeface="Times New Roman" panose="02020603050405020304" pitchFamily="18" charset="0"/>
                        </a:rPr>
                        <a:t>Declaration</a:t>
                      </a:r>
                    </a:p>
                  </a:txBody>
                  <a:tcPr anchor="ctr"/>
                </a:tc>
                <a:tc>
                  <a:txBody>
                    <a:bodyPr/>
                    <a:lstStyle/>
                    <a:p>
                      <a:pPr algn="ctr">
                        <a:buNone/>
                      </a:pPr>
                      <a:r>
                        <a:rPr lang="en-IN">
                          <a:latin typeface="Times New Roman" panose="02020603050405020304" pitchFamily="18" charset="0"/>
                          <a:cs typeface="Times New Roman" panose="02020603050405020304" pitchFamily="18" charset="0"/>
                        </a:rPr>
                        <a:t>&lt;%! %&gt;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Declare fields/methods</a:t>
                      </a:r>
                    </a:p>
                  </a:txBody>
                  <a:tcPr anchor="ctr"/>
                </a:tc>
                <a:extLst>
                  <a:ext uri="{0D108BD9-81ED-4DB2-BD59-A6C34878D82A}">
                    <a16:rowId xmlns:a16="http://schemas.microsoft.com/office/drawing/2014/main" val="1084015810"/>
                  </a:ext>
                </a:extLst>
              </a:tr>
              <a:tr h="594757">
                <a:tc>
                  <a:txBody>
                    <a:bodyPr/>
                    <a:lstStyle/>
                    <a:p>
                      <a:pPr algn="ctr">
                        <a:buNone/>
                      </a:pPr>
                      <a:r>
                        <a:rPr lang="en-IN">
                          <a:latin typeface="Times New Roman" panose="02020603050405020304" pitchFamily="18" charset="0"/>
                          <a:cs typeface="Times New Roman" panose="02020603050405020304" pitchFamily="18" charset="0"/>
                        </a:rPr>
                        <a:t>Directive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&lt;%@ %&gt;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Give instructions to container</a:t>
                      </a:r>
                    </a:p>
                  </a:txBody>
                  <a:tcPr anchor="ctr"/>
                </a:tc>
                <a:extLst>
                  <a:ext uri="{0D108BD9-81ED-4DB2-BD59-A6C34878D82A}">
                    <a16:rowId xmlns:a16="http://schemas.microsoft.com/office/drawing/2014/main" val="2043587594"/>
                  </a:ext>
                </a:extLst>
              </a:tr>
              <a:tr h="339861">
                <a:tc>
                  <a:txBody>
                    <a:bodyPr/>
                    <a:lstStyle/>
                    <a:p>
                      <a:pPr algn="ctr">
                        <a:buNone/>
                      </a:pPr>
                      <a:r>
                        <a:rPr lang="en-IN">
                          <a:latin typeface="Times New Roman" panose="02020603050405020304" pitchFamily="18" charset="0"/>
                          <a:cs typeface="Times New Roman" panose="02020603050405020304" pitchFamily="18" charset="0"/>
                        </a:rPr>
                        <a:t>Comment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&lt;%-- --%&gt;</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JSP comment</a:t>
                      </a:r>
                    </a:p>
                  </a:txBody>
                  <a:tcPr anchor="ctr"/>
                </a:tc>
                <a:extLst>
                  <a:ext uri="{0D108BD9-81ED-4DB2-BD59-A6C34878D82A}">
                    <a16:rowId xmlns:a16="http://schemas.microsoft.com/office/drawing/2014/main" val="1412580551"/>
                  </a:ext>
                </a:extLst>
              </a:tr>
            </a:tbl>
          </a:graphicData>
        </a:graphic>
      </p:graphicFrame>
    </p:spTree>
    <p:extLst>
      <p:ext uri="{BB962C8B-B14F-4D97-AF65-F5344CB8AC3E}">
        <p14:creationId xmlns:p14="http://schemas.microsoft.com/office/powerpoint/2010/main" val="1746796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8BBDE-CF0D-118E-08D9-7111060AE44B}"/>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BF444FA3-BB9F-5877-7D47-8FFF2388F4F4}"/>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37338D6B-EEAB-FF1A-6514-F5D5B5DF6AF0}"/>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9AC59A41-CCB8-AEF8-5DBD-55EF59AB7F73}"/>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spc="-100" dirty="0" err="1">
                <a:latin typeface="Times New Roman" panose="02020603050405020304" pitchFamily="18" charset="0"/>
                <a:ea typeface="+mj-ea"/>
                <a:cs typeface="Times New Roman" panose="02020603050405020304" pitchFamily="18" charset="0"/>
              </a:rPr>
              <a:t>S</a:t>
            </a:r>
            <a:r>
              <a:rPr lang="en-IN" b="1" kern="1200" spc="-100" baseline="0" dirty="0" err="1">
                <a:effectLst/>
                <a:latin typeface="Times New Roman" panose="02020603050405020304" pitchFamily="18" charset="0"/>
                <a:ea typeface="+mj-ea"/>
                <a:cs typeface="Times New Roman" panose="02020603050405020304" pitchFamily="18" charset="0"/>
              </a:rPr>
              <a:t>criptlet</a:t>
            </a:r>
            <a:r>
              <a:rPr lang="en-IN" b="1" kern="1200" spc="-100" baseline="0" dirty="0">
                <a:effectLst/>
                <a:latin typeface="Times New Roman" panose="02020603050405020304" pitchFamily="18" charset="0"/>
                <a:ea typeface="+mj-ea"/>
                <a:cs typeface="Times New Roman" panose="02020603050405020304" pitchFamily="18" charset="0"/>
              </a:rPr>
              <a:t> tag</a:t>
            </a: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6F878BD-CCCD-F617-AC21-ADD870FC40CE}"/>
              </a:ext>
            </a:extLst>
          </p:cNvPr>
          <p:cNvSpPr txBox="1"/>
          <p:nvPr/>
        </p:nvSpPr>
        <p:spPr>
          <a:xfrm>
            <a:off x="0" y="2286000"/>
            <a:ext cx="8597348" cy="4355038"/>
          </a:xfrm>
          <a:prstGeom prst="rect">
            <a:avLst/>
          </a:prstGeom>
          <a:noFill/>
        </p:spPr>
        <p:txBody>
          <a:bodyPr wrap="square" rtlCol="0">
            <a:spAutoFit/>
          </a:bodyPr>
          <a:lstStyle/>
          <a:p>
            <a:pPr marL="182880" indent="-182880" algn="l" rtl="0" eaLnBrk="1" latinLnBrk="0" hangingPunct="1">
              <a:spcBef>
                <a:spcPts val="576"/>
              </a:spcBef>
              <a:buClr>
                <a:schemeClr val="accent1"/>
              </a:buClr>
              <a:buSzPct val="85000"/>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A </a:t>
            </a:r>
            <a:r>
              <a:rPr lang="en-IN" sz="2400" kern="1200" dirty="0" err="1">
                <a:solidFill>
                  <a:srgbClr val="292934"/>
                </a:solidFill>
                <a:effectLst/>
                <a:latin typeface="Times New Roman" panose="02020603050405020304" pitchFamily="18" charset="0"/>
                <a:cs typeface="Times New Roman" panose="02020603050405020304" pitchFamily="18" charset="0"/>
              </a:rPr>
              <a:t>scriptlet</a:t>
            </a:r>
            <a:r>
              <a:rPr lang="en-IN" sz="2400" kern="1200" dirty="0">
                <a:solidFill>
                  <a:srgbClr val="292934"/>
                </a:solidFill>
                <a:effectLst/>
                <a:latin typeface="Times New Roman" panose="02020603050405020304" pitchFamily="18" charset="0"/>
                <a:cs typeface="Times New Roman" panose="02020603050405020304" pitchFamily="18" charset="0"/>
              </a:rPr>
              <a:t> tag is used to execute java source code in JSP. Syntax is as follows:</a:t>
            </a:r>
            <a:endParaRPr lang="en-IN" sz="2400" dirty="0">
              <a:effectLst/>
              <a:latin typeface="Times New Roman" panose="02020603050405020304" pitchFamily="18" charset="0"/>
              <a:cs typeface="Times New Roman" panose="02020603050405020304" pitchFamily="18" charset="0"/>
            </a:endParaRPr>
          </a:p>
          <a:p>
            <a:pPr marL="182880" indent="-182880" algn="l" rtl="0" eaLnBrk="1" latinLnBrk="0" hangingPunct="1">
              <a:spcBef>
                <a:spcPts val="576"/>
              </a:spcBef>
            </a:pPr>
            <a:r>
              <a:rPr lang="en-IN" sz="2400" kern="1200" dirty="0">
                <a:solidFill>
                  <a:srgbClr val="292934"/>
                </a:solidFill>
                <a:effectLst/>
                <a:latin typeface="Times New Roman" panose="02020603050405020304" pitchFamily="18" charset="0"/>
                <a:cs typeface="Times New Roman" panose="02020603050405020304" pitchFamily="18" charset="0"/>
              </a:rPr>
              <a:t>Example of JSP </a:t>
            </a:r>
            <a:r>
              <a:rPr lang="en-IN" sz="2400" kern="1200" dirty="0" err="1">
                <a:solidFill>
                  <a:srgbClr val="292934"/>
                </a:solidFill>
                <a:effectLst/>
                <a:latin typeface="Times New Roman" panose="02020603050405020304" pitchFamily="18" charset="0"/>
                <a:cs typeface="Times New Roman" panose="02020603050405020304" pitchFamily="18" charset="0"/>
              </a:rPr>
              <a:t>scriptlet</a:t>
            </a:r>
            <a:r>
              <a:rPr lang="en-IN" sz="2400" kern="1200" dirty="0">
                <a:solidFill>
                  <a:srgbClr val="292934"/>
                </a:solidFill>
                <a:effectLst/>
                <a:latin typeface="Times New Roman" panose="02020603050405020304" pitchFamily="18" charset="0"/>
                <a:cs typeface="Times New Roman" panose="02020603050405020304" pitchFamily="18" charset="0"/>
              </a:rPr>
              <a:t> tag</a:t>
            </a:r>
            <a:endParaRPr lang="en-IN" sz="2400" dirty="0">
              <a:effectLst/>
              <a:latin typeface="Times New Roman" panose="02020603050405020304" pitchFamily="18" charset="0"/>
              <a:cs typeface="Times New Roman" panose="02020603050405020304" pitchFamily="18" charset="0"/>
            </a:endParaRPr>
          </a:p>
          <a:p>
            <a:pPr marL="182880" indent="-182880" algn="l" rtl="0" eaLnBrk="1" latinLnBrk="0" hangingPunct="1">
              <a:spcBef>
                <a:spcPts val="576"/>
              </a:spcBef>
            </a:pPr>
            <a:r>
              <a:rPr lang="en-IN" sz="2000" b="1" kern="1200" dirty="0">
                <a:solidFill>
                  <a:srgbClr val="292934"/>
                </a:solidFill>
                <a:effectLst/>
                <a:latin typeface="Times New Roman" panose="02020603050405020304" pitchFamily="18" charset="0"/>
                <a:cs typeface="Times New Roman" panose="02020603050405020304" pitchFamily="18" charset="0"/>
              </a:rPr>
              <a:t>&lt;html&gt;  &lt;body&gt;  </a:t>
            </a:r>
            <a:endParaRPr lang="en-IN" sz="2000" b="1" dirty="0">
              <a:effectLst/>
              <a:latin typeface="Times New Roman" panose="02020603050405020304" pitchFamily="18" charset="0"/>
              <a:cs typeface="Times New Roman" panose="02020603050405020304" pitchFamily="18" charset="0"/>
            </a:endParaRPr>
          </a:p>
          <a:p>
            <a:pPr marL="182880" indent="-182880">
              <a:spcBef>
                <a:spcPts val="576"/>
              </a:spcBef>
            </a:pPr>
            <a:r>
              <a:rPr lang="en-US" sz="2000" b="1" dirty="0">
                <a:solidFill>
                  <a:srgbClr val="292934"/>
                </a:solidFill>
                <a:latin typeface="Times New Roman" panose="02020603050405020304" pitchFamily="18" charset="0"/>
                <a:cs typeface="Times New Roman" panose="02020603050405020304" pitchFamily="18" charset="0"/>
              </a:rPr>
              <a:t>&lt;%</a:t>
            </a:r>
          </a:p>
          <a:p>
            <a:pPr marL="182880" indent="-182880">
              <a:spcBef>
                <a:spcPts val="576"/>
              </a:spcBef>
            </a:pPr>
            <a:r>
              <a:rPr lang="en-US" sz="2000" b="1" dirty="0">
                <a:solidFill>
                  <a:srgbClr val="292934"/>
                </a:solidFill>
                <a:latin typeface="Times New Roman" panose="02020603050405020304" pitchFamily="18" charset="0"/>
                <a:cs typeface="Times New Roman" panose="02020603050405020304" pitchFamily="18" charset="0"/>
              </a:rPr>
              <a:t>    int a = 10;</a:t>
            </a:r>
          </a:p>
          <a:p>
            <a:pPr marL="182880" indent="-182880">
              <a:spcBef>
                <a:spcPts val="576"/>
              </a:spcBef>
            </a:pPr>
            <a:r>
              <a:rPr lang="en-US" sz="2000" b="1" dirty="0">
                <a:solidFill>
                  <a:srgbClr val="292934"/>
                </a:solidFill>
                <a:latin typeface="Times New Roman" panose="02020603050405020304" pitchFamily="18" charset="0"/>
                <a:cs typeface="Times New Roman" panose="02020603050405020304" pitchFamily="18" charset="0"/>
              </a:rPr>
              <a:t>    int b = 20;</a:t>
            </a:r>
          </a:p>
          <a:p>
            <a:pPr marL="182880" indent="-182880">
              <a:spcBef>
                <a:spcPts val="576"/>
              </a:spcBef>
            </a:pPr>
            <a:r>
              <a:rPr lang="en-US" sz="2000" b="1" dirty="0">
                <a:solidFill>
                  <a:srgbClr val="292934"/>
                </a:solidFill>
                <a:latin typeface="Times New Roman" panose="02020603050405020304" pitchFamily="18" charset="0"/>
                <a:cs typeface="Times New Roman" panose="02020603050405020304" pitchFamily="18" charset="0"/>
              </a:rPr>
              <a:t>    int sum = a + b;</a:t>
            </a:r>
          </a:p>
          <a:p>
            <a:pPr marL="182880" indent="-182880">
              <a:spcBef>
                <a:spcPts val="576"/>
              </a:spcBef>
            </a:pPr>
            <a:r>
              <a:rPr lang="en-US" sz="2000" b="1" dirty="0">
                <a:solidFill>
                  <a:srgbClr val="292934"/>
                </a:solidFill>
                <a:latin typeface="Times New Roman" panose="02020603050405020304" pitchFamily="18" charset="0"/>
                <a:cs typeface="Times New Roman" panose="02020603050405020304" pitchFamily="18" charset="0"/>
              </a:rPr>
              <a:t>%&gt;</a:t>
            </a:r>
          </a:p>
          <a:p>
            <a:pPr marL="182880" indent="-182880">
              <a:spcBef>
                <a:spcPts val="576"/>
              </a:spcBef>
            </a:pPr>
            <a:r>
              <a:rPr lang="en-US" sz="2000" b="1" dirty="0">
                <a:solidFill>
                  <a:srgbClr val="292934"/>
                </a:solidFill>
                <a:latin typeface="Times New Roman" panose="02020603050405020304" pitchFamily="18" charset="0"/>
                <a:cs typeface="Times New Roman" panose="02020603050405020304" pitchFamily="18" charset="0"/>
              </a:rPr>
              <a:t>&lt;p&gt;Sum = &lt;%= sum %&gt;&lt;/p&gt;</a:t>
            </a:r>
          </a:p>
          <a:p>
            <a:pPr marL="182880" indent="-182880">
              <a:spcBef>
                <a:spcPts val="576"/>
              </a:spcBef>
            </a:pPr>
            <a:r>
              <a:rPr lang="en-IN" sz="2000" b="1" kern="1200" dirty="0">
                <a:solidFill>
                  <a:srgbClr val="292934"/>
                </a:solidFill>
                <a:effectLst/>
                <a:latin typeface="Times New Roman" panose="02020603050405020304" pitchFamily="18" charset="0"/>
                <a:cs typeface="Times New Roman" panose="02020603050405020304" pitchFamily="18" charset="0"/>
              </a:rPr>
              <a:t>&lt;/body&gt;  &lt;/html&gt;  </a:t>
            </a:r>
            <a:endParaRPr lang="en-IN" sz="2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8025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07981-C725-64EC-6D49-7CCE2DCE9EDE}"/>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D53A5FA8-10D0-5515-0485-BF24E73E5658}"/>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57FF2640-D9D9-1AF5-FCC9-D16A0F1D4459}"/>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13EFBCEB-46B6-49F5-3641-479D1317A150}"/>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b="1" dirty="0">
                <a:latin typeface="Times New Roman" panose="02020603050405020304" pitchFamily="18" charset="0"/>
                <a:cs typeface="Times New Roman" panose="02020603050405020304" pitchFamily="18" charset="0"/>
              </a:rPr>
              <a:t>Expression tag</a:t>
            </a:r>
            <a:endParaRPr lang="en-IN" altLang="en-US"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357DA90-237C-6DB7-5408-0FA2D535FAEB}"/>
              </a:ext>
            </a:extLst>
          </p:cNvPr>
          <p:cNvSpPr txBox="1"/>
          <p:nvPr/>
        </p:nvSpPr>
        <p:spPr>
          <a:xfrm>
            <a:off x="0" y="2241551"/>
            <a:ext cx="9144000" cy="5374106"/>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code placed within </a:t>
            </a:r>
            <a:r>
              <a:rPr lang="en-IN" sz="2400" b="1" dirty="0">
                <a:latin typeface="Times New Roman" panose="02020603050405020304" pitchFamily="18" charset="0"/>
                <a:cs typeface="Times New Roman" panose="02020603050405020304" pitchFamily="18" charset="0"/>
              </a:rPr>
              <a:t>JSP expression tag</a:t>
            </a:r>
            <a:r>
              <a:rPr lang="en-IN" sz="2400" dirty="0">
                <a:latin typeface="Times New Roman" panose="02020603050405020304" pitchFamily="18" charset="0"/>
                <a:cs typeface="Times New Roman" panose="02020603050405020304" pitchFamily="18" charset="0"/>
              </a:rPr>
              <a:t> is </a:t>
            </a:r>
            <a:r>
              <a:rPr lang="en-IN" sz="2400" i="1" dirty="0">
                <a:latin typeface="Times New Roman" panose="02020603050405020304" pitchFamily="18" charset="0"/>
                <a:cs typeface="Times New Roman" panose="02020603050405020304" pitchFamily="18" charset="0"/>
              </a:rPr>
              <a:t>written to the output stream of the response</a:t>
            </a:r>
            <a:r>
              <a:rPr lang="en-IN"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So you need not write </a:t>
            </a:r>
            <a:r>
              <a:rPr lang="en-IN" sz="2400" dirty="0" err="1">
                <a:latin typeface="Times New Roman" panose="02020603050405020304" pitchFamily="18" charset="0"/>
                <a:cs typeface="Times New Roman" panose="02020603050405020304" pitchFamily="18" charset="0"/>
              </a:rPr>
              <a:t>out.print</a:t>
            </a:r>
            <a:r>
              <a:rPr lang="en-IN" sz="2400" dirty="0">
                <a:latin typeface="Times New Roman" panose="02020603050405020304" pitchFamily="18" charset="0"/>
                <a:cs typeface="Times New Roman" panose="02020603050405020304" pitchFamily="18" charset="0"/>
              </a:rPr>
              <a:t>() to write data.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is mainly used to print the values of variable or method.</a:t>
            </a:r>
          </a:p>
          <a:p>
            <a:pPr>
              <a:buNone/>
            </a:pPr>
            <a:r>
              <a:rPr lang="en-IN" sz="2400" b="1" dirty="0">
                <a:latin typeface="Times New Roman" panose="02020603050405020304" pitchFamily="18" charset="0"/>
                <a:cs typeface="Times New Roman" panose="02020603050405020304" pitchFamily="18" charset="0"/>
              </a:rPr>
              <a:t>Syntax of JSP expression tag</a:t>
            </a:r>
          </a:p>
          <a:p>
            <a:r>
              <a:rPr lang="en-IN" sz="2400" b="1" dirty="0">
                <a:latin typeface="Times New Roman" panose="02020603050405020304" pitchFamily="18" charset="0"/>
                <a:cs typeface="Times New Roman" panose="02020603050405020304" pitchFamily="18" charset="0"/>
              </a:rPr>
              <a:t>&lt;</a:t>
            </a:r>
            <a:r>
              <a:rPr lang="en-IN" sz="2400" dirty="0">
                <a:latin typeface="Times New Roman" panose="02020603050405020304" pitchFamily="18" charset="0"/>
                <a:cs typeface="Times New Roman" panose="02020603050405020304" pitchFamily="18" charset="0"/>
              </a:rPr>
              <a:t>%=  statement %</a:t>
            </a:r>
            <a:r>
              <a:rPr lang="en-IN" sz="2400" b="1" dirty="0">
                <a:latin typeface="Times New Roman" panose="02020603050405020304" pitchFamily="18" charset="0"/>
                <a:cs typeface="Times New Roman" panose="02020603050405020304" pitchFamily="18" charset="0"/>
              </a:rPr>
              <a:t>&gt;</a:t>
            </a:r>
            <a:r>
              <a:rPr lang="en-IN" sz="2400" dirty="0">
                <a:latin typeface="Times New Roman" panose="02020603050405020304" pitchFamily="18" charset="0"/>
                <a:cs typeface="Times New Roman" panose="02020603050405020304" pitchFamily="18" charset="0"/>
              </a:rPr>
              <a:t>  </a:t>
            </a:r>
          </a:p>
          <a:p>
            <a:pPr>
              <a:buNone/>
            </a:pPr>
            <a:r>
              <a:rPr lang="en-IN" sz="2400" b="1" dirty="0">
                <a:latin typeface="Times New Roman" panose="02020603050405020304" pitchFamily="18" charset="0"/>
                <a:cs typeface="Times New Roman" panose="02020603050405020304" pitchFamily="18" charset="0"/>
              </a:rPr>
              <a:t>Example of JSP expression tag</a:t>
            </a:r>
          </a:p>
          <a:p>
            <a:r>
              <a:rPr lang="en-IN" sz="2400" dirty="0">
                <a:latin typeface="Times New Roman" panose="02020603050405020304" pitchFamily="18" charset="0"/>
                <a:cs typeface="Times New Roman" panose="02020603050405020304" pitchFamily="18" charset="0"/>
              </a:rPr>
              <a:t>In this example of </a:t>
            </a:r>
            <a:r>
              <a:rPr lang="en-IN" sz="2400" dirty="0" err="1">
                <a:latin typeface="Times New Roman" panose="02020603050405020304" pitchFamily="18" charset="0"/>
                <a:cs typeface="Times New Roman" panose="02020603050405020304" pitchFamily="18" charset="0"/>
              </a:rPr>
              <a:t>jsp</a:t>
            </a:r>
            <a:r>
              <a:rPr lang="en-IN" sz="2400" dirty="0">
                <a:latin typeface="Times New Roman" panose="02020603050405020304" pitchFamily="18" charset="0"/>
                <a:cs typeface="Times New Roman" panose="02020603050405020304" pitchFamily="18" charset="0"/>
              </a:rPr>
              <a:t> expression tag, we are simply displaying a welcome message.</a:t>
            </a:r>
          </a:p>
          <a:p>
            <a:pPr>
              <a:buNone/>
            </a:pPr>
            <a:r>
              <a:rPr lang="en-IN" sz="2400" b="1" dirty="0">
                <a:latin typeface="Times New Roman" panose="02020603050405020304" pitchFamily="18" charset="0"/>
                <a:cs typeface="Times New Roman" panose="02020603050405020304" pitchFamily="18" charset="0"/>
              </a:rPr>
              <a:t>&lt;html&gt;</a:t>
            </a:r>
            <a:r>
              <a:rPr lang="en-IN" sz="2400" dirty="0">
                <a:latin typeface="Times New Roman" panose="02020603050405020304" pitchFamily="18" charset="0"/>
                <a:cs typeface="Times New Roman" panose="02020603050405020304" pitchFamily="18" charset="0"/>
              </a:rPr>
              <a:t>  </a:t>
            </a:r>
          </a:p>
          <a:p>
            <a:pPr>
              <a:buNone/>
            </a:pPr>
            <a:r>
              <a:rPr lang="en-IN" sz="2400" b="1" dirty="0">
                <a:latin typeface="Times New Roman" panose="02020603050405020304" pitchFamily="18" charset="0"/>
                <a:cs typeface="Times New Roman" panose="02020603050405020304" pitchFamily="18" charset="0"/>
              </a:rPr>
              <a:t>&lt;body&gt;</a:t>
            </a:r>
            <a:r>
              <a:rPr lang="en-IN" sz="2400" dirty="0">
                <a:latin typeface="Times New Roman" panose="02020603050405020304" pitchFamily="18" charset="0"/>
                <a:cs typeface="Times New Roman" panose="02020603050405020304" pitchFamily="18" charset="0"/>
              </a:rPr>
              <a:t>  </a:t>
            </a:r>
          </a:p>
          <a:p>
            <a:pPr>
              <a:buNone/>
            </a:pPr>
            <a:r>
              <a:rPr lang="en-IN" sz="2400" b="1" dirty="0">
                <a:latin typeface="Times New Roman" panose="02020603050405020304" pitchFamily="18" charset="0"/>
                <a:cs typeface="Times New Roman" panose="02020603050405020304" pitchFamily="18" charset="0"/>
              </a:rPr>
              <a:t>&lt;</a:t>
            </a:r>
            <a:r>
              <a:rPr lang="en-IN" sz="2400" dirty="0">
                <a:latin typeface="Times New Roman" panose="02020603050405020304" pitchFamily="18" charset="0"/>
                <a:cs typeface="Times New Roman" panose="02020603050405020304" pitchFamily="18" charset="0"/>
              </a:rPr>
              <a:t>%= "welcome to </a:t>
            </a:r>
            <a:r>
              <a:rPr lang="en-IN" sz="2400" dirty="0" err="1">
                <a:latin typeface="Times New Roman" panose="02020603050405020304" pitchFamily="18" charset="0"/>
                <a:cs typeface="Times New Roman" panose="02020603050405020304" pitchFamily="18" charset="0"/>
              </a:rPr>
              <a:t>jsp</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&gt;</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&lt;/body&gt;</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&lt;/html&gt;</a:t>
            </a:r>
            <a:r>
              <a:rPr lang="en-IN" sz="2400" dirty="0">
                <a:latin typeface="Times New Roman" panose="02020603050405020304" pitchFamily="18" charset="0"/>
                <a:cs typeface="Times New Roman" panose="02020603050405020304" pitchFamily="18" charset="0"/>
              </a:rPr>
              <a:t>  </a:t>
            </a:r>
          </a:p>
          <a:p>
            <a:pPr>
              <a:buNone/>
            </a:pP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5459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C8255-E272-358A-0A64-ADAA9D60C8C5}"/>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4496E14F-4840-6411-22A4-647B8F216E5B}"/>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C5631117-807E-8F06-DCBE-8ECD7E0B30C4}"/>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AAE268BE-D315-52B1-BD04-431D7284D75A}"/>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spc="-100" dirty="0">
                <a:latin typeface="Times New Roman" panose="02020603050405020304" pitchFamily="18" charset="0"/>
                <a:ea typeface="+mj-ea"/>
                <a:cs typeface="Times New Roman" panose="02020603050405020304" pitchFamily="18" charset="0"/>
              </a:rPr>
              <a:t>D</a:t>
            </a:r>
            <a:r>
              <a:rPr lang="en-IN" b="1" kern="1200" spc="-100" baseline="0" dirty="0">
                <a:effectLst/>
                <a:latin typeface="Times New Roman" panose="02020603050405020304" pitchFamily="18" charset="0"/>
                <a:ea typeface="+mj-ea"/>
                <a:cs typeface="Times New Roman" panose="02020603050405020304" pitchFamily="18" charset="0"/>
              </a:rPr>
              <a:t>eclaration tag</a:t>
            </a: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B2118AB-A9FE-A5A4-3BCA-EBC0223C5A89}"/>
              </a:ext>
            </a:extLst>
          </p:cNvPr>
          <p:cNvSpPr txBox="1"/>
          <p:nvPr/>
        </p:nvSpPr>
        <p:spPr>
          <a:xfrm>
            <a:off x="0" y="2286000"/>
            <a:ext cx="9144000" cy="461665"/>
          </a:xfrm>
          <a:prstGeom prst="rect">
            <a:avLst/>
          </a:prstGeom>
          <a:noFill/>
        </p:spPr>
        <p:txBody>
          <a:bodyPr wrap="square" rtlCol="0">
            <a:spAutoFit/>
          </a:bodyPr>
          <a:lstStyle/>
          <a:p>
            <a:pPr algn="just"/>
            <a:endParaRPr lang="en-US" sz="2400" b="0" i="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C2A2140-C3CF-3508-4486-F59C5F9DF2E6}"/>
              </a:ext>
            </a:extLst>
          </p:cNvPr>
          <p:cNvSpPr txBox="1"/>
          <p:nvPr/>
        </p:nvSpPr>
        <p:spPr>
          <a:xfrm>
            <a:off x="76200" y="2286000"/>
            <a:ext cx="8953500" cy="4416594"/>
          </a:xfrm>
          <a:prstGeom prst="rect">
            <a:avLst/>
          </a:prstGeom>
          <a:noFill/>
        </p:spPr>
        <p:txBody>
          <a:bodyPr wrap="square" rtlCol="0">
            <a:spAutoFit/>
          </a:bodyPr>
          <a:lstStyle/>
          <a:p>
            <a:pPr marL="285750" indent="-285750" algn="l" rtl="0" eaLnBrk="1" latinLnBrk="0" hangingPunct="1">
              <a:spcBef>
                <a:spcPts val="576"/>
              </a:spcBef>
              <a:buClr>
                <a:schemeClr val="accent1"/>
              </a:buClr>
              <a:buSzPct val="85000"/>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The </a:t>
            </a:r>
            <a:r>
              <a:rPr lang="en-IN" sz="2400" b="1" kern="1200" dirty="0">
                <a:solidFill>
                  <a:srgbClr val="292934"/>
                </a:solidFill>
                <a:effectLst/>
                <a:latin typeface="Times New Roman" panose="02020603050405020304" pitchFamily="18" charset="0"/>
                <a:cs typeface="Times New Roman" panose="02020603050405020304" pitchFamily="18" charset="0"/>
              </a:rPr>
              <a:t>JSP declaration tag</a:t>
            </a:r>
            <a:r>
              <a:rPr lang="en-IN" sz="2400" kern="1200" dirty="0">
                <a:solidFill>
                  <a:srgbClr val="292934"/>
                </a:solidFill>
                <a:effectLst/>
                <a:latin typeface="Times New Roman" panose="02020603050405020304" pitchFamily="18" charset="0"/>
                <a:cs typeface="Times New Roman" panose="02020603050405020304" pitchFamily="18" charset="0"/>
              </a:rPr>
              <a:t> is used </a:t>
            </a:r>
            <a:r>
              <a:rPr lang="en-IN" sz="2400" i="1" kern="1200" dirty="0">
                <a:solidFill>
                  <a:srgbClr val="292934"/>
                </a:solidFill>
                <a:effectLst/>
                <a:latin typeface="Times New Roman" panose="02020603050405020304" pitchFamily="18" charset="0"/>
                <a:cs typeface="Times New Roman" panose="02020603050405020304" pitchFamily="18" charset="0"/>
              </a:rPr>
              <a:t>to declare fields and methods</a:t>
            </a:r>
            <a:r>
              <a:rPr lang="en-IN" sz="2400" kern="1200" dirty="0">
                <a:solidFill>
                  <a:srgbClr val="292934"/>
                </a:solidFill>
                <a:effectLst/>
                <a:latin typeface="Times New Roman" panose="02020603050405020304" pitchFamily="18" charset="0"/>
                <a:cs typeface="Times New Roman" panose="02020603050405020304" pitchFamily="18" charset="0"/>
              </a:rPr>
              <a:t>.</a:t>
            </a:r>
            <a:endParaRPr lang="en-IN" sz="2400" dirty="0">
              <a:effectLst/>
              <a:latin typeface="Times New Roman" panose="02020603050405020304" pitchFamily="18" charset="0"/>
              <a:cs typeface="Times New Roman" panose="02020603050405020304" pitchFamily="18" charset="0"/>
            </a:endParaRPr>
          </a:p>
          <a:p>
            <a:pPr marL="285750" indent="-285750" algn="l" rtl="0" eaLnBrk="1" latinLnBrk="0" hangingPunct="1">
              <a:spcBef>
                <a:spcPts val="576"/>
              </a:spcBef>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The code written inside the </a:t>
            </a:r>
            <a:r>
              <a:rPr lang="en-IN" sz="2400" kern="1200" dirty="0" err="1">
                <a:solidFill>
                  <a:srgbClr val="292934"/>
                </a:solidFill>
                <a:effectLst/>
                <a:latin typeface="Times New Roman" panose="02020603050405020304" pitchFamily="18" charset="0"/>
                <a:cs typeface="Times New Roman" panose="02020603050405020304" pitchFamily="18" charset="0"/>
              </a:rPr>
              <a:t>jsp</a:t>
            </a:r>
            <a:r>
              <a:rPr lang="en-IN" sz="2400" kern="1200" dirty="0">
                <a:solidFill>
                  <a:srgbClr val="292934"/>
                </a:solidFill>
                <a:effectLst/>
                <a:latin typeface="Times New Roman" panose="02020603050405020304" pitchFamily="18" charset="0"/>
                <a:cs typeface="Times New Roman" panose="02020603050405020304" pitchFamily="18" charset="0"/>
              </a:rPr>
              <a:t> declaration tag is placed outside the service() method of auto generated servlet.</a:t>
            </a:r>
            <a:endParaRPr lang="en-IN" sz="2400" dirty="0">
              <a:effectLst/>
              <a:latin typeface="Times New Roman" panose="02020603050405020304" pitchFamily="18" charset="0"/>
              <a:cs typeface="Times New Roman" panose="02020603050405020304" pitchFamily="18" charset="0"/>
            </a:endParaRPr>
          </a:p>
          <a:p>
            <a:pPr marL="285750" indent="-285750" algn="l" rtl="0" eaLnBrk="1" latinLnBrk="0" hangingPunct="1">
              <a:spcBef>
                <a:spcPts val="576"/>
              </a:spcBef>
              <a:buFont typeface="Arial" panose="020B0604020202020204" pitchFamily="34" charset="0"/>
              <a:buChar char="•"/>
            </a:pPr>
            <a:r>
              <a:rPr lang="en-IN" sz="2400" b="1" dirty="0">
                <a:solidFill>
                  <a:srgbClr val="292934"/>
                </a:solidFill>
                <a:latin typeface="Times New Roman" panose="02020603050405020304" pitchFamily="18" charset="0"/>
                <a:cs typeface="Times New Roman" panose="02020603050405020304" pitchFamily="18" charset="0"/>
              </a:rPr>
              <a:t>Example:</a:t>
            </a:r>
          </a:p>
          <a:p>
            <a:pPr>
              <a:spcBef>
                <a:spcPts val="576"/>
              </a:spcBef>
            </a:pPr>
            <a:r>
              <a:rPr lang="en-US" sz="2000" b="1" dirty="0">
                <a:latin typeface="Times New Roman" panose="02020603050405020304" pitchFamily="18" charset="0"/>
                <a:cs typeface="Times New Roman" panose="02020603050405020304" pitchFamily="18" charset="0"/>
              </a:rPr>
              <a:t>&lt;%!</a:t>
            </a:r>
          </a:p>
          <a:p>
            <a:pPr>
              <a:spcBef>
                <a:spcPts val="576"/>
              </a:spcBef>
            </a:pPr>
            <a:r>
              <a:rPr lang="en-US" sz="2000" b="1" dirty="0">
                <a:latin typeface="Times New Roman" panose="02020603050405020304" pitchFamily="18" charset="0"/>
                <a:cs typeface="Times New Roman" panose="02020603050405020304" pitchFamily="18" charset="0"/>
              </a:rPr>
              <a:t>    int count = 0;</a:t>
            </a:r>
          </a:p>
          <a:p>
            <a:pPr>
              <a:spcBef>
                <a:spcPts val="576"/>
              </a:spcBef>
            </a:pPr>
            <a:r>
              <a:rPr lang="en-US" sz="2000" b="1" dirty="0">
                <a:latin typeface="Times New Roman" panose="02020603050405020304" pitchFamily="18" charset="0"/>
                <a:cs typeface="Times New Roman" panose="02020603050405020304" pitchFamily="18" charset="0"/>
              </a:rPr>
              <a:t>    public int square(int n) {</a:t>
            </a:r>
          </a:p>
          <a:p>
            <a:pPr>
              <a:spcBef>
                <a:spcPts val="576"/>
              </a:spcBef>
            </a:pPr>
            <a:r>
              <a:rPr lang="en-US" sz="2000" b="1" dirty="0">
                <a:latin typeface="Times New Roman" panose="02020603050405020304" pitchFamily="18" charset="0"/>
                <a:cs typeface="Times New Roman" panose="02020603050405020304" pitchFamily="18" charset="0"/>
              </a:rPr>
              <a:t>        return n * n;</a:t>
            </a:r>
          </a:p>
          <a:p>
            <a:pPr>
              <a:spcBef>
                <a:spcPts val="576"/>
              </a:spcBef>
            </a:pPr>
            <a:r>
              <a:rPr lang="en-US" sz="2000" b="1" dirty="0">
                <a:latin typeface="Times New Roman" panose="02020603050405020304" pitchFamily="18" charset="0"/>
                <a:cs typeface="Times New Roman" panose="02020603050405020304" pitchFamily="18" charset="0"/>
              </a:rPr>
              <a:t>    }</a:t>
            </a:r>
          </a:p>
          <a:p>
            <a:pPr>
              <a:spcBef>
                <a:spcPts val="576"/>
              </a:spcBef>
            </a:pPr>
            <a:r>
              <a:rPr lang="en-US" sz="2000" b="1" dirty="0">
                <a:latin typeface="Times New Roman" panose="02020603050405020304" pitchFamily="18" charset="0"/>
                <a:cs typeface="Times New Roman" panose="02020603050405020304" pitchFamily="18" charset="0"/>
              </a:rPr>
              <a:t>%&gt;</a:t>
            </a:r>
          </a:p>
          <a:p>
            <a:pPr>
              <a:spcBef>
                <a:spcPts val="576"/>
              </a:spcBef>
            </a:pPr>
            <a:r>
              <a:rPr lang="en-US" sz="2000" b="1" dirty="0">
                <a:latin typeface="Times New Roman" panose="02020603050405020304" pitchFamily="18" charset="0"/>
                <a:cs typeface="Times New Roman" panose="02020603050405020304" pitchFamily="18" charset="0"/>
              </a:rPr>
              <a:t>&lt;%= square(5) %&gt;</a:t>
            </a:r>
            <a:endParaRPr lang="en-IN" sz="2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7972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993FB-48B3-004B-8BF0-BE61693292BA}"/>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CB981ABC-0B2C-0293-72E4-B1E06A25E26E}"/>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5D171373-8DB3-05A5-36EE-0F710FE5C469}"/>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5D482B55-ACB0-0B15-C05D-390DD823CCB5}"/>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b="1" dirty="0">
                <a:latin typeface="Times New Roman" panose="02020603050405020304" pitchFamily="18" charset="0"/>
                <a:cs typeface="Times New Roman" panose="02020603050405020304" pitchFamily="18" charset="0"/>
              </a:rPr>
              <a:t>JSP Directives tag</a:t>
            </a:r>
            <a:endParaRPr lang="en-IN" altLang="en-US"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5666A70-E906-6B56-EAB0-7CC834DE698B}"/>
              </a:ext>
            </a:extLst>
          </p:cNvPr>
          <p:cNvSpPr txBox="1"/>
          <p:nvPr/>
        </p:nvSpPr>
        <p:spPr>
          <a:xfrm>
            <a:off x="0" y="2241551"/>
            <a:ext cx="9144000" cy="3970318"/>
          </a:xfrm>
          <a:prstGeom prst="rect">
            <a:avLst/>
          </a:prstGeom>
          <a:noFill/>
        </p:spPr>
        <p:txBody>
          <a:bodyPr wrap="square">
            <a:sp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Directives provide instructions to the JSP container during translation/processing of the JSP page.</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JSP Directives type:</a:t>
            </a:r>
          </a:p>
          <a:p>
            <a:pPr marL="457200" indent="-457200">
              <a:buFont typeface="+mj-lt"/>
              <a:buAutoNum type="arabicPeriod"/>
            </a:pPr>
            <a:r>
              <a:rPr lang="en-IN" sz="2800" b="1" dirty="0">
                <a:latin typeface="Times New Roman" panose="02020603050405020304" pitchFamily="18" charset="0"/>
                <a:cs typeface="Times New Roman" panose="02020603050405020304" pitchFamily="18" charset="0"/>
              </a:rPr>
              <a:t>page</a:t>
            </a:r>
          </a:p>
          <a:p>
            <a:pPr marL="457200" indent="-457200">
              <a:buFont typeface="+mj-lt"/>
              <a:buAutoNum type="arabicPeriod"/>
            </a:pPr>
            <a:r>
              <a:rPr lang="en-IN" sz="2800" b="1" dirty="0">
                <a:latin typeface="Times New Roman" panose="02020603050405020304" pitchFamily="18" charset="0"/>
                <a:cs typeface="Times New Roman" panose="02020603050405020304" pitchFamily="18" charset="0"/>
              </a:rPr>
              <a:t>include</a:t>
            </a:r>
          </a:p>
          <a:p>
            <a:pPr marL="457200" indent="-457200">
              <a:buFont typeface="+mj-lt"/>
              <a:buAutoNum type="arabicPeriod"/>
            </a:pPr>
            <a:r>
              <a:rPr lang="en-IN" sz="2800" b="1" dirty="0" err="1">
                <a:latin typeface="Times New Roman" panose="02020603050405020304" pitchFamily="18" charset="0"/>
                <a:cs typeface="Times New Roman" panose="02020603050405020304" pitchFamily="18" charset="0"/>
              </a:rPr>
              <a:t>Taglib</a:t>
            </a:r>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Syntax:</a:t>
            </a:r>
          </a:p>
          <a:p>
            <a:r>
              <a:rPr lang="en-IN" sz="2800" dirty="0">
                <a:latin typeface="Times New Roman" panose="02020603050405020304" pitchFamily="18" charset="0"/>
                <a:cs typeface="Times New Roman" panose="02020603050405020304" pitchFamily="18" charset="0"/>
              </a:rPr>
              <a:t>&lt;%@ directive attribute="value" %&gt;</a:t>
            </a:r>
          </a:p>
        </p:txBody>
      </p:sp>
    </p:spTree>
    <p:extLst>
      <p:ext uri="{BB962C8B-B14F-4D97-AF65-F5344CB8AC3E}">
        <p14:creationId xmlns:p14="http://schemas.microsoft.com/office/powerpoint/2010/main" val="3237831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98589-B680-0ECD-6A90-8623EB760C0E}"/>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199317E1-AC78-C65E-1682-BF79906D8501}"/>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7968FBC3-79CB-D91F-6C2A-EB82D73CC2F5}"/>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E72F1BA1-9F00-A4B9-3CB9-9559DEE993A4}"/>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b="1" dirty="0">
                <a:latin typeface="Times New Roman" panose="02020603050405020304" pitchFamily="18" charset="0"/>
                <a:cs typeface="Times New Roman" panose="02020603050405020304" pitchFamily="18" charset="0"/>
              </a:rPr>
              <a:t>Page Directive tag</a:t>
            </a:r>
            <a:endParaRPr lang="en-IN" altLang="en-US"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85C143A-0BD9-FB8C-E427-AC2515FFDBB5}"/>
              </a:ext>
            </a:extLst>
          </p:cNvPr>
          <p:cNvSpPr txBox="1"/>
          <p:nvPr/>
        </p:nvSpPr>
        <p:spPr>
          <a:xfrm>
            <a:off x="0" y="2241551"/>
            <a:ext cx="9144000" cy="2246769"/>
          </a:xfrm>
          <a:prstGeom prst="rect">
            <a:avLst/>
          </a:prstGeom>
          <a:noFill/>
        </p:spPr>
        <p:txBody>
          <a:bodyPr wrap="square">
            <a:sp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page directive is used to define properties and configuration settings for the current JSP page.</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&lt;%@ page attribute="value" %&gt; </a:t>
            </a:r>
            <a:r>
              <a:rPr lang="en-IN" sz="2800" b="1" dirty="0">
                <a:latin typeface="Times New Roman" panose="02020603050405020304" pitchFamily="18" charset="0"/>
                <a:cs typeface="Times New Roman" panose="02020603050405020304" pitchFamily="18" charset="0"/>
              </a:rPr>
              <a:t>(Syntax)</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&lt;%@ page import="</a:t>
            </a:r>
            <a:r>
              <a:rPr lang="en-IN" sz="2800" dirty="0" err="1">
                <a:latin typeface="Times New Roman" panose="02020603050405020304" pitchFamily="18" charset="0"/>
                <a:cs typeface="Times New Roman" panose="02020603050405020304" pitchFamily="18" charset="0"/>
              </a:rPr>
              <a:t>java.util.Date</a:t>
            </a:r>
            <a:r>
              <a:rPr lang="en-IN" sz="2800" dirty="0">
                <a:latin typeface="Times New Roman" panose="02020603050405020304" pitchFamily="18" charset="0"/>
                <a:cs typeface="Times New Roman" panose="02020603050405020304" pitchFamily="18" charset="0"/>
              </a:rPr>
              <a:t>" %&gt;</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&lt;%@ page </a:t>
            </a:r>
            <a:r>
              <a:rPr lang="en-IN" sz="2800" dirty="0" err="1">
                <a:latin typeface="Times New Roman" panose="02020603050405020304" pitchFamily="18" charset="0"/>
                <a:cs typeface="Times New Roman" panose="02020603050405020304" pitchFamily="18" charset="0"/>
              </a:rPr>
              <a:t>contentType</a:t>
            </a:r>
            <a:r>
              <a:rPr lang="en-IN" sz="2800" dirty="0">
                <a:latin typeface="Times New Roman" panose="02020603050405020304" pitchFamily="18" charset="0"/>
                <a:cs typeface="Times New Roman" panose="02020603050405020304" pitchFamily="18" charset="0"/>
              </a:rPr>
              <a:t>="text/html" %&gt;</a:t>
            </a:r>
          </a:p>
        </p:txBody>
      </p:sp>
      <p:graphicFrame>
        <p:nvGraphicFramePr>
          <p:cNvPr id="12" name="Table 11">
            <a:extLst>
              <a:ext uri="{FF2B5EF4-FFF2-40B4-BE49-F238E27FC236}">
                <a16:creationId xmlns:a16="http://schemas.microsoft.com/office/drawing/2014/main" id="{25175C3D-0B6B-C30B-5432-88ADE92664C9}"/>
              </a:ext>
            </a:extLst>
          </p:cNvPr>
          <p:cNvGraphicFramePr>
            <a:graphicFrameLocks noGrp="1"/>
          </p:cNvGraphicFramePr>
          <p:nvPr>
            <p:extLst>
              <p:ext uri="{D42A27DB-BD31-4B8C-83A1-F6EECF244321}">
                <p14:modId xmlns:p14="http://schemas.microsoft.com/office/powerpoint/2010/main" val="180403553"/>
              </p:ext>
            </p:extLst>
          </p:nvPr>
        </p:nvGraphicFramePr>
        <p:xfrm>
          <a:off x="239486" y="4510744"/>
          <a:ext cx="8474530" cy="2173760"/>
        </p:xfrm>
        <a:graphic>
          <a:graphicData uri="http://schemas.openxmlformats.org/drawingml/2006/table">
            <a:tbl>
              <a:tblPr>
                <a:tableStyleId>{08FB837D-C827-4EFA-A057-4D05807E0F7C}</a:tableStyleId>
              </a:tblPr>
              <a:tblGrid>
                <a:gridCol w="4237265">
                  <a:extLst>
                    <a:ext uri="{9D8B030D-6E8A-4147-A177-3AD203B41FA5}">
                      <a16:colId xmlns:a16="http://schemas.microsoft.com/office/drawing/2014/main" val="2175937386"/>
                    </a:ext>
                  </a:extLst>
                </a:gridCol>
                <a:gridCol w="4237265">
                  <a:extLst>
                    <a:ext uri="{9D8B030D-6E8A-4147-A177-3AD203B41FA5}">
                      <a16:colId xmlns:a16="http://schemas.microsoft.com/office/drawing/2014/main" val="1392513406"/>
                    </a:ext>
                  </a:extLst>
                </a:gridCol>
              </a:tblGrid>
              <a:tr h="434752">
                <a:tc>
                  <a:txBody>
                    <a:bodyPr/>
                    <a:lstStyle/>
                    <a:p>
                      <a:pPr algn="ctr">
                        <a:buNone/>
                      </a:pPr>
                      <a:r>
                        <a:rPr lang="en-IN" b="1">
                          <a:latin typeface="Times New Roman" panose="02020603050405020304" pitchFamily="18" charset="0"/>
                          <a:cs typeface="Times New Roman" panose="02020603050405020304" pitchFamily="18" charset="0"/>
                        </a:rPr>
                        <a:t>Attribute</a:t>
                      </a:r>
                    </a:p>
                  </a:txBody>
                  <a:tcPr anchor="ctr"/>
                </a:tc>
                <a:tc>
                  <a:txBody>
                    <a:bodyPr/>
                    <a:lstStyle/>
                    <a:p>
                      <a:pPr algn="ctr">
                        <a:buNone/>
                      </a:pPr>
                      <a:r>
                        <a:rPr lang="en-IN" b="1" dirty="0">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457004436"/>
                  </a:ext>
                </a:extLst>
              </a:tr>
              <a:tr h="434752">
                <a:tc>
                  <a:txBody>
                    <a:bodyPr/>
                    <a:lstStyle/>
                    <a:p>
                      <a:pPr algn="ctr">
                        <a:buNone/>
                      </a:pPr>
                      <a:r>
                        <a:rPr lang="en-IN" dirty="0">
                          <a:latin typeface="Times New Roman" panose="02020603050405020304" pitchFamily="18" charset="0"/>
                          <a:cs typeface="Times New Roman" panose="02020603050405020304" pitchFamily="18" charset="0"/>
                        </a:rPr>
                        <a:t>import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Imports Java classes/packages</a:t>
                      </a:r>
                    </a:p>
                  </a:txBody>
                  <a:tcPr anchor="ctr"/>
                </a:tc>
                <a:extLst>
                  <a:ext uri="{0D108BD9-81ED-4DB2-BD59-A6C34878D82A}">
                    <a16:rowId xmlns:a16="http://schemas.microsoft.com/office/drawing/2014/main" val="1425886909"/>
                  </a:ext>
                </a:extLst>
              </a:tr>
              <a:tr h="434752">
                <a:tc>
                  <a:txBody>
                    <a:bodyPr/>
                    <a:lstStyle/>
                    <a:p>
                      <a:pPr algn="ctr">
                        <a:buNone/>
                      </a:pPr>
                      <a:r>
                        <a:rPr lang="en-IN">
                          <a:latin typeface="Times New Roman" panose="02020603050405020304" pitchFamily="18" charset="0"/>
                          <a:cs typeface="Times New Roman" panose="02020603050405020304" pitchFamily="18" charset="0"/>
                        </a:rPr>
                        <a:t>contentType</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Defines response content type</a:t>
                      </a:r>
                    </a:p>
                  </a:txBody>
                  <a:tcPr anchor="ctr"/>
                </a:tc>
                <a:extLst>
                  <a:ext uri="{0D108BD9-81ED-4DB2-BD59-A6C34878D82A}">
                    <a16:rowId xmlns:a16="http://schemas.microsoft.com/office/drawing/2014/main" val="2865846670"/>
                  </a:ext>
                </a:extLst>
              </a:tr>
              <a:tr h="434752">
                <a:tc>
                  <a:txBody>
                    <a:bodyPr/>
                    <a:lstStyle/>
                    <a:p>
                      <a:pPr algn="ctr">
                        <a:buNone/>
                      </a:pPr>
                      <a:r>
                        <a:rPr lang="en-IN">
                          <a:latin typeface="Times New Roman" panose="02020603050405020304" pitchFamily="18" charset="0"/>
                          <a:cs typeface="Times New Roman" panose="02020603050405020304" pitchFamily="18" charset="0"/>
                        </a:rPr>
                        <a:t>session</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Enables/disables session</a:t>
                      </a:r>
                    </a:p>
                  </a:txBody>
                  <a:tcPr anchor="ctr"/>
                </a:tc>
                <a:extLst>
                  <a:ext uri="{0D108BD9-81ED-4DB2-BD59-A6C34878D82A}">
                    <a16:rowId xmlns:a16="http://schemas.microsoft.com/office/drawing/2014/main" val="373839796"/>
                  </a:ext>
                </a:extLst>
              </a:tr>
              <a:tr h="434752">
                <a:tc>
                  <a:txBody>
                    <a:bodyPr/>
                    <a:lstStyle/>
                    <a:p>
                      <a:pPr algn="ctr">
                        <a:buNone/>
                      </a:pPr>
                      <a:r>
                        <a:rPr lang="en-IN">
                          <a:latin typeface="Times New Roman" panose="02020603050405020304" pitchFamily="18" charset="0"/>
                          <a:cs typeface="Times New Roman" panose="02020603050405020304" pitchFamily="18" charset="0"/>
                        </a:rPr>
                        <a:t>isErrorPage</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Indicates that the JSP is an error page</a:t>
                      </a:r>
                    </a:p>
                  </a:txBody>
                  <a:tcPr anchor="ctr"/>
                </a:tc>
                <a:extLst>
                  <a:ext uri="{0D108BD9-81ED-4DB2-BD59-A6C34878D82A}">
                    <a16:rowId xmlns:a16="http://schemas.microsoft.com/office/drawing/2014/main" val="3623970672"/>
                  </a:ext>
                </a:extLst>
              </a:tr>
            </a:tbl>
          </a:graphicData>
        </a:graphic>
      </p:graphicFrame>
    </p:spTree>
    <p:extLst>
      <p:ext uri="{BB962C8B-B14F-4D97-AF65-F5344CB8AC3E}">
        <p14:creationId xmlns:p14="http://schemas.microsoft.com/office/powerpoint/2010/main" val="1330965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93EC0-B565-5998-88CE-FB4D3F0ABB3E}"/>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16F4A087-8C8A-BA04-6055-3D0E7CB8B832}"/>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94E6C658-5704-BDFE-D39E-7BF081187BF1}"/>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C89FF48A-CCE2-0CAC-906E-8D6ED3DD82AC}"/>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b="1" dirty="0">
                <a:latin typeface="Times New Roman" panose="02020603050405020304" pitchFamily="18" charset="0"/>
                <a:cs typeface="Times New Roman" panose="02020603050405020304" pitchFamily="18" charset="0"/>
              </a:rPr>
              <a:t>Include Directive tag</a:t>
            </a:r>
            <a:endParaRPr lang="en-IN" altLang="en-US"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BDA4BD0-080F-DB7A-6FF2-019B0DFDE224}"/>
              </a:ext>
            </a:extLst>
          </p:cNvPr>
          <p:cNvSpPr txBox="1"/>
          <p:nvPr/>
        </p:nvSpPr>
        <p:spPr>
          <a:xfrm>
            <a:off x="0" y="2241551"/>
            <a:ext cx="9144000" cy="1815882"/>
          </a:xfrm>
          <a:prstGeom prst="rect">
            <a:avLst/>
          </a:prstGeom>
          <a:noFill/>
        </p:spPr>
        <p:txBody>
          <a:bodyPr wrap="square">
            <a:sp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include directive is used to include the contents of another file into the current JSP.</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&lt;%@ include file="</a:t>
            </a:r>
            <a:r>
              <a:rPr lang="en-IN" sz="2800" dirty="0" err="1">
                <a:latin typeface="Times New Roman" panose="02020603050405020304" pitchFamily="18" charset="0"/>
                <a:cs typeface="Times New Roman" panose="02020603050405020304" pitchFamily="18" charset="0"/>
              </a:rPr>
              <a:t>filename.jsp</a:t>
            </a:r>
            <a:r>
              <a:rPr lang="en-IN" sz="2800" dirty="0">
                <a:latin typeface="Times New Roman" panose="02020603050405020304" pitchFamily="18" charset="0"/>
                <a:cs typeface="Times New Roman" panose="02020603050405020304" pitchFamily="18" charset="0"/>
              </a:rPr>
              <a:t>" %&gt; </a:t>
            </a:r>
            <a:r>
              <a:rPr lang="en-IN" sz="2800" b="1" dirty="0">
                <a:latin typeface="Times New Roman" panose="02020603050405020304" pitchFamily="18" charset="0"/>
                <a:cs typeface="Times New Roman" panose="02020603050405020304" pitchFamily="18" charset="0"/>
              </a:rPr>
              <a:t>(Syntax)</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&lt;%@ include file="</a:t>
            </a:r>
            <a:r>
              <a:rPr lang="en-IN" sz="2800" dirty="0" err="1">
                <a:latin typeface="Times New Roman" panose="02020603050405020304" pitchFamily="18" charset="0"/>
                <a:cs typeface="Times New Roman" panose="02020603050405020304" pitchFamily="18" charset="0"/>
              </a:rPr>
              <a:t>header.jsp</a:t>
            </a:r>
            <a:r>
              <a:rPr lang="en-IN" sz="2800" dirty="0">
                <a:latin typeface="Times New Roman" panose="02020603050405020304" pitchFamily="18" charset="0"/>
                <a:cs typeface="Times New Roman" panose="02020603050405020304" pitchFamily="18" charset="0"/>
              </a:rPr>
              <a:t>" %&gt; </a:t>
            </a:r>
            <a:r>
              <a:rPr lang="en-IN" sz="2800" b="1" dirty="0">
                <a:latin typeface="Times New Roman" panose="02020603050405020304" pitchFamily="18" charset="0"/>
                <a:cs typeface="Times New Roman" panose="02020603050405020304" pitchFamily="18" charset="0"/>
              </a:rPr>
              <a:t>(Example)</a:t>
            </a:r>
          </a:p>
        </p:txBody>
      </p:sp>
    </p:spTree>
    <p:extLst>
      <p:ext uri="{BB962C8B-B14F-4D97-AF65-F5344CB8AC3E}">
        <p14:creationId xmlns:p14="http://schemas.microsoft.com/office/powerpoint/2010/main" val="800903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9B77-2E55-A068-357E-58895E631F27}"/>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256C0761-2097-BFE1-2680-A10791C04587}"/>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B3C25C03-32BE-4958-6E90-ACED49FF1BF0}"/>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4AE80D67-7696-6BA1-00FD-282FEB757597}"/>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b="1" dirty="0" err="1">
                <a:latin typeface="Times New Roman" panose="02020603050405020304" pitchFamily="18" charset="0"/>
                <a:cs typeface="Times New Roman" panose="02020603050405020304" pitchFamily="18" charset="0"/>
              </a:rPr>
              <a:t>Taglib</a:t>
            </a:r>
            <a:r>
              <a:rPr lang="en-IN" b="1" dirty="0">
                <a:latin typeface="Times New Roman" panose="02020603050405020304" pitchFamily="18" charset="0"/>
                <a:cs typeface="Times New Roman" panose="02020603050405020304" pitchFamily="18" charset="0"/>
              </a:rPr>
              <a:t> Directive tag</a:t>
            </a:r>
            <a:endParaRPr lang="en-IN" altLang="en-US"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A2B5270-E8C8-8E1F-A2E5-932DA667AB55}"/>
              </a:ext>
            </a:extLst>
          </p:cNvPr>
          <p:cNvSpPr txBox="1"/>
          <p:nvPr/>
        </p:nvSpPr>
        <p:spPr>
          <a:xfrm>
            <a:off x="0" y="2241551"/>
            <a:ext cx="9144000" cy="2246769"/>
          </a:xfrm>
          <a:prstGeom prst="rect">
            <a:avLst/>
          </a:prstGeom>
          <a:noFill/>
        </p:spPr>
        <p:txBody>
          <a:bodyPr wrap="square">
            <a:sp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t>
            </a:r>
            <a:r>
              <a:rPr lang="en-US" sz="2800" dirty="0" err="1">
                <a:latin typeface="Times New Roman" panose="02020603050405020304" pitchFamily="18" charset="0"/>
                <a:cs typeface="Times New Roman" panose="02020603050405020304" pitchFamily="18" charset="0"/>
              </a:rPr>
              <a:t>taglib</a:t>
            </a:r>
            <a:r>
              <a:rPr lang="en-US" sz="2800" dirty="0">
                <a:latin typeface="Times New Roman" panose="02020603050405020304" pitchFamily="18" charset="0"/>
                <a:cs typeface="Times New Roman" panose="02020603050405020304" pitchFamily="18" charset="0"/>
              </a:rPr>
              <a:t> directive is used to tell the JSP container that the page will use a particular tag library.</a:t>
            </a:r>
          </a:p>
          <a:p>
            <a:pPr marL="342900" indent="-342900">
              <a:buFont typeface="Arial" panose="020B0604020202020204" pitchFamily="34" charset="0"/>
              <a:buChar char="•"/>
            </a:pPr>
            <a:r>
              <a:rPr lang="it-IT" sz="2800" dirty="0">
                <a:latin typeface="Times New Roman" panose="02020603050405020304" pitchFamily="18" charset="0"/>
                <a:cs typeface="Times New Roman" panose="02020603050405020304" pitchFamily="18" charset="0"/>
              </a:rPr>
              <a:t>&lt;%@ taglib prefix="prefix" uri="URI" %&gt; </a:t>
            </a:r>
            <a:r>
              <a:rPr lang="en-IN" sz="2800" b="1" dirty="0">
                <a:latin typeface="Times New Roman" panose="02020603050405020304" pitchFamily="18" charset="0"/>
                <a:cs typeface="Times New Roman" panose="02020603050405020304" pitchFamily="18" charset="0"/>
              </a:rPr>
              <a:t>(Syntax)</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&lt;%@ </a:t>
            </a:r>
            <a:r>
              <a:rPr lang="en-IN" sz="2800" dirty="0" err="1">
                <a:latin typeface="Times New Roman" panose="02020603050405020304" pitchFamily="18" charset="0"/>
                <a:cs typeface="Times New Roman" panose="02020603050405020304" pitchFamily="18" charset="0"/>
              </a:rPr>
              <a:t>taglib</a:t>
            </a:r>
            <a:r>
              <a:rPr lang="en-IN" sz="2800" dirty="0">
                <a:latin typeface="Times New Roman" panose="02020603050405020304" pitchFamily="18" charset="0"/>
                <a:cs typeface="Times New Roman" panose="02020603050405020304" pitchFamily="18" charset="0"/>
              </a:rPr>
              <a:t> prefix="c" </a:t>
            </a:r>
            <a:r>
              <a:rPr lang="en-IN" sz="2800" dirty="0" err="1">
                <a:latin typeface="Times New Roman" panose="02020603050405020304" pitchFamily="18" charset="0"/>
                <a:cs typeface="Times New Roman" panose="02020603050405020304" pitchFamily="18" charset="0"/>
              </a:rPr>
              <a:t>uri</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jakarta.tags.core</a:t>
            </a:r>
            <a:r>
              <a:rPr lang="en-IN" sz="2800" dirty="0">
                <a:latin typeface="Times New Roman" panose="02020603050405020304" pitchFamily="18" charset="0"/>
                <a:cs typeface="Times New Roman" panose="02020603050405020304" pitchFamily="18" charset="0"/>
              </a:rPr>
              <a:t>" %&gt; </a:t>
            </a:r>
            <a:r>
              <a:rPr lang="en-IN" sz="2800" b="1" dirty="0">
                <a:latin typeface="Times New Roman" panose="02020603050405020304" pitchFamily="18" charset="0"/>
                <a:cs typeface="Times New Roman" panose="02020603050405020304" pitchFamily="18" charset="0"/>
              </a:rPr>
              <a:t>(Example)</a:t>
            </a:r>
          </a:p>
        </p:txBody>
      </p:sp>
      <p:graphicFrame>
        <p:nvGraphicFramePr>
          <p:cNvPr id="5" name="Table 4">
            <a:extLst>
              <a:ext uri="{FF2B5EF4-FFF2-40B4-BE49-F238E27FC236}">
                <a16:creationId xmlns:a16="http://schemas.microsoft.com/office/drawing/2014/main" id="{BAE82EDE-94B1-E5D1-1033-ACBC236D1BB0}"/>
              </a:ext>
            </a:extLst>
          </p:cNvPr>
          <p:cNvGraphicFramePr>
            <a:graphicFrameLocks noGrp="1"/>
          </p:cNvGraphicFramePr>
          <p:nvPr>
            <p:extLst>
              <p:ext uri="{D42A27DB-BD31-4B8C-83A1-F6EECF244321}">
                <p14:modId xmlns:p14="http://schemas.microsoft.com/office/powerpoint/2010/main" val="872395283"/>
              </p:ext>
            </p:extLst>
          </p:nvPr>
        </p:nvGraphicFramePr>
        <p:xfrm>
          <a:off x="432707" y="4554994"/>
          <a:ext cx="7886700" cy="1932890"/>
        </p:xfrm>
        <a:graphic>
          <a:graphicData uri="http://schemas.openxmlformats.org/drawingml/2006/table">
            <a:tbl>
              <a:tblPr>
                <a:tableStyleId>{08FB837D-C827-4EFA-A057-4D05807E0F7C}</a:tableStyleId>
              </a:tblPr>
              <a:tblGrid>
                <a:gridCol w="3943350">
                  <a:extLst>
                    <a:ext uri="{9D8B030D-6E8A-4147-A177-3AD203B41FA5}">
                      <a16:colId xmlns:a16="http://schemas.microsoft.com/office/drawing/2014/main" val="2109831862"/>
                    </a:ext>
                  </a:extLst>
                </a:gridCol>
                <a:gridCol w="3943350">
                  <a:extLst>
                    <a:ext uri="{9D8B030D-6E8A-4147-A177-3AD203B41FA5}">
                      <a16:colId xmlns:a16="http://schemas.microsoft.com/office/drawing/2014/main" val="1807460611"/>
                    </a:ext>
                  </a:extLst>
                </a:gridCol>
              </a:tblGrid>
              <a:tr h="386578">
                <a:tc>
                  <a:txBody>
                    <a:bodyPr/>
                    <a:lstStyle/>
                    <a:p>
                      <a:pPr algn="ctr">
                        <a:buNone/>
                      </a:pPr>
                      <a:r>
                        <a:rPr lang="en-IN" b="1"/>
                        <a:t>Part</a:t>
                      </a:r>
                    </a:p>
                  </a:txBody>
                  <a:tcPr anchor="ctr"/>
                </a:tc>
                <a:tc>
                  <a:txBody>
                    <a:bodyPr/>
                    <a:lstStyle/>
                    <a:p>
                      <a:pPr algn="ctr">
                        <a:buNone/>
                      </a:pPr>
                      <a:r>
                        <a:rPr lang="en-IN" b="1" dirty="0"/>
                        <a:t>Meaning</a:t>
                      </a:r>
                    </a:p>
                  </a:txBody>
                  <a:tcPr anchor="ctr"/>
                </a:tc>
                <a:extLst>
                  <a:ext uri="{0D108BD9-81ED-4DB2-BD59-A6C34878D82A}">
                    <a16:rowId xmlns:a16="http://schemas.microsoft.com/office/drawing/2014/main" val="3351888905"/>
                  </a:ext>
                </a:extLst>
              </a:tr>
              <a:tr h="386578">
                <a:tc>
                  <a:txBody>
                    <a:bodyPr/>
                    <a:lstStyle/>
                    <a:p>
                      <a:pPr algn="ctr">
                        <a:buNone/>
                      </a:pPr>
                      <a:r>
                        <a:rPr lang="en-IN"/>
                        <a:t>taglib</a:t>
                      </a:r>
                    </a:p>
                  </a:txBody>
                  <a:tcPr anchor="ctr"/>
                </a:tc>
                <a:tc>
                  <a:txBody>
                    <a:bodyPr/>
                    <a:lstStyle/>
                    <a:p>
                      <a:pPr algn="ctr">
                        <a:buNone/>
                      </a:pPr>
                      <a:r>
                        <a:rPr lang="en-IN"/>
                        <a:t>Directive type</a:t>
                      </a:r>
                    </a:p>
                  </a:txBody>
                  <a:tcPr anchor="ctr"/>
                </a:tc>
                <a:extLst>
                  <a:ext uri="{0D108BD9-81ED-4DB2-BD59-A6C34878D82A}">
                    <a16:rowId xmlns:a16="http://schemas.microsoft.com/office/drawing/2014/main" val="269758175"/>
                  </a:ext>
                </a:extLst>
              </a:tr>
              <a:tr h="386578">
                <a:tc>
                  <a:txBody>
                    <a:bodyPr/>
                    <a:lstStyle/>
                    <a:p>
                      <a:pPr algn="ctr">
                        <a:buNone/>
                      </a:pPr>
                      <a:r>
                        <a:rPr lang="en-IN" dirty="0"/>
                        <a:t>prefix</a:t>
                      </a:r>
                    </a:p>
                  </a:txBody>
                  <a:tcPr anchor="ctr"/>
                </a:tc>
                <a:tc>
                  <a:txBody>
                    <a:bodyPr/>
                    <a:lstStyle/>
                    <a:p>
                      <a:pPr algn="ctr">
                        <a:buNone/>
                      </a:pPr>
                      <a:r>
                        <a:rPr lang="en-IN"/>
                        <a:t>Short name used to access the tags</a:t>
                      </a:r>
                    </a:p>
                  </a:txBody>
                  <a:tcPr anchor="ctr"/>
                </a:tc>
                <a:extLst>
                  <a:ext uri="{0D108BD9-81ED-4DB2-BD59-A6C34878D82A}">
                    <a16:rowId xmlns:a16="http://schemas.microsoft.com/office/drawing/2014/main" val="2619076227"/>
                  </a:ext>
                </a:extLst>
              </a:tr>
              <a:tr h="386578">
                <a:tc>
                  <a:txBody>
                    <a:bodyPr/>
                    <a:lstStyle/>
                    <a:p>
                      <a:pPr algn="ctr">
                        <a:buNone/>
                      </a:pPr>
                      <a:r>
                        <a:rPr lang="en-IN"/>
                        <a:t>uri</a:t>
                      </a:r>
                    </a:p>
                  </a:txBody>
                  <a:tcPr anchor="ctr"/>
                </a:tc>
                <a:tc>
                  <a:txBody>
                    <a:bodyPr/>
                    <a:lstStyle/>
                    <a:p>
                      <a:pPr algn="ctr">
                        <a:buNone/>
                      </a:pPr>
                      <a:r>
                        <a:rPr lang="en-IN" dirty="0"/>
                        <a:t>Identifies the tag library</a:t>
                      </a:r>
                    </a:p>
                  </a:txBody>
                  <a:tcPr anchor="ctr"/>
                </a:tc>
                <a:extLst>
                  <a:ext uri="{0D108BD9-81ED-4DB2-BD59-A6C34878D82A}">
                    <a16:rowId xmlns:a16="http://schemas.microsoft.com/office/drawing/2014/main" val="2354562000"/>
                  </a:ext>
                </a:extLst>
              </a:tr>
              <a:tr h="386578">
                <a:tc>
                  <a:txBody>
                    <a:bodyPr/>
                    <a:lstStyle/>
                    <a:p>
                      <a:pPr algn="ctr">
                        <a:buNone/>
                      </a:pPr>
                      <a:r>
                        <a:rPr lang="en-IN"/>
                        <a:t>c</a:t>
                      </a:r>
                    </a:p>
                  </a:txBody>
                  <a:tcPr anchor="ctr"/>
                </a:tc>
                <a:tc>
                  <a:txBody>
                    <a:bodyPr/>
                    <a:lstStyle/>
                    <a:p>
                      <a:pPr algn="ctr">
                        <a:buNone/>
                      </a:pPr>
                      <a:r>
                        <a:rPr lang="en-IN" dirty="0"/>
                        <a:t>Common prefix for JSTL core tags</a:t>
                      </a:r>
                    </a:p>
                  </a:txBody>
                  <a:tcPr anchor="ctr"/>
                </a:tc>
                <a:extLst>
                  <a:ext uri="{0D108BD9-81ED-4DB2-BD59-A6C34878D82A}">
                    <a16:rowId xmlns:a16="http://schemas.microsoft.com/office/drawing/2014/main" val="3397597004"/>
                  </a:ext>
                </a:extLst>
              </a:tr>
            </a:tbl>
          </a:graphicData>
        </a:graphic>
      </p:graphicFrame>
    </p:spTree>
    <p:extLst>
      <p:ext uri="{BB962C8B-B14F-4D97-AF65-F5344CB8AC3E}">
        <p14:creationId xmlns:p14="http://schemas.microsoft.com/office/powerpoint/2010/main" val="1941986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E0046-AFC5-76E7-E463-026F9BA00D8F}"/>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EA354758-D510-C50C-DEAB-D34263D4F6E1}"/>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28543520-D090-49EB-E04C-EE967E251601}"/>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8DD74F77-48BA-64AC-C21F-BA900FE8961F}"/>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kern="1200" spc="-100" baseline="0" dirty="0">
                <a:effectLst/>
                <a:latin typeface="Times New Roman" panose="02020603050405020304" pitchFamily="18" charset="0"/>
                <a:ea typeface="+mj-ea"/>
                <a:cs typeface="Times New Roman" panose="02020603050405020304" pitchFamily="18" charset="0"/>
              </a:rPr>
              <a:t>Implicit Objects</a:t>
            </a:r>
            <a:endParaRPr lang="en-IN" b="1" i="0" dirty="0">
              <a:effectLst/>
              <a:latin typeface="Times New Roman" panose="02020603050405020304" pitchFamily="18" charset="0"/>
              <a:cs typeface="Times New Roman" panose="02020603050405020304" pitchFamily="18" charset="0"/>
            </a:endParaRPr>
          </a:p>
          <a:p>
            <a:pPr>
              <a:spcBef>
                <a:spcPct val="0"/>
              </a:spcBef>
              <a:buFontTx/>
              <a:buNone/>
            </a:pP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9FAFF8B-1C2F-010D-E2D4-76D920644466}"/>
              </a:ext>
            </a:extLst>
          </p:cNvPr>
          <p:cNvSpPr txBox="1"/>
          <p:nvPr/>
        </p:nvSpPr>
        <p:spPr>
          <a:xfrm>
            <a:off x="0" y="2286000"/>
            <a:ext cx="9144000" cy="461665"/>
          </a:xfrm>
          <a:prstGeom prst="rect">
            <a:avLst/>
          </a:prstGeom>
          <a:noFill/>
        </p:spPr>
        <p:txBody>
          <a:bodyPr wrap="square" rtlCol="0">
            <a:spAutoFit/>
          </a:bodyPr>
          <a:lstStyle/>
          <a:p>
            <a:pPr algn="just"/>
            <a:endParaRPr lang="en-US" sz="2400" b="0" i="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FF08E9A-1ECD-6D4B-7121-70F789BFD32D}"/>
              </a:ext>
            </a:extLst>
          </p:cNvPr>
          <p:cNvSpPr txBox="1"/>
          <p:nvPr/>
        </p:nvSpPr>
        <p:spPr>
          <a:xfrm>
            <a:off x="76200" y="2286000"/>
            <a:ext cx="8953500" cy="1277273"/>
          </a:xfrm>
          <a:prstGeom prst="rect">
            <a:avLst/>
          </a:prstGeom>
          <a:noFill/>
        </p:spPr>
        <p:txBody>
          <a:bodyPr wrap="square" rtlCol="0">
            <a:spAutoFit/>
          </a:bodyPr>
          <a:lstStyle/>
          <a:p>
            <a:pPr marL="342900" indent="-342900" algn="l" rtl="0" eaLnBrk="1" latinLnBrk="0" hangingPunct="1">
              <a:spcBef>
                <a:spcPts val="576"/>
              </a:spcBef>
              <a:buClr>
                <a:schemeClr val="accent1"/>
              </a:buClr>
              <a:buSzPct val="85000"/>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There are </a:t>
            </a:r>
            <a:r>
              <a:rPr lang="en-IN" sz="2400" b="1" kern="1200" dirty="0">
                <a:solidFill>
                  <a:srgbClr val="292934"/>
                </a:solidFill>
                <a:effectLst/>
                <a:latin typeface="Times New Roman" panose="02020603050405020304" pitchFamily="18" charset="0"/>
                <a:cs typeface="Times New Roman" panose="02020603050405020304" pitchFamily="18" charset="0"/>
              </a:rPr>
              <a:t>9 JSP implicit objects</a:t>
            </a:r>
            <a:r>
              <a:rPr lang="en-IN" sz="2400" kern="1200" dirty="0">
                <a:solidFill>
                  <a:srgbClr val="292934"/>
                </a:solidFill>
                <a:effectLst/>
                <a:latin typeface="Times New Roman" panose="02020603050405020304" pitchFamily="18" charset="0"/>
                <a:cs typeface="Times New Roman" panose="02020603050405020304" pitchFamily="18" charset="0"/>
              </a:rPr>
              <a:t>. </a:t>
            </a:r>
            <a:endParaRPr lang="en-IN" sz="24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US" sz="2400" kern="1200" dirty="0">
                <a:solidFill>
                  <a:srgbClr val="292934"/>
                </a:solidFill>
                <a:effectLst/>
                <a:latin typeface="Times New Roman" panose="02020603050405020304" pitchFamily="18" charset="0"/>
                <a:cs typeface="Times New Roman" panose="02020603050405020304" pitchFamily="18" charset="0"/>
              </a:rPr>
              <a:t>JSP provides predefined objects that we can use directly without creating them.</a:t>
            </a:r>
            <a:endParaRPr lang="en-IN" sz="24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0719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D04D1-6389-AF2F-E06F-113D9FFAA9AC}"/>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5B65A93D-C630-5CE7-1FF9-43E600086A87}"/>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7EA6DF66-86EC-4D02-E54A-E4E2F3F51FE4}"/>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CA8FC86B-3EC6-40B0-885F-83F95D101057}"/>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kern="1200" spc="-100" baseline="0" dirty="0">
                <a:effectLst/>
                <a:latin typeface="Times New Roman" panose="02020603050405020304" pitchFamily="18" charset="0"/>
                <a:ea typeface="+mj-ea"/>
                <a:cs typeface="Times New Roman" panose="02020603050405020304" pitchFamily="18" charset="0"/>
              </a:rPr>
              <a:t>Implicit Objects</a:t>
            </a:r>
            <a:endParaRPr lang="en-IN" b="1" i="0" dirty="0">
              <a:effectLst/>
              <a:latin typeface="Times New Roman" panose="02020603050405020304" pitchFamily="18" charset="0"/>
              <a:cs typeface="Times New Roman" panose="02020603050405020304" pitchFamily="18" charset="0"/>
            </a:endParaRPr>
          </a:p>
          <a:p>
            <a:pPr>
              <a:spcBef>
                <a:spcPct val="0"/>
              </a:spcBef>
              <a:buFontTx/>
              <a:buNone/>
            </a:pP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B578C72-CC20-6498-DE0E-EF23A57D7E7A}"/>
              </a:ext>
            </a:extLst>
          </p:cNvPr>
          <p:cNvSpPr txBox="1"/>
          <p:nvPr/>
        </p:nvSpPr>
        <p:spPr>
          <a:xfrm>
            <a:off x="0" y="2286000"/>
            <a:ext cx="9144000" cy="461665"/>
          </a:xfrm>
          <a:prstGeom prst="rect">
            <a:avLst/>
          </a:prstGeom>
          <a:noFill/>
        </p:spPr>
        <p:txBody>
          <a:bodyPr wrap="square" rtlCol="0">
            <a:spAutoFit/>
          </a:bodyPr>
          <a:lstStyle/>
          <a:p>
            <a:pPr algn="just"/>
            <a:endParaRPr lang="en-US" sz="2400" b="0" i="0" dirty="0">
              <a:effectLst/>
              <a:latin typeface="Times New Roman" panose="02020603050405020304" pitchFamily="18" charset="0"/>
              <a:cs typeface="Times New Roman" panose="02020603050405020304" pitchFamily="18" charset="0"/>
            </a:endParaRPr>
          </a:p>
        </p:txBody>
      </p:sp>
      <p:pic>
        <p:nvPicPr>
          <p:cNvPr id="8" name="table">
            <a:extLst>
              <a:ext uri="{FF2B5EF4-FFF2-40B4-BE49-F238E27FC236}">
                <a16:creationId xmlns:a16="http://schemas.microsoft.com/office/drawing/2014/main" id="{C0C7EDE9-23A3-B547-C913-FD8C7B8D4007}"/>
              </a:ext>
            </a:extLst>
          </p:cNvPr>
          <p:cNvPicPr>
            <a:picLocks noChangeAspect="1"/>
          </p:cNvPicPr>
          <p:nvPr/>
        </p:nvPicPr>
        <p:blipFill>
          <a:blip r:embed="rId6"/>
          <a:stretch>
            <a:fillRect/>
          </a:stretch>
        </p:blipFill>
        <p:spPr>
          <a:xfrm>
            <a:off x="1542416" y="2330450"/>
            <a:ext cx="5868670" cy="4188460"/>
          </a:xfrm>
          <a:prstGeom prst="rect">
            <a:avLst/>
          </a:prstGeom>
        </p:spPr>
      </p:pic>
    </p:spTree>
    <p:extLst>
      <p:ext uri="{BB962C8B-B14F-4D97-AF65-F5344CB8AC3E}">
        <p14:creationId xmlns:p14="http://schemas.microsoft.com/office/powerpoint/2010/main" val="3798758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810DD-3AD1-7C99-CE06-9958CAC371CB}"/>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E111D1B0-A8D0-2BC6-ABC0-66B6B632C7CF}"/>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426DDB28-C29A-C940-D873-6C96FF343C0E}"/>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2B911C10-AE13-7901-4B2C-E6C28FCA433E}"/>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kern="1200" spc="-100" baseline="0" dirty="0">
                <a:effectLst/>
                <a:latin typeface="Times New Roman" panose="02020603050405020304" pitchFamily="18" charset="0"/>
                <a:ea typeface="+mj-ea"/>
                <a:cs typeface="Times New Roman" panose="02020603050405020304" pitchFamily="18" charset="0"/>
              </a:rPr>
              <a:t>JSP out implicit object</a:t>
            </a: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1624B2D-E471-B32C-3744-7AC453F283E0}"/>
              </a:ext>
            </a:extLst>
          </p:cNvPr>
          <p:cNvSpPr txBox="1"/>
          <p:nvPr/>
        </p:nvSpPr>
        <p:spPr>
          <a:xfrm>
            <a:off x="0" y="2286000"/>
            <a:ext cx="9144000" cy="4324261"/>
          </a:xfrm>
          <a:prstGeom prst="rect">
            <a:avLst/>
          </a:prstGeom>
          <a:noFill/>
        </p:spPr>
        <p:txBody>
          <a:bodyPr wrap="square" rtlCol="0">
            <a:spAutoFit/>
          </a:bodyPr>
          <a:lstStyle/>
          <a:p>
            <a:pPr marL="182880" indent="-182880" algn="l" rtl="0" eaLnBrk="1" latinLnBrk="0" hangingPunct="1">
              <a:spcBef>
                <a:spcPts val="576"/>
              </a:spcBef>
              <a:buClr>
                <a:schemeClr val="accent1"/>
              </a:buClr>
              <a:buSzPct val="85000"/>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For writing any data to the buffer, JSP provides an implicit object named out. It is the object of </a:t>
            </a:r>
            <a:r>
              <a:rPr lang="en-IN" sz="2400" kern="1200" dirty="0" err="1">
                <a:solidFill>
                  <a:srgbClr val="292934"/>
                </a:solidFill>
                <a:effectLst/>
                <a:latin typeface="Times New Roman" panose="02020603050405020304" pitchFamily="18" charset="0"/>
                <a:cs typeface="Times New Roman" panose="02020603050405020304" pitchFamily="18" charset="0"/>
              </a:rPr>
              <a:t>JspWriter</a:t>
            </a:r>
            <a:r>
              <a:rPr lang="en-IN" sz="2400" kern="1200" dirty="0">
                <a:solidFill>
                  <a:srgbClr val="292934"/>
                </a:solidFill>
                <a:effectLst/>
                <a:latin typeface="Times New Roman" panose="02020603050405020304" pitchFamily="18" charset="0"/>
                <a:cs typeface="Times New Roman" panose="02020603050405020304" pitchFamily="18" charset="0"/>
              </a:rPr>
              <a:t>. In case of servlet you need to write:</a:t>
            </a:r>
            <a:endParaRPr lang="en-IN" sz="2400" dirty="0">
              <a:effectLst/>
              <a:latin typeface="Times New Roman" panose="02020603050405020304" pitchFamily="18" charset="0"/>
              <a:cs typeface="Times New Roman" panose="02020603050405020304" pitchFamily="18" charset="0"/>
            </a:endParaRPr>
          </a:p>
          <a:p>
            <a:pPr marL="182880" indent="-182880" algn="l" rtl="0" eaLnBrk="1" latinLnBrk="0" hangingPunct="1">
              <a:spcBef>
                <a:spcPts val="576"/>
              </a:spcBef>
            </a:pPr>
            <a:r>
              <a:rPr lang="en-IN" sz="2400" kern="1200" dirty="0">
                <a:solidFill>
                  <a:srgbClr val="292934"/>
                </a:solidFill>
                <a:effectLst/>
                <a:latin typeface="Times New Roman" panose="02020603050405020304" pitchFamily="18" charset="0"/>
                <a:cs typeface="Times New Roman" panose="02020603050405020304" pitchFamily="18" charset="0"/>
              </a:rPr>
              <a:t> </a:t>
            </a:r>
            <a:r>
              <a:rPr lang="en-IN" sz="2400" kern="1200" dirty="0" err="1">
                <a:solidFill>
                  <a:srgbClr val="292934"/>
                </a:solidFill>
                <a:effectLst/>
                <a:latin typeface="Times New Roman" panose="02020603050405020304" pitchFamily="18" charset="0"/>
                <a:cs typeface="Times New Roman" panose="02020603050405020304" pitchFamily="18" charset="0"/>
              </a:rPr>
              <a:t>PrintWriter</a:t>
            </a:r>
            <a:r>
              <a:rPr lang="en-IN" sz="2400" kern="1200" dirty="0">
                <a:solidFill>
                  <a:srgbClr val="292934"/>
                </a:solidFill>
                <a:effectLst/>
                <a:latin typeface="Times New Roman" panose="02020603050405020304" pitchFamily="18" charset="0"/>
                <a:cs typeface="Times New Roman" panose="02020603050405020304" pitchFamily="18" charset="0"/>
              </a:rPr>
              <a:t> out=</a:t>
            </a:r>
            <a:r>
              <a:rPr lang="en-IN" sz="2400" kern="1200" dirty="0" err="1">
                <a:solidFill>
                  <a:srgbClr val="292934"/>
                </a:solidFill>
                <a:effectLst/>
                <a:latin typeface="Times New Roman" panose="02020603050405020304" pitchFamily="18" charset="0"/>
                <a:cs typeface="Times New Roman" panose="02020603050405020304" pitchFamily="18" charset="0"/>
              </a:rPr>
              <a:t>response.getWriter</a:t>
            </a:r>
            <a:r>
              <a:rPr lang="en-IN" sz="2400" kern="1200" dirty="0">
                <a:solidFill>
                  <a:srgbClr val="292934"/>
                </a:solidFill>
                <a:effectLst/>
                <a:latin typeface="Times New Roman" panose="02020603050405020304" pitchFamily="18" charset="0"/>
                <a:cs typeface="Times New Roman" panose="02020603050405020304" pitchFamily="18" charset="0"/>
              </a:rPr>
              <a:t>();  </a:t>
            </a:r>
            <a:endParaRPr lang="en-IN" sz="2400" dirty="0">
              <a:effectLst/>
              <a:latin typeface="Times New Roman" panose="02020603050405020304" pitchFamily="18" charset="0"/>
              <a:cs typeface="Times New Roman" panose="02020603050405020304" pitchFamily="18" charset="0"/>
            </a:endParaRPr>
          </a:p>
          <a:p>
            <a:pPr marL="182880" indent="-182880" algn="l" rtl="0" eaLnBrk="1" latinLnBrk="0" hangingPunct="1">
              <a:spcBef>
                <a:spcPts val="576"/>
              </a:spcBef>
            </a:pPr>
            <a:r>
              <a:rPr lang="en-IN" sz="2400" kern="1200" dirty="0">
                <a:solidFill>
                  <a:srgbClr val="292934"/>
                </a:solidFill>
                <a:effectLst/>
                <a:latin typeface="Times New Roman" panose="02020603050405020304" pitchFamily="18" charset="0"/>
                <a:cs typeface="Times New Roman" panose="02020603050405020304" pitchFamily="18" charset="0"/>
              </a:rPr>
              <a:t>&lt;html&gt;  </a:t>
            </a:r>
            <a:endParaRPr lang="en-IN" sz="2400" dirty="0">
              <a:effectLst/>
              <a:latin typeface="Times New Roman" panose="02020603050405020304" pitchFamily="18" charset="0"/>
              <a:cs typeface="Times New Roman" panose="02020603050405020304" pitchFamily="18" charset="0"/>
            </a:endParaRPr>
          </a:p>
          <a:p>
            <a:pPr marL="182880" indent="-182880" algn="l" rtl="0" eaLnBrk="1" latinLnBrk="0" hangingPunct="1">
              <a:spcBef>
                <a:spcPts val="576"/>
              </a:spcBef>
            </a:pPr>
            <a:r>
              <a:rPr lang="en-IN" sz="2400" kern="1200" dirty="0">
                <a:solidFill>
                  <a:srgbClr val="292934"/>
                </a:solidFill>
                <a:effectLst/>
                <a:latin typeface="Times New Roman" panose="02020603050405020304" pitchFamily="18" charset="0"/>
                <a:cs typeface="Times New Roman" panose="02020603050405020304" pitchFamily="18" charset="0"/>
              </a:rPr>
              <a:t>&lt;body&gt;  </a:t>
            </a:r>
            <a:endParaRPr lang="en-IN" sz="2400" dirty="0">
              <a:effectLst/>
              <a:latin typeface="Times New Roman" panose="02020603050405020304" pitchFamily="18" charset="0"/>
              <a:cs typeface="Times New Roman" panose="02020603050405020304" pitchFamily="18" charset="0"/>
            </a:endParaRPr>
          </a:p>
          <a:p>
            <a:pPr marL="182880" indent="-182880" algn="l" rtl="0" eaLnBrk="1" latinLnBrk="0" hangingPunct="1">
              <a:spcBef>
                <a:spcPts val="576"/>
              </a:spcBef>
            </a:pPr>
            <a:r>
              <a:rPr lang="en-IN" sz="2400" kern="1200" dirty="0">
                <a:solidFill>
                  <a:srgbClr val="292934"/>
                </a:solidFill>
                <a:effectLst/>
                <a:latin typeface="Times New Roman" panose="02020603050405020304" pitchFamily="18" charset="0"/>
                <a:cs typeface="Times New Roman" panose="02020603050405020304" pitchFamily="18" charset="0"/>
              </a:rPr>
              <a:t>&lt;% </a:t>
            </a:r>
            <a:r>
              <a:rPr lang="en-IN" sz="2400" kern="1200" dirty="0" err="1">
                <a:solidFill>
                  <a:srgbClr val="292934"/>
                </a:solidFill>
                <a:effectLst/>
                <a:latin typeface="Times New Roman" panose="02020603050405020304" pitchFamily="18" charset="0"/>
                <a:cs typeface="Times New Roman" panose="02020603050405020304" pitchFamily="18" charset="0"/>
              </a:rPr>
              <a:t>out.print</a:t>
            </a:r>
            <a:r>
              <a:rPr lang="en-IN" sz="2400" kern="1200" dirty="0">
                <a:solidFill>
                  <a:srgbClr val="292934"/>
                </a:solidFill>
                <a:effectLst/>
                <a:latin typeface="Times New Roman" panose="02020603050405020304" pitchFamily="18" charset="0"/>
                <a:cs typeface="Times New Roman" panose="02020603050405020304" pitchFamily="18" charset="0"/>
              </a:rPr>
              <a:t>("Today is:"+</a:t>
            </a:r>
            <a:r>
              <a:rPr lang="en-IN" sz="2400" kern="1200" dirty="0" err="1">
                <a:solidFill>
                  <a:srgbClr val="292934"/>
                </a:solidFill>
                <a:effectLst/>
                <a:latin typeface="Times New Roman" panose="02020603050405020304" pitchFamily="18" charset="0"/>
                <a:cs typeface="Times New Roman" panose="02020603050405020304" pitchFamily="18" charset="0"/>
              </a:rPr>
              <a:t>java.util.Calendar.getInstance</a:t>
            </a:r>
            <a:r>
              <a:rPr lang="en-IN" sz="2400" kern="1200" dirty="0">
                <a:solidFill>
                  <a:srgbClr val="292934"/>
                </a:solidFill>
                <a:effectLst/>
                <a:latin typeface="Times New Roman" panose="02020603050405020304" pitchFamily="18" charset="0"/>
                <a:cs typeface="Times New Roman" panose="02020603050405020304" pitchFamily="18" charset="0"/>
              </a:rPr>
              <a:t>().</a:t>
            </a:r>
            <a:r>
              <a:rPr lang="en-IN" sz="2400" kern="1200" dirty="0" err="1">
                <a:solidFill>
                  <a:srgbClr val="292934"/>
                </a:solidFill>
                <a:effectLst/>
                <a:latin typeface="Times New Roman" panose="02020603050405020304" pitchFamily="18" charset="0"/>
                <a:cs typeface="Times New Roman" panose="02020603050405020304" pitchFamily="18" charset="0"/>
              </a:rPr>
              <a:t>getTime</a:t>
            </a:r>
            <a:r>
              <a:rPr lang="en-IN" sz="2400" kern="1200" dirty="0">
                <a:solidFill>
                  <a:srgbClr val="292934"/>
                </a:solidFill>
                <a:effectLst/>
                <a:latin typeface="Times New Roman" panose="02020603050405020304" pitchFamily="18" charset="0"/>
                <a:cs typeface="Times New Roman" panose="02020603050405020304" pitchFamily="18" charset="0"/>
              </a:rPr>
              <a:t>()); </a:t>
            </a:r>
          </a:p>
          <a:p>
            <a:pPr marL="182880" indent="-182880" algn="l" rtl="0" eaLnBrk="1" latinLnBrk="0" hangingPunct="1">
              <a:spcBef>
                <a:spcPts val="576"/>
              </a:spcBef>
            </a:pPr>
            <a:r>
              <a:rPr lang="en-IN" sz="2400" kern="1200" dirty="0">
                <a:solidFill>
                  <a:srgbClr val="292934"/>
                </a:solidFill>
                <a:effectLst/>
                <a:latin typeface="Times New Roman" panose="02020603050405020304" pitchFamily="18" charset="0"/>
                <a:cs typeface="Times New Roman" panose="02020603050405020304" pitchFamily="18" charset="0"/>
              </a:rPr>
              <a:t>%&gt;  </a:t>
            </a:r>
            <a:endParaRPr lang="en-IN" sz="2400" dirty="0">
              <a:effectLst/>
              <a:latin typeface="Times New Roman" panose="02020603050405020304" pitchFamily="18" charset="0"/>
              <a:cs typeface="Times New Roman" panose="02020603050405020304" pitchFamily="18" charset="0"/>
            </a:endParaRPr>
          </a:p>
          <a:p>
            <a:pPr marL="182880" indent="-182880" algn="l" rtl="0" eaLnBrk="1" latinLnBrk="0" hangingPunct="1">
              <a:spcBef>
                <a:spcPts val="576"/>
              </a:spcBef>
            </a:pPr>
            <a:r>
              <a:rPr lang="en-IN" sz="2400" kern="1200" dirty="0">
                <a:solidFill>
                  <a:srgbClr val="292934"/>
                </a:solidFill>
                <a:effectLst/>
                <a:latin typeface="Times New Roman" panose="02020603050405020304" pitchFamily="18" charset="0"/>
                <a:cs typeface="Times New Roman" panose="02020603050405020304" pitchFamily="18" charset="0"/>
              </a:rPr>
              <a:t>&lt;/body&gt;  </a:t>
            </a:r>
            <a:endParaRPr lang="en-IN" sz="2400" dirty="0">
              <a:effectLst/>
              <a:latin typeface="Times New Roman" panose="02020603050405020304" pitchFamily="18" charset="0"/>
              <a:cs typeface="Times New Roman" panose="02020603050405020304" pitchFamily="18" charset="0"/>
            </a:endParaRPr>
          </a:p>
          <a:p>
            <a:pPr marL="182880" indent="-182880" algn="l" rtl="0" eaLnBrk="1" latinLnBrk="0" hangingPunct="1">
              <a:spcBef>
                <a:spcPts val="576"/>
              </a:spcBef>
            </a:pPr>
            <a:r>
              <a:rPr lang="en-IN" sz="2400" kern="1200" dirty="0">
                <a:solidFill>
                  <a:srgbClr val="292934"/>
                </a:solidFill>
                <a:effectLst/>
                <a:latin typeface="Times New Roman" panose="02020603050405020304" pitchFamily="18" charset="0"/>
                <a:cs typeface="Times New Roman" panose="02020603050405020304" pitchFamily="18" charset="0"/>
              </a:rPr>
              <a:t>&lt;/html&gt;  </a:t>
            </a:r>
            <a:endParaRPr lang="en-IN" sz="24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4993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FE1BE-992C-8BE3-1C11-61A3CBA33A67}"/>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309B0DE5-FE9A-7D56-7F72-62D3517D29B1}"/>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ECAD86CA-1575-E46D-656E-B5566CDE25EF}"/>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C8715706-BABC-01DC-F717-574366BE5718}"/>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kern="1200" spc="-100" baseline="0" dirty="0">
                <a:effectLst/>
                <a:latin typeface="Times New Roman" panose="02020603050405020304" pitchFamily="18" charset="0"/>
                <a:ea typeface="+mj-ea"/>
                <a:cs typeface="Times New Roman" panose="02020603050405020304" pitchFamily="18" charset="0"/>
              </a:rPr>
              <a:t>JSP request implicit object</a:t>
            </a:r>
            <a:endParaRPr lang="en-IN" b="1" i="0" dirty="0">
              <a:effectLst/>
              <a:latin typeface="Times New Roman" panose="02020603050405020304" pitchFamily="18" charset="0"/>
              <a:cs typeface="Times New Roman" panose="02020603050405020304" pitchFamily="18" charset="0"/>
            </a:endParaRPr>
          </a:p>
          <a:p>
            <a:pPr>
              <a:spcBef>
                <a:spcPct val="0"/>
              </a:spcBef>
              <a:buFontTx/>
              <a:buNone/>
            </a:pP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131E7EB-D02A-03F6-CBC1-C6D699B387F0}"/>
              </a:ext>
            </a:extLst>
          </p:cNvPr>
          <p:cNvSpPr txBox="1"/>
          <p:nvPr/>
        </p:nvSpPr>
        <p:spPr>
          <a:xfrm>
            <a:off x="0" y="2286000"/>
            <a:ext cx="9144000" cy="461665"/>
          </a:xfrm>
          <a:prstGeom prst="rect">
            <a:avLst/>
          </a:prstGeom>
          <a:noFill/>
        </p:spPr>
        <p:txBody>
          <a:bodyPr wrap="square" rtlCol="0">
            <a:spAutoFit/>
          </a:bodyPr>
          <a:lstStyle/>
          <a:p>
            <a:pPr algn="just"/>
            <a:endParaRPr lang="en-US" sz="2400" b="0" i="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52D7E11-9293-4209-7B54-3A2E5DE5B1FC}"/>
              </a:ext>
            </a:extLst>
          </p:cNvPr>
          <p:cNvSpPr txBox="1"/>
          <p:nvPr/>
        </p:nvSpPr>
        <p:spPr>
          <a:xfrm>
            <a:off x="76200" y="2286000"/>
            <a:ext cx="8953500" cy="4201150"/>
          </a:xfrm>
          <a:prstGeom prst="rect">
            <a:avLst/>
          </a:prstGeom>
          <a:noFill/>
        </p:spPr>
        <p:txBody>
          <a:bodyPr wrap="square" rtlCol="0">
            <a:spAutoFit/>
          </a:bodyPr>
          <a:lstStyle/>
          <a:p>
            <a:pPr marL="342900" indent="-342900" algn="l" rtl="0" eaLnBrk="1" latinLnBrk="0" hangingPunct="1">
              <a:spcBef>
                <a:spcPts val="576"/>
              </a:spcBef>
              <a:buClr>
                <a:schemeClr val="accent1"/>
              </a:buClr>
              <a:buSzPct val="85000"/>
              <a:buFont typeface="Arial" panose="020B0604020202020204" pitchFamily="34" charset="0"/>
              <a:buChar char="•"/>
            </a:pPr>
            <a:r>
              <a:rPr lang="en-IN" sz="2800" kern="1200" dirty="0">
                <a:solidFill>
                  <a:srgbClr val="292934"/>
                </a:solidFill>
                <a:effectLst/>
                <a:latin typeface="Times New Roman" panose="02020603050405020304" pitchFamily="18" charset="0"/>
                <a:cs typeface="Times New Roman" panose="02020603050405020304" pitchFamily="18" charset="0"/>
              </a:rPr>
              <a:t>The </a:t>
            </a:r>
            <a:r>
              <a:rPr lang="en-IN" sz="2800" b="1" kern="1200" dirty="0">
                <a:solidFill>
                  <a:srgbClr val="292934"/>
                </a:solidFill>
                <a:effectLst/>
                <a:latin typeface="Times New Roman" panose="02020603050405020304" pitchFamily="18" charset="0"/>
                <a:cs typeface="Times New Roman" panose="02020603050405020304" pitchFamily="18" charset="0"/>
              </a:rPr>
              <a:t>JSP request</a:t>
            </a:r>
            <a:r>
              <a:rPr lang="en-IN" sz="2800" kern="1200" dirty="0">
                <a:solidFill>
                  <a:srgbClr val="292934"/>
                </a:solidFill>
                <a:effectLst/>
                <a:latin typeface="Times New Roman" panose="02020603050405020304" pitchFamily="18" charset="0"/>
                <a:cs typeface="Times New Roman" panose="02020603050405020304" pitchFamily="18" charset="0"/>
              </a:rPr>
              <a:t> is an implicit object of type </a:t>
            </a:r>
            <a:r>
              <a:rPr lang="en-IN" sz="2800" kern="1200" dirty="0" err="1">
                <a:solidFill>
                  <a:srgbClr val="292934"/>
                </a:solidFill>
                <a:effectLst/>
                <a:latin typeface="Times New Roman" panose="02020603050405020304" pitchFamily="18" charset="0"/>
                <a:cs typeface="Times New Roman" panose="02020603050405020304" pitchFamily="18" charset="0"/>
              </a:rPr>
              <a:t>HttpServletRequest</a:t>
            </a:r>
            <a:r>
              <a:rPr lang="en-IN" sz="2800" kern="1200" dirty="0">
                <a:solidFill>
                  <a:srgbClr val="292934"/>
                </a:solidFill>
                <a:effectLst/>
                <a:latin typeface="Times New Roman" panose="02020603050405020304" pitchFamily="18" charset="0"/>
                <a:cs typeface="Times New Roman" panose="02020603050405020304" pitchFamily="18" charset="0"/>
              </a:rPr>
              <a:t> i.e. created for each </a:t>
            </a:r>
            <a:r>
              <a:rPr lang="en-IN" sz="2800" kern="1200" dirty="0" err="1">
                <a:solidFill>
                  <a:srgbClr val="292934"/>
                </a:solidFill>
                <a:effectLst/>
                <a:latin typeface="Times New Roman" panose="02020603050405020304" pitchFamily="18" charset="0"/>
                <a:cs typeface="Times New Roman" panose="02020603050405020304" pitchFamily="18" charset="0"/>
              </a:rPr>
              <a:t>jsp</a:t>
            </a:r>
            <a:r>
              <a:rPr lang="en-IN" sz="2800" kern="1200" dirty="0">
                <a:solidFill>
                  <a:srgbClr val="292934"/>
                </a:solidFill>
                <a:effectLst/>
                <a:latin typeface="Times New Roman" panose="02020603050405020304" pitchFamily="18" charset="0"/>
                <a:cs typeface="Times New Roman" panose="02020603050405020304" pitchFamily="18" charset="0"/>
              </a:rPr>
              <a:t> request by the web container. </a:t>
            </a:r>
            <a:endParaRPr lang="en-IN" sz="28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IN" sz="2800" kern="1200" dirty="0">
                <a:solidFill>
                  <a:srgbClr val="292934"/>
                </a:solidFill>
                <a:effectLst/>
                <a:latin typeface="Times New Roman" panose="02020603050405020304" pitchFamily="18" charset="0"/>
                <a:cs typeface="Times New Roman" panose="02020603050405020304" pitchFamily="18" charset="0"/>
              </a:rPr>
              <a:t>It can be used to get request information such as parameter, header information, remote address, server name, server port, content type, character encoding etc.</a:t>
            </a:r>
            <a:endParaRPr lang="en-IN" sz="28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IN" sz="2800" kern="1200" dirty="0">
                <a:solidFill>
                  <a:srgbClr val="292934"/>
                </a:solidFill>
                <a:effectLst/>
                <a:latin typeface="Times New Roman" panose="02020603050405020304" pitchFamily="18" charset="0"/>
                <a:cs typeface="Times New Roman" panose="02020603050405020304" pitchFamily="18" charset="0"/>
              </a:rPr>
              <a:t>It can also be used to set, get and remove attributes from the </a:t>
            </a:r>
            <a:r>
              <a:rPr lang="en-IN" sz="2800" kern="1200" dirty="0" err="1">
                <a:solidFill>
                  <a:srgbClr val="292934"/>
                </a:solidFill>
                <a:effectLst/>
                <a:latin typeface="Times New Roman" panose="02020603050405020304" pitchFamily="18" charset="0"/>
                <a:cs typeface="Times New Roman" panose="02020603050405020304" pitchFamily="18" charset="0"/>
              </a:rPr>
              <a:t>jsp</a:t>
            </a:r>
            <a:r>
              <a:rPr lang="en-IN" sz="2800" kern="1200" dirty="0">
                <a:solidFill>
                  <a:srgbClr val="292934"/>
                </a:solidFill>
                <a:effectLst/>
                <a:latin typeface="Times New Roman" panose="02020603050405020304" pitchFamily="18" charset="0"/>
                <a:cs typeface="Times New Roman" panose="02020603050405020304" pitchFamily="18" charset="0"/>
              </a:rPr>
              <a:t> request scope.</a:t>
            </a:r>
          </a:p>
          <a:p>
            <a:pPr marL="342900" indent="-342900">
              <a:spcBef>
                <a:spcPts val="576"/>
              </a:spcBef>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&lt;%= </a:t>
            </a:r>
            <a:r>
              <a:rPr lang="en-IN" sz="2800" dirty="0" err="1">
                <a:latin typeface="Times New Roman" panose="02020603050405020304" pitchFamily="18" charset="0"/>
                <a:cs typeface="Times New Roman" panose="02020603050405020304" pitchFamily="18" charset="0"/>
              </a:rPr>
              <a:t>request.getParameter</a:t>
            </a:r>
            <a:r>
              <a:rPr lang="en-IN" sz="2800" dirty="0">
                <a:latin typeface="Times New Roman" panose="02020603050405020304" pitchFamily="18" charset="0"/>
                <a:cs typeface="Times New Roman" panose="02020603050405020304" pitchFamily="18" charset="0"/>
              </a:rPr>
              <a:t>("name") %&gt;</a:t>
            </a:r>
            <a:endParaRPr lang="en-IN" sz="2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2942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C0FD3-1FBE-AE7B-1B4C-845AF98703C3}"/>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F0AA9FB2-8B9C-6A92-CB50-FF1E962CD214}"/>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66568E2B-1F72-D572-38AE-5B8347DAEEA3}"/>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DF91BC46-6C8E-BB2D-C461-BAFE07F4F8EA}"/>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kern="1200" spc="-100" baseline="0" dirty="0">
                <a:effectLst/>
                <a:latin typeface="Times New Roman" panose="02020603050405020304" pitchFamily="18" charset="0"/>
                <a:ea typeface="+mj-ea"/>
                <a:cs typeface="Times New Roman" panose="02020603050405020304" pitchFamily="18" charset="0"/>
              </a:rPr>
              <a:t>JSP response implicit object</a:t>
            </a: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C28360D-F097-A775-DA3E-5362890D1DED}"/>
              </a:ext>
            </a:extLst>
          </p:cNvPr>
          <p:cNvSpPr txBox="1"/>
          <p:nvPr/>
        </p:nvSpPr>
        <p:spPr>
          <a:xfrm>
            <a:off x="0" y="2286000"/>
            <a:ext cx="9144000" cy="461665"/>
          </a:xfrm>
          <a:prstGeom prst="rect">
            <a:avLst/>
          </a:prstGeom>
          <a:noFill/>
        </p:spPr>
        <p:txBody>
          <a:bodyPr wrap="square" rtlCol="0">
            <a:spAutoFit/>
          </a:bodyPr>
          <a:lstStyle/>
          <a:p>
            <a:pPr algn="just"/>
            <a:endParaRPr lang="en-US" sz="2400" b="0" i="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BEFDAA9-B65E-B533-010C-D4CBAC1FA80A}"/>
              </a:ext>
            </a:extLst>
          </p:cNvPr>
          <p:cNvSpPr txBox="1"/>
          <p:nvPr/>
        </p:nvSpPr>
        <p:spPr>
          <a:xfrm>
            <a:off x="76200" y="2286000"/>
            <a:ext cx="8953500" cy="3877985"/>
          </a:xfrm>
          <a:prstGeom prst="rect">
            <a:avLst/>
          </a:prstGeom>
          <a:noFill/>
        </p:spPr>
        <p:txBody>
          <a:bodyPr wrap="square" rtlCol="0">
            <a:spAutoFit/>
          </a:bodyPr>
          <a:lstStyle/>
          <a:p>
            <a:pPr marL="342900" indent="-342900" algn="l" rtl="0" eaLnBrk="1" latinLnBrk="0" hangingPunct="1">
              <a:spcBef>
                <a:spcPts val="576"/>
              </a:spcBef>
              <a:buClr>
                <a:schemeClr val="accent1"/>
              </a:buClr>
              <a:buSzPct val="85000"/>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In JSP, response is an implicit object of type </a:t>
            </a:r>
            <a:r>
              <a:rPr lang="en-IN" sz="2400" kern="1200" dirty="0" err="1">
                <a:solidFill>
                  <a:srgbClr val="292934"/>
                </a:solidFill>
                <a:effectLst/>
                <a:latin typeface="Times New Roman" panose="02020603050405020304" pitchFamily="18" charset="0"/>
                <a:cs typeface="Times New Roman" panose="02020603050405020304" pitchFamily="18" charset="0"/>
              </a:rPr>
              <a:t>HttpServletResponse</a:t>
            </a:r>
            <a:r>
              <a:rPr lang="en-IN" sz="2400" kern="1200" dirty="0">
                <a:solidFill>
                  <a:srgbClr val="292934"/>
                </a:solidFill>
                <a:effectLst/>
                <a:latin typeface="Times New Roman" panose="02020603050405020304" pitchFamily="18" charset="0"/>
                <a:cs typeface="Times New Roman" panose="02020603050405020304" pitchFamily="18" charset="0"/>
              </a:rPr>
              <a:t>. </a:t>
            </a:r>
            <a:endParaRPr lang="en-IN" sz="24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The instance of </a:t>
            </a:r>
            <a:r>
              <a:rPr lang="en-IN" sz="2400" kern="1200" dirty="0" err="1">
                <a:solidFill>
                  <a:srgbClr val="292934"/>
                </a:solidFill>
                <a:effectLst/>
                <a:latin typeface="Times New Roman" panose="02020603050405020304" pitchFamily="18" charset="0"/>
                <a:cs typeface="Times New Roman" panose="02020603050405020304" pitchFamily="18" charset="0"/>
              </a:rPr>
              <a:t>HttpServletResponse</a:t>
            </a:r>
            <a:r>
              <a:rPr lang="en-IN" sz="2400" kern="1200" dirty="0">
                <a:solidFill>
                  <a:srgbClr val="292934"/>
                </a:solidFill>
                <a:effectLst/>
                <a:latin typeface="Times New Roman" panose="02020603050405020304" pitchFamily="18" charset="0"/>
                <a:cs typeface="Times New Roman" panose="02020603050405020304" pitchFamily="18" charset="0"/>
              </a:rPr>
              <a:t> is created by the web container for each </a:t>
            </a:r>
            <a:r>
              <a:rPr lang="en-IN" sz="2400" kern="1200" dirty="0" err="1">
                <a:solidFill>
                  <a:srgbClr val="292934"/>
                </a:solidFill>
                <a:effectLst/>
                <a:latin typeface="Times New Roman" panose="02020603050405020304" pitchFamily="18" charset="0"/>
                <a:cs typeface="Times New Roman" panose="02020603050405020304" pitchFamily="18" charset="0"/>
              </a:rPr>
              <a:t>jsp</a:t>
            </a:r>
            <a:r>
              <a:rPr lang="en-IN" sz="2400" kern="1200" dirty="0">
                <a:solidFill>
                  <a:srgbClr val="292934"/>
                </a:solidFill>
                <a:effectLst/>
                <a:latin typeface="Times New Roman" panose="02020603050405020304" pitchFamily="18" charset="0"/>
                <a:cs typeface="Times New Roman" panose="02020603050405020304" pitchFamily="18" charset="0"/>
              </a:rPr>
              <a:t> request.</a:t>
            </a:r>
            <a:endParaRPr lang="en-IN" sz="24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It can be used to add or manipulate response such as redirecting responses to another resource, send error etc.</a:t>
            </a:r>
          </a:p>
          <a:p>
            <a:pPr marL="342900" indent="-342900" algn="l" rtl="0" eaLnBrk="1" latinLnBrk="0" hangingPunct="1">
              <a:spcBef>
                <a:spcPts val="576"/>
              </a:spcBef>
              <a:buFont typeface="Arial" panose="020B0604020202020204" pitchFamily="34" charset="0"/>
              <a:buChar char="•"/>
            </a:pPr>
            <a:r>
              <a:rPr lang="en-IN" sz="2400" dirty="0">
                <a:solidFill>
                  <a:srgbClr val="292934"/>
                </a:solidFill>
                <a:latin typeface="Times New Roman" panose="02020603050405020304" pitchFamily="18" charset="0"/>
                <a:cs typeface="Times New Roman" panose="02020603050405020304" pitchFamily="18" charset="0"/>
              </a:rPr>
              <a:t>Example:</a:t>
            </a:r>
          </a:p>
          <a:p>
            <a:pPr marL="342900" indent="-342900">
              <a:spcBef>
                <a:spcPts val="576"/>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&lt;%</a:t>
            </a:r>
          </a:p>
          <a:p>
            <a:pPr marL="342900" indent="-342900">
              <a:spcBef>
                <a:spcPts val="576"/>
              </a:spcBef>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response.sendRedirect</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home.jsp</a:t>
            </a:r>
            <a:r>
              <a:rPr lang="en-IN" sz="2400" dirty="0">
                <a:latin typeface="Times New Roman" panose="02020603050405020304" pitchFamily="18" charset="0"/>
                <a:cs typeface="Times New Roman" panose="02020603050405020304" pitchFamily="18" charset="0"/>
              </a:rPr>
              <a:t>");</a:t>
            </a:r>
          </a:p>
          <a:p>
            <a:pPr marL="342900" indent="-342900">
              <a:spcBef>
                <a:spcPts val="576"/>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%&gt;</a:t>
            </a:r>
            <a:endParaRPr lang="en-IN" sz="24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3530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0A3DF-37CA-2F29-E423-07C685CB81E5}"/>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7179E65F-7718-96F2-CDDC-00915C67D0AD}"/>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AD3D4AC5-9EC3-898D-68C3-DA42CAE85AC1}"/>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00B5C45E-1160-8A92-A072-24FCCEB1B03E}"/>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kern="1200" spc="-100" baseline="0" dirty="0">
                <a:effectLst/>
                <a:latin typeface="Times New Roman" panose="02020603050405020304" pitchFamily="18" charset="0"/>
                <a:ea typeface="+mj-ea"/>
                <a:cs typeface="Times New Roman" panose="02020603050405020304" pitchFamily="18" charset="0"/>
              </a:rPr>
              <a:t>JSP config implicit object</a:t>
            </a: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477765F-B000-E312-A0C6-CF78BC98C851}"/>
              </a:ext>
            </a:extLst>
          </p:cNvPr>
          <p:cNvSpPr txBox="1"/>
          <p:nvPr/>
        </p:nvSpPr>
        <p:spPr>
          <a:xfrm>
            <a:off x="0" y="2286000"/>
            <a:ext cx="9144000" cy="461665"/>
          </a:xfrm>
          <a:prstGeom prst="rect">
            <a:avLst/>
          </a:prstGeom>
          <a:noFill/>
        </p:spPr>
        <p:txBody>
          <a:bodyPr wrap="square" rtlCol="0">
            <a:spAutoFit/>
          </a:bodyPr>
          <a:lstStyle/>
          <a:p>
            <a:pPr algn="just"/>
            <a:endParaRPr lang="en-US" sz="2400" b="0" i="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D2A508E-8890-3DEF-9A2C-C812EA6B8842}"/>
              </a:ext>
            </a:extLst>
          </p:cNvPr>
          <p:cNvSpPr txBox="1"/>
          <p:nvPr/>
        </p:nvSpPr>
        <p:spPr>
          <a:xfrm>
            <a:off x="76200" y="2286000"/>
            <a:ext cx="8953500" cy="1723549"/>
          </a:xfrm>
          <a:prstGeom prst="rect">
            <a:avLst/>
          </a:prstGeom>
          <a:noFill/>
        </p:spPr>
        <p:txBody>
          <a:bodyPr wrap="square" rtlCol="0">
            <a:spAutoFit/>
          </a:bodyPr>
          <a:lstStyle/>
          <a:p>
            <a:pPr marL="342900" indent="-342900" algn="l" rtl="0" eaLnBrk="1" latinLnBrk="0" hangingPunct="1">
              <a:spcBef>
                <a:spcPts val="576"/>
              </a:spcBef>
              <a:buClr>
                <a:schemeClr val="accent1"/>
              </a:buClr>
              <a:buSzPct val="85000"/>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In JSP, config is an implicit object of type </a:t>
            </a:r>
            <a:r>
              <a:rPr lang="en-IN" sz="2400" i="1" kern="1200" dirty="0" err="1">
                <a:solidFill>
                  <a:srgbClr val="292934"/>
                </a:solidFill>
                <a:effectLst/>
                <a:latin typeface="Times New Roman" panose="02020603050405020304" pitchFamily="18" charset="0"/>
                <a:cs typeface="Times New Roman" panose="02020603050405020304" pitchFamily="18" charset="0"/>
              </a:rPr>
              <a:t>ServletConfig</a:t>
            </a:r>
            <a:r>
              <a:rPr lang="en-IN" sz="2400" kern="1200" dirty="0">
                <a:solidFill>
                  <a:srgbClr val="292934"/>
                </a:solidFill>
                <a:effectLst/>
                <a:latin typeface="Times New Roman" panose="02020603050405020304" pitchFamily="18" charset="0"/>
                <a:cs typeface="Times New Roman" panose="02020603050405020304" pitchFamily="18" charset="0"/>
              </a:rPr>
              <a:t>. </a:t>
            </a:r>
            <a:endParaRPr lang="en-IN" sz="24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This object can be used to get initialization parameter for a particular JSP page. </a:t>
            </a:r>
            <a:endParaRPr lang="en-IN" sz="24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The config object is created by the web container for each </a:t>
            </a:r>
            <a:r>
              <a:rPr lang="en-IN" sz="2400" kern="1200" dirty="0" err="1">
                <a:solidFill>
                  <a:srgbClr val="292934"/>
                </a:solidFill>
                <a:effectLst/>
                <a:latin typeface="Times New Roman" panose="02020603050405020304" pitchFamily="18" charset="0"/>
                <a:cs typeface="Times New Roman" panose="02020603050405020304" pitchFamily="18" charset="0"/>
              </a:rPr>
              <a:t>jsp</a:t>
            </a:r>
            <a:r>
              <a:rPr lang="en-IN" sz="2400" kern="1200" dirty="0">
                <a:solidFill>
                  <a:srgbClr val="292934"/>
                </a:solidFill>
                <a:effectLst/>
                <a:latin typeface="Times New Roman" panose="02020603050405020304" pitchFamily="18" charset="0"/>
                <a:cs typeface="Times New Roman" panose="02020603050405020304" pitchFamily="18" charset="0"/>
              </a:rPr>
              <a:t> page. </a:t>
            </a:r>
            <a:endParaRPr lang="en-IN" sz="24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1049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751FB-16AA-1B1A-3176-6167406096E5}"/>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97ECB424-67CD-1DDA-1DBE-0962CF010828}"/>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B0916F4E-0289-E6A5-9C6B-67C74791B99C}"/>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CEA1363A-ADF5-964B-0191-E308738C2224}"/>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kern="1200" spc="-100" baseline="0" dirty="0">
                <a:effectLst/>
                <a:latin typeface="Times New Roman" panose="02020603050405020304" pitchFamily="18" charset="0"/>
                <a:ea typeface="+mj-ea"/>
                <a:cs typeface="Times New Roman" panose="02020603050405020304" pitchFamily="18" charset="0"/>
              </a:rPr>
              <a:t>JSP application implicit object</a:t>
            </a: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32A7879-DA0F-0B53-8177-D90E59556C8B}"/>
              </a:ext>
            </a:extLst>
          </p:cNvPr>
          <p:cNvSpPr txBox="1"/>
          <p:nvPr/>
        </p:nvSpPr>
        <p:spPr>
          <a:xfrm>
            <a:off x="0" y="2286000"/>
            <a:ext cx="9144000" cy="3277820"/>
          </a:xfrm>
          <a:prstGeom prst="rect">
            <a:avLst/>
          </a:prstGeom>
          <a:noFill/>
        </p:spPr>
        <p:txBody>
          <a:bodyPr wrap="square" rtlCol="0">
            <a:spAutoFit/>
          </a:bodyPr>
          <a:lstStyle/>
          <a:p>
            <a:pPr marL="342900" indent="-342900" algn="l" rtl="0" eaLnBrk="1" latinLnBrk="0" hangingPunct="1">
              <a:spcBef>
                <a:spcPts val="576"/>
              </a:spcBef>
              <a:buClr>
                <a:schemeClr val="accent1"/>
              </a:buClr>
              <a:buSzPct val="85000"/>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In JSP, application is an implicit object of type </a:t>
            </a:r>
            <a:r>
              <a:rPr lang="en-IN" sz="2400" i="1" kern="1200" dirty="0" err="1">
                <a:solidFill>
                  <a:srgbClr val="292934"/>
                </a:solidFill>
                <a:effectLst/>
                <a:latin typeface="Times New Roman" panose="02020603050405020304" pitchFamily="18" charset="0"/>
                <a:cs typeface="Times New Roman" panose="02020603050405020304" pitchFamily="18" charset="0"/>
              </a:rPr>
              <a:t>ServletContext</a:t>
            </a:r>
            <a:r>
              <a:rPr lang="en-IN" sz="2400" kern="1200" dirty="0">
                <a:solidFill>
                  <a:srgbClr val="292934"/>
                </a:solidFill>
                <a:effectLst/>
                <a:latin typeface="Times New Roman" panose="02020603050405020304" pitchFamily="18" charset="0"/>
                <a:cs typeface="Times New Roman" panose="02020603050405020304" pitchFamily="18" charset="0"/>
              </a:rPr>
              <a:t>. </a:t>
            </a:r>
            <a:endParaRPr lang="en-IN" sz="24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The instance of </a:t>
            </a:r>
            <a:r>
              <a:rPr lang="en-IN" sz="2400" kern="1200" dirty="0" err="1">
                <a:solidFill>
                  <a:srgbClr val="292934"/>
                </a:solidFill>
                <a:effectLst/>
                <a:latin typeface="Times New Roman" panose="02020603050405020304" pitchFamily="18" charset="0"/>
                <a:cs typeface="Times New Roman" panose="02020603050405020304" pitchFamily="18" charset="0"/>
              </a:rPr>
              <a:t>ServletContext</a:t>
            </a:r>
            <a:r>
              <a:rPr lang="en-IN" sz="2400" kern="1200" dirty="0">
                <a:solidFill>
                  <a:srgbClr val="292934"/>
                </a:solidFill>
                <a:effectLst/>
                <a:latin typeface="Times New Roman" panose="02020603050405020304" pitchFamily="18" charset="0"/>
                <a:cs typeface="Times New Roman" panose="02020603050405020304" pitchFamily="18" charset="0"/>
              </a:rPr>
              <a:t> is created only once by the web container when application or project is deployed on the server. </a:t>
            </a:r>
            <a:endParaRPr lang="en-IN" sz="24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This object can be used to get initialization parameter from configuration file (web.xml). </a:t>
            </a:r>
            <a:endParaRPr lang="en-IN" sz="24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It can also be used to get, set or remove attribute from the application scope.</a:t>
            </a:r>
            <a:endParaRPr lang="en-IN" sz="2400" dirty="0">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582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A3E88-D8D9-F005-4822-FC75FD5963AA}"/>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A47D621C-EB9B-46D8-BCA6-C4E5D08645F4}"/>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B43027D5-27E9-3ED1-F5FE-45EF8E6DDBA9}"/>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1D86B12F-9F60-0F4F-0C9E-C331B21705F4}"/>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kern="1200" spc="-100" baseline="0" dirty="0">
                <a:effectLst/>
                <a:latin typeface="Times New Roman" panose="02020603050405020304" pitchFamily="18" charset="0"/>
                <a:ea typeface="+mj-ea"/>
                <a:cs typeface="Times New Roman" panose="02020603050405020304" pitchFamily="18" charset="0"/>
              </a:rPr>
              <a:t>session implicit object</a:t>
            </a: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68D4FB1-2B66-F4D1-D2E4-1020019F7186}"/>
              </a:ext>
            </a:extLst>
          </p:cNvPr>
          <p:cNvSpPr txBox="1"/>
          <p:nvPr/>
        </p:nvSpPr>
        <p:spPr>
          <a:xfrm>
            <a:off x="0" y="2286000"/>
            <a:ext cx="9144000" cy="3062377"/>
          </a:xfrm>
          <a:prstGeom prst="rect">
            <a:avLst/>
          </a:prstGeom>
          <a:noFill/>
        </p:spPr>
        <p:txBody>
          <a:bodyPr wrap="square" rtlCol="0">
            <a:spAutoFit/>
          </a:bodyPr>
          <a:lstStyle/>
          <a:p>
            <a:pPr marL="342900" indent="-342900" algn="l" rtl="0" eaLnBrk="1" latinLnBrk="0" hangingPunct="1">
              <a:spcBef>
                <a:spcPts val="576"/>
              </a:spcBef>
              <a:buClr>
                <a:schemeClr val="accent1"/>
              </a:buClr>
              <a:buSzPct val="85000"/>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In JSP, session is an implicit object of type </a:t>
            </a:r>
            <a:r>
              <a:rPr lang="en-IN" sz="2400" kern="1200" dirty="0" err="1">
                <a:solidFill>
                  <a:srgbClr val="292934"/>
                </a:solidFill>
                <a:effectLst/>
                <a:latin typeface="Times New Roman" panose="02020603050405020304" pitchFamily="18" charset="0"/>
                <a:cs typeface="Times New Roman" panose="02020603050405020304" pitchFamily="18" charset="0"/>
              </a:rPr>
              <a:t>HttpSession</a:t>
            </a:r>
            <a:r>
              <a:rPr lang="en-IN" sz="2400" kern="1200" dirty="0">
                <a:solidFill>
                  <a:srgbClr val="292934"/>
                </a:solidFill>
                <a:effectLst/>
                <a:latin typeface="Times New Roman" panose="02020603050405020304" pitchFamily="18" charset="0"/>
                <a:cs typeface="Times New Roman" panose="02020603050405020304" pitchFamily="18" charset="0"/>
              </a:rPr>
              <a:t>.</a:t>
            </a:r>
            <a:endParaRPr lang="en-IN" sz="2400" dirty="0">
              <a:effectLst/>
              <a:latin typeface="Times New Roman" panose="02020603050405020304" pitchFamily="18" charset="0"/>
              <a:cs typeface="Times New Roman" panose="02020603050405020304" pitchFamily="18" charset="0"/>
            </a:endParaRPr>
          </a:p>
          <a:p>
            <a:pPr marL="342900" indent="-342900" algn="l" rtl="0" eaLnBrk="1" latinLnBrk="0" hangingPunct="1">
              <a:spcBef>
                <a:spcPts val="576"/>
              </a:spcBef>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The Java developer can use this object to </a:t>
            </a:r>
            <a:r>
              <a:rPr lang="en-IN" sz="2400" kern="1200" dirty="0" err="1">
                <a:solidFill>
                  <a:srgbClr val="292934"/>
                </a:solidFill>
                <a:effectLst/>
                <a:latin typeface="Times New Roman" panose="02020603050405020304" pitchFamily="18" charset="0"/>
                <a:cs typeface="Times New Roman" panose="02020603050405020304" pitchFamily="18" charset="0"/>
              </a:rPr>
              <a:t>set,get</a:t>
            </a:r>
            <a:r>
              <a:rPr lang="en-IN" sz="2400" kern="1200" dirty="0">
                <a:solidFill>
                  <a:srgbClr val="292934"/>
                </a:solidFill>
                <a:effectLst/>
                <a:latin typeface="Times New Roman" panose="02020603050405020304" pitchFamily="18" charset="0"/>
                <a:cs typeface="Times New Roman" panose="02020603050405020304" pitchFamily="18" charset="0"/>
              </a:rPr>
              <a:t> or remove attribute or to get session information.</a:t>
            </a:r>
          </a:p>
          <a:p>
            <a:pPr marL="342900" indent="-342900" algn="l" rtl="0" eaLnBrk="1" latinLnBrk="0" hangingPunct="1">
              <a:spcBef>
                <a:spcPts val="576"/>
              </a:spcBef>
              <a:buFont typeface="Arial" panose="020B0604020202020204" pitchFamily="34" charset="0"/>
              <a:buChar char="•"/>
            </a:pPr>
            <a:r>
              <a:rPr lang="en-IN" sz="2400" dirty="0">
                <a:solidFill>
                  <a:srgbClr val="292934"/>
                </a:solidFill>
                <a:latin typeface="Times New Roman" panose="02020603050405020304" pitchFamily="18" charset="0"/>
                <a:cs typeface="Times New Roman" panose="02020603050405020304" pitchFamily="18" charset="0"/>
              </a:rPr>
              <a:t>Example: </a:t>
            </a:r>
          </a:p>
          <a:p>
            <a:pPr marL="342900" indent="-342900">
              <a:spcBef>
                <a:spcPts val="576"/>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&lt;%</a:t>
            </a:r>
          </a:p>
          <a:p>
            <a:pPr marL="342900" indent="-342900">
              <a:spcBef>
                <a:spcPts val="576"/>
              </a:spcBef>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session.setAttribute</a:t>
            </a:r>
            <a:r>
              <a:rPr lang="en-IN" sz="2400" dirty="0">
                <a:latin typeface="Times New Roman" panose="02020603050405020304" pitchFamily="18" charset="0"/>
                <a:cs typeface="Times New Roman" panose="02020603050405020304" pitchFamily="18" charset="0"/>
              </a:rPr>
              <a:t>("username", "Gaurav");</a:t>
            </a:r>
          </a:p>
          <a:p>
            <a:pPr marL="342900" indent="-342900">
              <a:spcBef>
                <a:spcPts val="576"/>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%&gt;</a:t>
            </a:r>
            <a:endParaRPr lang="en-IN" sz="24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300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F5F8B-675D-C310-8CA3-8509D9702F76}"/>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0FA81650-0E62-6E25-9EB4-756795880808}"/>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4D769156-00DA-9BAD-C813-4CC3BF3D7E91}"/>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46FAF5A5-4BA4-FEDC-ADC2-2943F091738A}"/>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b="1" kern="1200" spc="-100" baseline="0" dirty="0" err="1">
                <a:effectLst/>
                <a:latin typeface="Times New Roman" panose="02020603050405020304" pitchFamily="18" charset="0"/>
                <a:ea typeface="+mj-ea"/>
                <a:cs typeface="Times New Roman" panose="02020603050405020304" pitchFamily="18" charset="0"/>
              </a:rPr>
              <a:t>pageContext</a:t>
            </a:r>
            <a:r>
              <a:rPr lang="en-IN" b="1" kern="1200" spc="-100" baseline="0" dirty="0">
                <a:effectLst/>
                <a:latin typeface="Times New Roman" panose="02020603050405020304" pitchFamily="18" charset="0"/>
                <a:ea typeface="+mj-ea"/>
                <a:cs typeface="Times New Roman" panose="02020603050405020304" pitchFamily="18" charset="0"/>
              </a:rPr>
              <a:t> implicit object</a:t>
            </a: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59D9D9B-7AD7-8D25-0071-474AAB56F306}"/>
              </a:ext>
            </a:extLst>
          </p:cNvPr>
          <p:cNvSpPr txBox="1"/>
          <p:nvPr/>
        </p:nvSpPr>
        <p:spPr>
          <a:xfrm>
            <a:off x="0" y="2286000"/>
            <a:ext cx="9144000" cy="1200329"/>
          </a:xfrm>
          <a:prstGeom prst="rect">
            <a:avLst/>
          </a:prstGeom>
          <a:noFill/>
        </p:spPr>
        <p:txBody>
          <a:bodyPr wrap="square" rtlCol="0">
            <a:spAutoFit/>
          </a:bodyPr>
          <a:lstStyle/>
          <a:p>
            <a:pPr marL="182880" indent="-182880" algn="l" rtl="0" eaLnBrk="1" latinLnBrk="0" hangingPunct="1">
              <a:spcBef>
                <a:spcPts val="576"/>
              </a:spcBef>
              <a:buClr>
                <a:schemeClr val="accent1"/>
              </a:buClr>
              <a:buSzPct val="85000"/>
              <a:buFont typeface="Arial" panose="020B0604020202020204" pitchFamily="34" charset="0"/>
              <a:buChar char="•"/>
            </a:pPr>
            <a:r>
              <a:rPr lang="en-IN" sz="2400" kern="1200" dirty="0">
                <a:solidFill>
                  <a:srgbClr val="292934"/>
                </a:solidFill>
                <a:effectLst/>
                <a:latin typeface="Times New Roman" panose="02020603050405020304" pitchFamily="18" charset="0"/>
                <a:cs typeface="Times New Roman" panose="02020603050405020304" pitchFamily="18" charset="0"/>
              </a:rPr>
              <a:t>In JSP, </a:t>
            </a:r>
            <a:r>
              <a:rPr lang="en-IN" sz="2400" kern="1200" dirty="0" err="1">
                <a:solidFill>
                  <a:srgbClr val="292934"/>
                </a:solidFill>
                <a:effectLst/>
                <a:latin typeface="Times New Roman" panose="02020603050405020304" pitchFamily="18" charset="0"/>
                <a:cs typeface="Times New Roman" panose="02020603050405020304" pitchFamily="18" charset="0"/>
              </a:rPr>
              <a:t>pageContext</a:t>
            </a:r>
            <a:r>
              <a:rPr lang="en-IN" sz="2400" kern="1200" dirty="0">
                <a:solidFill>
                  <a:srgbClr val="292934"/>
                </a:solidFill>
                <a:effectLst/>
                <a:latin typeface="Times New Roman" panose="02020603050405020304" pitchFamily="18" charset="0"/>
                <a:cs typeface="Times New Roman" panose="02020603050405020304" pitchFamily="18" charset="0"/>
              </a:rPr>
              <a:t> is an implicit object of type </a:t>
            </a:r>
            <a:r>
              <a:rPr lang="en-IN" sz="2400" kern="1200" dirty="0" err="1">
                <a:solidFill>
                  <a:srgbClr val="292934"/>
                </a:solidFill>
                <a:effectLst/>
                <a:latin typeface="Times New Roman" panose="02020603050405020304" pitchFamily="18" charset="0"/>
                <a:cs typeface="Times New Roman" panose="02020603050405020304" pitchFamily="18" charset="0"/>
              </a:rPr>
              <a:t>PageContext</a:t>
            </a:r>
            <a:r>
              <a:rPr lang="en-IN" sz="2400" kern="1200" dirty="0">
                <a:solidFill>
                  <a:srgbClr val="292934"/>
                </a:solidFill>
                <a:effectLst/>
                <a:latin typeface="Times New Roman" panose="02020603050405020304" pitchFamily="18" charset="0"/>
                <a:cs typeface="Times New Roman" panose="02020603050405020304" pitchFamily="18" charset="0"/>
              </a:rPr>
              <a:t> </a:t>
            </a:r>
            <a:r>
              <a:rPr lang="en-IN" sz="2400" kern="1200" dirty="0" err="1">
                <a:solidFill>
                  <a:srgbClr val="292934"/>
                </a:solidFill>
                <a:effectLst/>
                <a:latin typeface="Times New Roman" panose="02020603050405020304" pitchFamily="18" charset="0"/>
                <a:cs typeface="Times New Roman" panose="02020603050405020304" pitchFamily="18" charset="0"/>
              </a:rPr>
              <a:t>class.The</a:t>
            </a:r>
            <a:r>
              <a:rPr lang="en-IN" sz="2400" kern="1200" dirty="0">
                <a:solidFill>
                  <a:srgbClr val="292934"/>
                </a:solidFill>
                <a:effectLst/>
                <a:latin typeface="Times New Roman" panose="02020603050405020304" pitchFamily="18" charset="0"/>
                <a:cs typeface="Times New Roman" panose="02020603050405020304" pitchFamily="18" charset="0"/>
              </a:rPr>
              <a:t> </a:t>
            </a:r>
            <a:r>
              <a:rPr lang="en-IN" sz="2400" kern="1200" dirty="0" err="1">
                <a:solidFill>
                  <a:srgbClr val="292934"/>
                </a:solidFill>
                <a:effectLst/>
                <a:latin typeface="Times New Roman" panose="02020603050405020304" pitchFamily="18" charset="0"/>
                <a:cs typeface="Times New Roman" panose="02020603050405020304" pitchFamily="18" charset="0"/>
              </a:rPr>
              <a:t>pageContext</a:t>
            </a:r>
            <a:r>
              <a:rPr lang="en-IN" sz="2400" kern="1200" dirty="0">
                <a:solidFill>
                  <a:srgbClr val="292934"/>
                </a:solidFill>
                <a:effectLst/>
                <a:latin typeface="Times New Roman" panose="02020603050405020304" pitchFamily="18" charset="0"/>
                <a:cs typeface="Times New Roman" panose="02020603050405020304" pitchFamily="18" charset="0"/>
              </a:rPr>
              <a:t> object can be used to </a:t>
            </a:r>
            <a:r>
              <a:rPr lang="en-IN" sz="2400" kern="1200" dirty="0" err="1">
                <a:solidFill>
                  <a:srgbClr val="292934"/>
                </a:solidFill>
                <a:effectLst/>
                <a:latin typeface="Times New Roman" panose="02020603050405020304" pitchFamily="18" charset="0"/>
                <a:cs typeface="Times New Roman" panose="02020603050405020304" pitchFamily="18" charset="0"/>
              </a:rPr>
              <a:t>set,get</a:t>
            </a:r>
            <a:r>
              <a:rPr lang="en-IN" sz="2400" kern="1200" dirty="0">
                <a:solidFill>
                  <a:srgbClr val="292934"/>
                </a:solidFill>
                <a:effectLst/>
                <a:latin typeface="Times New Roman" panose="02020603050405020304" pitchFamily="18" charset="0"/>
                <a:cs typeface="Times New Roman" panose="02020603050405020304" pitchFamily="18" charset="0"/>
              </a:rPr>
              <a:t> or remove attribute from one of the following scopes:</a:t>
            </a:r>
            <a:endParaRPr lang="en-IN" sz="2400" dirty="0">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9F05F484-2FC7-6D16-F3A7-3C5A1EE13E70}"/>
              </a:ext>
            </a:extLst>
          </p:cNvPr>
          <p:cNvGraphicFramePr>
            <a:graphicFrameLocks noGrp="1"/>
          </p:cNvGraphicFramePr>
          <p:nvPr>
            <p:extLst>
              <p:ext uri="{D42A27DB-BD31-4B8C-83A1-F6EECF244321}">
                <p14:modId xmlns:p14="http://schemas.microsoft.com/office/powerpoint/2010/main" val="3331978352"/>
              </p:ext>
            </p:extLst>
          </p:nvPr>
        </p:nvGraphicFramePr>
        <p:xfrm>
          <a:off x="533401" y="3657601"/>
          <a:ext cx="7886700" cy="1981200"/>
        </p:xfrm>
        <a:graphic>
          <a:graphicData uri="http://schemas.openxmlformats.org/drawingml/2006/table">
            <a:tbl>
              <a:tblPr>
                <a:tableStyleId>{08FB837D-C827-4EFA-A057-4D05807E0F7C}</a:tableStyleId>
              </a:tblPr>
              <a:tblGrid>
                <a:gridCol w="3943350">
                  <a:extLst>
                    <a:ext uri="{9D8B030D-6E8A-4147-A177-3AD203B41FA5}">
                      <a16:colId xmlns:a16="http://schemas.microsoft.com/office/drawing/2014/main" val="829756788"/>
                    </a:ext>
                  </a:extLst>
                </a:gridCol>
                <a:gridCol w="3943350">
                  <a:extLst>
                    <a:ext uri="{9D8B030D-6E8A-4147-A177-3AD203B41FA5}">
                      <a16:colId xmlns:a16="http://schemas.microsoft.com/office/drawing/2014/main" val="2635043278"/>
                    </a:ext>
                  </a:extLst>
                </a:gridCol>
              </a:tblGrid>
              <a:tr h="0">
                <a:tc>
                  <a:txBody>
                    <a:bodyPr/>
                    <a:lstStyle/>
                    <a:p>
                      <a:pPr algn="ctr">
                        <a:buNone/>
                      </a:pPr>
                      <a:r>
                        <a:rPr lang="en-IN" sz="2000" b="1"/>
                        <a:t>Scope</a:t>
                      </a:r>
                    </a:p>
                  </a:txBody>
                  <a:tcPr anchor="ctr"/>
                </a:tc>
                <a:tc>
                  <a:txBody>
                    <a:bodyPr/>
                    <a:lstStyle/>
                    <a:p>
                      <a:pPr algn="ctr">
                        <a:buNone/>
                      </a:pPr>
                      <a:r>
                        <a:rPr lang="en-IN" sz="2000" b="1" dirty="0"/>
                        <a:t>Lifetime</a:t>
                      </a:r>
                    </a:p>
                  </a:txBody>
                  <a:tcPr anchor="ctr"/>
                </a:tc>
                <a:extLst>
                  <a:ext uri="{0D108BD9-81ED-4DB2-BD59-A6C34878D82A}">
                    <a16:rowId xmlns:a16="http://schemas.microsoft.com/office/drawing/2014/main" val="1084261635"/>
                  </a:ext>
                </a:extLst>
              </a:tr>
              <a:tr h="0">
                <a:tc>
                  <a:txBody>
                    <a:bodyPr/>
                    <a:lstStyle/>
                    <a:p>
                      <a:pPr algn="ctr">
                        <a:buNone/>
                      </a:pPr>
                      <a:r>
                        <a:rPr lang="en-IN" sz="2000"/>
                        <a:t>Page</a:t>
                      </a:r>
                    </a:p>
                  </a:txBody>
                  <a:tcPr anchor="ctr"/>
                </a:tc>
                <a:tc>
                  <a:txBody>
                    <a:bodyPr/>
                    <a:lstStyle/>
                    <a:p>
                      <a:pPr algn="ctr">
                        <a:buNone/>
                      </a:pPr>
                      <a:r>
                        <a:rPr lang="en-IN" sz="2000"/>
                        <a:t>Current JSP</a:t>
                      </a:r>
                    </a:p>
                  </a:txBody>
                  <a:tcPr anchor="ctr"/>
                </a:tc>
                <a:extLst>
                  <a:ext uri="{0D108BD9-81ED-4DB2-BD59-A6C34878D82A}">
                    <a16:rowId xmlns:a16="http://schemas.microsoft.com/office/drawing/2014/main" val="3831998923"/>
                  </a:ext>
                </a:extLst>
              </a:tr>
              <a:tr h="0">
                <a:tc>
                  <a:txBody>
                    <a:bodyPr/>
                    <a:lstStyle/>
                    <a:p>
                      <a:pPr algn="ctr">
                        <a:buNone/>
                      </a:pPr>
                      <a:r>
                        <a:rPr lang="en-IN" sz="2000" dirty="0"/>
                        <a:t>Request</a:t>
                      </a:r>
                    </a:p>
                  </a:txBody>
                  <a:tcPr anchor="ctr"/>
                </a:tc>
                <a:tc>
                  <a:txBody>
                    <a:bodyPr/>
                    <a:lstStyle/>
                    <a:p>
                      <a:pPr algn="ctr">
                        <a:buNone/>
                      </a:pPr>
                      <a:r>
                        <a:rPr lang="en-IN" sz="2000" dirty="0"/>
                        <a:t>Current request</a:t>
                      </a:r>
                    </a:p>
                  </a:txBody>
                  <a:tcPr anchor="ctr"/>
                </a:tc>
                <a:extLst>
                  <a:ext uri="{0D108BD9-81ED-4DB2-BD59-A6C34878D82A}">
                    <a16:rowId xmlns:a16="http://schemas.microsoft.com/office/drawing/2014/main" val="3220244532"/>
                  </a:ext>
                </a:extLst>
              </a:tr>
              <a:tr h="0">
                <a:tc>
                  <a:txBody>
                    <a:bodyPr/>
                    <a:lstStyle/>
                    <a:p>
                      <a:pPr algn="ctr">
                        <a:buNone/>
                      </a:pPr>
                      <a:r>
                        <a:rPr lang="en-IN" sz="2000"/>
                        <a:t>Session</a:t>
                      </a:r>
                    </a:p>
                  </a:txBody>
                  <a:tcPr anchor="ctr"/>
                </a:tc>
                <a:tc>
                  <a:txBody>
                    <a:bodyPr/>
                    <a:lstStyle/>
                    <a:p>
                      <a:pPr algn="ctr">
                        <a:buNone/>
                      </a:pPr>
                      <a:r>
                        <a:rPr lang="en-IN" sz="2000"/>
                        <a:t>User session</a:t>
                      </a:r>
                    </a:p>
                  </a:txBody>
                  <a:tcPr anchor="ctr"/>
                </a:tc>
                <a:extLst>
                  <a:ext uri="{0D108BD9-81ED-4DB2-BD59-A6C34878D82A}">
                    <a16:rowId xmlns:a16="http://schemas.microsoft.com/office/drawing/2014/main" val="3680458826"/>
                  </a:ext>
                </a:extLst>
              </a:tr>
              <a:tr h="0">
                <a:tc>
                  <a:txBody>
                    <a:bodyPr/>
                    <a:lstStyle/>
                    <a:p>
                      <a:pPr algn="ctr">
                        <a:buNone/>
                      </a:pPr>
                      <a:r>
                        <a:rPr lang="en-IN" sz="2000"/>
                        <a:t>Application</a:t>
                      </a:r>
                    </a:p>
                  </a:txBody>
                  <a:tcPr anchor="ctr"/>
                </a:tc>
                <a:tc>
                  <a:txBody>
                    <a:bodyPr/>
                    <a:lstStyle/>
                    <a:p>
                      <a:pPr algn="ctr">
                        <a:buNone/>
                      </a:pPr>
                      <a:r>
                        <a:rPr lang="en-IN" sz="2000" dirty="0"/>
                        <a:t>Entire application</a:t>
                      </a:r>
                    </a:p>
                  </a:txBody>
                  <a:tcPr anchor="ctr"/>
                </a:tc>
                <a:extLst>
                  <a:ext uri="{0D108BD9-81ED-4DB2-BD59-A6C34878D82A}">
                    <a16:rowId xmlns:a16="http://schemas.microsoft.com/office/drawing/2014/main" val="2216803061"/>
                  </a:ext>
                </a:extLst>
              </a:tr>
            </a:tbl>
          </a:graphicData>
        </a:graphic>
      </p:graphicFrame>
    </p:spTree>
    <p:extLst>
      <p:ext uri="{BB962C8B-B14F-4D97-AF65-F5344CB8AC3E}">
        <p14:creationId xmlns:p14="http://schemas.microsoft.com/office/powerpoint/2010/main" val="628268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21BE5-FDEA-EE30-33F6-0656BF2A2D3F}"/>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43D7054B-EE2D-D4B9-19AF-485EBCA925E5}"/>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EF4B4F0F-1942-809C-FC61-8215A6222BCF}"/>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E5CD45A3-ED56-119B-72E6-001754B9BD16}"/>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kern="1200" spc="-100" baseline="0" dirty="0">
                <a:effectLst/>
                <a:latin typeface="Times New Roman" panose="02020603050405020304" pitchFamily="18" charset="0"/>
                <a:ea typeface="+mj-ea"/>
                <a:cs typeface="Times New Roman" panose="02020603050405020304" pitchFamily="18" charset="0"/>
              </a:rPr>
              <a:t>page implicit object:</a:t>
            </a:r>
            <a:endParaRPr lang="en-IN" altLang="en-US"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1667050-DD92-0EFE-C60C-52947A2C340A}"/>
              </a:ext>
            </a:extLst>
          </p:cNvPr>
          <p:cNvSpPr txBox="1"/>
          <p:nvPr/>
        </p:nvSpPr>
        <p:spPr>
          <a:xfrm>
            <a:off x="0" y="2286000"/>
            <a:ext cx="9144000" cy="3046988"/>
          </a:xfrm>
          <a:prstGeom prst="rect">
            <a:avLst/>
          </a:prstGeom>
          <a:noFill/>
        </p:spPr>
        <p:txBody>
          <a:bodyPr wrap="square" rtlCol="0">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 JSP, page is an implicit object of type Object class.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object is assigned to the reference of auto generated servlet class. It is written as:</a:t>
            </a:r>
          </a:p>
          <a:p>
            <a:r>
              <a:rPr lang="en-IN" sz="2400" dirty="0">
                <a:latin typeface="Times New Roman" panose="02020603050405020304" pitchFamily="18" charset="0"/>
                <a:cs typeface="Times New Roman" panose="02020603050405020304" pitchFamily="18" charset="0"/>
              </a:rPr>
              <a:t> 			Object page=this;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For using this object it must be cast to Servlet type.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For example:</a:t>
            </a:r>
          </a:p>
          <a:p>
            <a:r>
              <a:rPr lang="en-IN" sz="2400" dirty="0">
                <a:latin typeface="Times New Roman" panose="02020603050405020304" pitchFamily="18" charset="0"/>
                <a:cs typeface="Times New Roman" panose="02020603050405020304" pitchFamily="18" charset="0"/>
              </a:rPr>
              <a:t>     &lt;% (</a:t>
            </a:r>
            <a:r>
              <a:rPr lang="en-IN" sz="2400" dirty="0" err="1">
                <a:latin typeface="Times New Roman" panose="02020603050405020304" pitchFamily="18" charset="0"/>
                <a:cs typeface="Times New Roman" panose="02020603050405020304" pitchFamily="18" charset="0"/>
              </a:rPr>
              <a:t>HttpServlet</a:t>
            </a:r>
            <a:r>
              <a:rPr lang="en-IN" sz="2400" dirty="0">
                <a:latin typeface="Times New Roman" panose="02020603050405020304" pitchFamily="18" charset="0"/>
                <a:cs typeface="Times New Roman" panose="02020603050405020304" pitchFamily="18" charset="0"/>
              </a:rPr>
              <a:t>)page.log("message"); %&gt;</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4822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D61A-6E02-6BDB-432E-2A78C77D2336}"/>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DA82FCE0-E15D-DB53-4C29-0620047247D8}"/>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6303D4F3-1FA1-963E-B7CC-8C3DBEDF8468}"/>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284C6A78-28BE-F248-E358-79C8246B5909}"/>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dirty="0">
                <a:latin typeface="Times New Roman" panose="02020603050405020304" pitchFamily="18" charset="0"/>
                <a:cs typeface="Times New Roman" panose="02020603050405020304" pitchFamily="18" charset="0"/>
              </a:rPr>
              <a:t>exception implicit object</a:t>
            </a:r>
            <a:endParaRPr lang="en-IN" altLang="en-US"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7C14F4B-B8C8-0E39-2BCD-91D951514BD9}"/>
              </a:ext>
            </a:extLst>
          </p:cNvPr>
          <p:cNvSpPr txBox="1"/>
          <p:nvPr/>
        </p:nvSpPr>
        <p:spPr>
          <a:xfrm>
            <a:off x="0" y="2330450"/>
            <a:ext cx="9540240" cy="3046988"/>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 JSP, exception is an implicit object of type </a:t>
            </a:r>
            <a:r>
              <a:rPr lang="en-IN" sz="2400" dirty="0" err="1">
                <a:latin typeface="Times New Roman" panose="02020603050405020304" pitchFamily="18" charset="0"/>
                <a:cs typeface="Times New Roman" panose="02020603050405020304" pitchFamily="18" charset="0"/>
              </a:rPr>
              <a:t>java.lang.Throwable</a:t>
            </a:r>
            <a:r>
              <a:rPr lang="en-IN" sz="2400" dirty="0">
                <a:latin typeface="Times New Roman" panose="02020603050405020304" pitchFamily="18" charset="0"/>
                <a:cs typeface="Times New Roman" panose="02020603050405020304" pitchFamily="18" charset="0"/>
              </a:rPr>
              <a:t> class.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object can be used to print the exception.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But it can only be used in error pages.</a:t>
            </a:r>
          </a:p>
          <a:p>
            <a:pPr>
              <a:buNone/>
            </a:pPr>
            <a:r>
              <a:rPr lang="en-IN" sz="2400" b="1" dirty="0" err="1">
                <a:latin typeface="Times New Roman" panose="02020603050405020304" pitchFamily="18" charset="0"/>
                <a:cs typeface="Times New Roman" panose="02020603050405020304" pitchFamily="18" charset="0"/>
              </a:rPr>
              <a:t>error.jsp</a:t>
            </a:r>
            <a:endParaRPr lang="en-IN" sz="2400" b="1"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&lt;%@ page </a:t>
            </a:r>
            <a:r>
              <a:rPr lang="en-IN" sz="2400" dirty="0" err="1">
                <a:latin typeface="Times New Roman" panose="02020603050405020304" pitchFamily="18" charset="0"/>
                <a:cs typeface="Times New Roman" panose="02020603050405020304" pitchFamily="18" charset="0"/>
              </a:rPr>
              <a:t>isErrorPage</a:t>
            </a:r>
            <a:r>
              <a:rPr lang="en-IN" sz="2400" dirty="0">
                <a:latin typeface="Times New Roman" panose="02020603050405020304" pitchFamily="18" charset="0"/>
                <a:cs typeface="Times New Roman" panose="02020603050405020304" pitchFamily="18" charset="0"/>
              </a:rPr>
              <a:t>="true" %&gt;  </a:t>
            </a:r>
          </a:p>
          <a:p>
            <a:pPr>
              <a:buNone/>
            </a:pPr>
            <a:r>
              <a:rPr lang="en-IN" sz="2400" dirty="0">
                <a:latin typeface="Times New Roman" panose="02020603050405020304" pitchFamily="18" charset="0"/>
                <a:cs typeface="Times New Roman" panose="02020603050405020304" pitchFamily="18" charset="0"/>
              </a:rPr>
              <a:t>&lt;html&gt;  </a:t>
            </a:r>
          </a:p>
          <a:p>
            <a:pPr>
              <a:buNone/>
            </a:pPr>
            <a:r>
              <a:rPr lang="en-IN" sz="2400" dirty="0">
                <a:latin typeface="Times New Roman" panose="02020603050405020304" pitchFamily="18" charset="0"/>
                <a:cs typeface="Times New Roman" panose="02020603050405020304" pitchFamily="18" charset="0"/>
              </a:rPr>
              <a:t>&lt;body&gt;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35406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BBDC4-58B8-FEA4-A8FD-997457E7251F}"/>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D88F758A-247A-965A-D069-A875D15458B3}"/>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24D2CDF3-996E-9ACE-9D92-CC90B8569CA5}"/>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30504FAA-4186-DE05-4EAD-F4F9B8385156}"/>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altLang="en-US" b="1" dirty="0">
                <a:latin typeface="Times New Roman" panose="02020603050405020304" pitchFamily="18" charset="0"/>
                <a:cs typeface="Times New Roman" panose="02020603050405020304" pitchFamily="18" charset="0"/>
              </a:rPr>
              <a:t>JSP ACTION TAGS</a:t>
            </a:r>
          </a:p>
        </p:txBody>
      </p:sp>
      <p:sp>
        <p:nvSpPr>
          <p:cNvPr id="7" name="TextBox 6">
            <a:extLst>
              <a:ext uri="{FF2B5EF4-FFF2-40B4-BE49-F238E27FC236}">
                <a16:creationId xmlns:a16="http://schemas.microsoft.com/office/drawing/2014/main" id="{42455D4A-722D-0EC8-5C9D-5A26A75081C5}"/>
              </a:ext>
            </a:extLst>
          </p:cNvPr>
          <p:cNvSpPr txBox="1"/>
          <p:nvPr/>
        </p:nvSpPr>
        <p:spPr>
          <a:xfrm>
            <a:off x="0" y="2330450"/>
            <a:ext cx="9540240" cy="3046988"/>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JSP action tags perform an action during request processing.</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Example:</a:t>
            </a:r>
          </a:p>
          <a:p>
            <a:pPr>
              <a:buNone/>
            </a:pPr>
            <a:r>
              <a:rPr lang="en-IN" sz="2400" b="1" dirty="0">
                <a:latin typeface="Times New Roman" panose="02020603050405020304" pitchFamily="18" charset="0"/>
                <a:cs typeface="Times New Roman" panose="02020603050405020304" pitchFamily="18" charset="0"/>
              </a:rPr>
              <a:t>&lt;</a:t>
            </a:r>
            <a:r>
              <a:rPr lang="en-IN" sz="2400" b="1" dirty="0" err="1">
                <a:latin typeface="Times New Roman" panose="02020603050405020304" pitchFamily="18" charset="0"/>
                <a:cs typeface="Times New Roman" panose="02020603050405020304" pitchFamily="18" charset="0"/>
              </a:rPr>
              <a:t>jsp:include</a:t>
            </a:r>
            <a:r>
              <a:rPr lang="en-IN" sz="2400" b="1" dirty="0">
                <a:latin typeface="Times New Roman" panose="02020603050405020304" pitchFamily="18" charset="0"/>
                <a:cs typeface="Times New Roman" panose="02020603050405020304" pitchFamily="18" charset="0"/>
              </a:rPr>
              <a:t>&gt;</a:t>
            </a:r>
          </a:p>
          <a:p>
            <a:pPr>
              <a:buNone/>
            </a:pPr>
            <a:r>
              <a:rPr lang="en-IN" sz="2400" b="1" dirty="0">
                <a:latin typeface="Times New Roman" panose="02020603050405020304" pitchFamily="18" charset="0"/>
                <a:cs typeface="Times New Roman" panose="02020603050405020304" pitchFamily="18" charset="0"/>
              </a:rPr>
              <a:t>&lt;</a:t>
            </a:r>
            <a:r>
              <a:rPr lang="en-IN" sz="2400" b="1" dirty="0" err="1">
                <a:latin typeface="Times New Roman" panose="02020603050405020304" pitchFamily="18" charset="0"/>
                <a:cs typeface="Times New Roman" panose="02020603050405020304" pitchFamily="18" charset="0"/>
              </a:rPr>
              <a:t>jsp:forward</a:t>
            </a:r>
            <a:r>
              <a:rPr lang="en-IN" sz="2400" b="1" dirty="0">
                <a:latin typeface="Times New Roman" panose="02020603050405020304" pitchFamily="18" charset="0"/>
                <a:cs typeface="Times New Roman" panose="02020603050405020304" pitchFamily="18" charset="0"/>
              </a:rPr>
              <a:t>&gt;</a:t>
            </a:r>
          </a:p>
          <a:p>
            <a:pPr>
              <a:buNone/>
            </a:pPr>
            <a:r>
              <a:rPr lang="en-IN" sz="2400" b="1" dirty="0">
                <a:latin typeface="Times New Roman" panose="02020603050405020304" pitchFamily="18" charset="0"/>
                <a:cs typeface="Times New Roman" panose="02020603050405020304" pitchFamily="18" charset="0"/>
              </a:rPr>
              <a:t>&lt;</a:t>
            </a:r>
            <a:r>
              <a:rPr lang="en-IN" sz="2400" b="1" dirty="0" err="1">
                <a:latin typeface="Times New Roman" panose="02020603050405020304" pitchFamily="18" charset="0"/>
                <a:cs typeface="Times New Roman" panose="02020603050405020304" pitchFamily="18" charset="0"/>
              </a:rPr>
              <a:t>jsp:param</a:t>
            </a:r>
            <a:r>
              <a:rPr lang="en-IN" sz="2400" b="1" dirty="0">
                <a:latin typeface="Times New Roman" panose="02020603050405020304" pitchFamily="18" charset="0"/>
                <a:cs typeface="Times New Roman" panose="02020603050405020304" pitchFamily="18" charset="0"/>
              </a:rPr>
              <a:t>&gt;</a:t>
            </a:r>
          </a:p>
          <a:p>
            <a:pPr>
              <a:buNone/>
            </a:pPr>
            <a:r>
              <a:rPr lang="en-IN" sz="2400" b="1" dirty="0">
                <a:latin typeface="Times New Roman" panose="02020603050405020304" pitchFamily="18" charset="0"/>
                <a:cs typeface="Times New Roman" panose="02020603050405020304" pitchFamily="18" charset="0"/>
              </a:rPr>
              <a:t>&lt;</a:t>
            </a:r>
            <a:r>
              <a:rPr lang="en-IN" sz="2400" b="1" dirty="0" err="1">
                <a:latin typeface="Times New Roman" panose="02020603050405020304" pitchFamily="18" charset="0"/>
                <a:cs typeface="Times New Roman" panose="02020603050405020304" pitchFamily="18" charset="0"/>
              </a:rPr>
              <a:t>jsp:useBean</a:t>
            </a:r>
            <a:r>
              <a:rPr lang="en-IN" sz="2400" b="1" dirty="0">
                <a:latin typeface="Times New Roman" panose="02020603050405020304" pitchFamily="18" charset="0"/>
                <a:cs typeface="Times New Roman" panose="02020603050405020304" pitchFamily="18" charset="0"/>
              </a:rPr>
              <a:t>&gt;</a:t>
            </a:r>
          </a:p>
          <a:p>
            <a:pPr>
              <a:buNone/>
            </a:pPr>
            <a:r>
              <a:rPr lang="en-IN" sz="2400" b="1" dirty="0">
                <a:latin typeface="Times New Roman" panose="02020603050405020304" pitchFamily="18" charset="0"/>
                <a:cs typeface="Times New Roman" panose="02020603050405020304" pitchFamily="18" charset="0"/>
              </a:rPr>
              <a:t>&lt;</a:t>
            </a:r>
            <a:r>
              <a:rPr lang="en-IN" sz="2400" b="1" dirty="0" err="1">
                <a:latin typeface="Times New Roman" panose="02020603050405020304" pitchFamily="18" charset="0"/>
                <a:cs typeface="Times New Roman" panose="02020603050405020304" pitchFamily="18" charset="0"/>
              </a:rPr>
              <a:t>jsp:setProperty</a:t>
            </a:r>
            <a:r>
              <a:rPr lang="en-IN" sz="2400" b="1" dirty="0">
                <a:latin typeface="Times New Roman" panose="02020603050405020304" pitchFamily="18" charset="0"/>
                <a:cs typeface="Times New Roman" panose="02020603050405020304" pitchFamily="18" charset="0"/>
              </a:rPr>
              <a:t>&gt;</a:t>
            </a:r>
          </a:p>
          <a:p>
            <a:pPr>
              <a:buNone/>
            </a:pPr>
            <a:r>
              <a:rPr lang="en-IN" sz="2400" b="1" dirty="0">
                <a:latin typeface="Times New Roman" panose="02020603050405020304" pitchFamily="18" charset="0"/>
                <a:cs typeface="Times New Roman" panose="02020603050405020304" pitchFamily="18" charset="0"/>
              </a:rPr>
              <a:t>&lt;</a:t>
            </a:r>
            <a:r>
              <a:rPr lang="en-IN" sz="2400" b="1" dirty="0" err="1">
                <a:latin typeface="Times New Roman" panose="02020603050405020304" pitchFamily="18" charset="0"/>
                <a:cs typeface="Times New Roman" panose="02020603050405020304" pitchFamily="18" charset="0"/>
              </a:rPr>
              <a:t>jsp:getProperty</a:t>
            </a:r>
            <a:r>
              <a:rPr lang="en-IN" sz="2400" b="1" dirty="0">
                <a:latin typeface="Times New Roman" panose="02020603050405020304" pitchFamily="18" charset="0"/>
                <a:cs typeface="Times New Roman" panose="02020603050405020304" pitchFamily="18" charset="0"/>
              </a:rPr>
              <a:t>&gt;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1095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DA90-E038-5DBF-3E90-AE018321E0E5}"/>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0B63D697-F483-FF88-D85C-508770C6255F}"/>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8837E03C-E4CF-06A4-422C-FE71A1E520E4}"/>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46F018DC-59A8-FA13-853D-1E1B9F47B0E2}"/>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altLang="en-US" b="1" dirty="0">
                <a:latin typeface="Times New Roman" panose="02020603050405020304" pitchFamily="18" charset="0"/>
                <a:cs typeface="Times New Roman" panose="02020603050405020304" pitchFamily="18" charset="0"/>
              </a:rPr>
              <a:t>JSP ACTION TAGS</a:t>
            </a:r>
          </a:p>
        </p:txBody>
      </p:sp>
      <p:sp>
        <p:nvSpPr>
          <p:cNvPr id="7" name="TextBox 6">
            <a:extLst>
              <a:ext uri="{FF2B5EF4-FFF2-40B4-BE49-F238E27FC236}">
                <a16:creationId xmlns:a16="http://schemas.microsoft.com/office/drawing/2014/main" id="{05FB8A86-6FC2-141D-4689-1310CE35F84B}"/>
              </a:ext>
            </a:extLst>
          </p:cNvPr>
          <p:cNvSpPr txBox="1"/>
          <p:nvPr/>
        </p:nvSpPr>
        <p:spPr>
          <a:xfrm>
            <a:off x="0" y="2330450"/>
            <a:ext cx="9540240" cy="2308324"/>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&lt;</a:t>
            </a:r>
            <a:r>
              <a:rPr lang="en-IN" sz="2400" b="1" dirty="0" err="1">
                <a:latin typeface="Times New Roman" panose="02020603050405020304" pitchFamily="18" charset="0"/>
                <a:cs typeface="Times New Roman" panose="02020603050405020304" pitchFamily="18" charset="0"/>
              </a:rPr>
              <a:t>jsp:forward</a:t>
            </a:r>
            <a:r>
              <a:rPr lang="en-IN" sz="2400" b="1" dirty="0">
                <a:latin typeface="Times New Roman" panose="02020603050405020304" pitchFamily="18" charset="0"/>
                <a:cs typeface="Times New Roman" panose="02020603050405020304" pitchFamily="18" charset="0"/>
              </a:rPr>
              <a:t>&gt;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Transfers the request to another resource on the server.</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a:t>
            </a:r>
          </a:p>
          <a:p>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jsp:forward</a:t>
            </a:r>
            <a:r>
              <a:rPr lang="en-IN" sz="2400" dirty="0">
                <a:latin typeface="Times New Roman" panose="02020603050405020304" pitchFamily="18" charset="0"/>
                <a:cs typeface="Times New Roman" panose="02020603050405020304" pitchFamily="18" charset="0"/>
              </a:rPr>
              <a:t> page="</a:t>
            </a:r>
            <a:r>
              <a:rPr lang="en-IN" sz="2400" dirty="0" err="1">
                <a:latin typeface="Times New Roman" panose="02020603050405020304" pitchFamily="18" charset="0"/>
                <a:cs typeface="Times New Roman" panose="02020603050405020304" pitchFamily="18" charset="0"/>
              </a:rPr>
              <a:t>welcome.jsp</a:t>
            </a:r>
            <a:r>
              <a:rPr lang="en-IN" sz="2400" dirty="0">
                <a:latin typeface="Times New Roman" panose="02020603050405020304" pitchFamily="18" charset="0"/>
                <a:cs typeface="Times New Roman" panose="02020603050405020304" pitchFamily="18" charset="0"/>
              </a:rPr>
              <a:t>"&gt;    </a:t>
            </a:r>
          </a:p>
          <a:p>
            <a:pPr lvl="1"/>
            <a:r>
              <a:rPr lang="en-IN" sz="2400" dirty="0">
                <a:latin typeface="Times New Roman" panose="02020603050405020304" pitchFamily="18" charset="0"/>
                <a:cs typeface="Times New Roman" panose="02020603050405020304" pitchFamily="18" charset="0"/>
              </a:rPr>
              <a:t>	&lt;</a:t>
            </a:r>
            <a:r>
              <a:rPr lang="en-IN" sz="2400" dirty="0" err="1">
                <a:latin typeface="Times New Roman" panose="02020603050405020304" pitchFamily="18" charset="0"/>
                <a:cs typeface="Times New Roman" panose="02020603050405020304" pitchFamily="18" charset="0"/>
              </a:rPr>
              <a:t>jsp:param</a:t>
            </a:r>
            <a:r>
              <a:rPr lang="en-IN" sz="2400" dirty="0">
                <a:latin typeface="Times New Roman" panose="02020603050405020304" pitchFamily="18" charset="0"/>
                <a:cs typeface="Times New Roman" panose="02020603050405020304" pitchFamily="18" charset="0"/>
              </a:rPr>
              <a:t> name="name" value="Gaurav"/&gt;</a:t>
            </a:r>
          </a:p>
          <a:p>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jsp:forward</a:t>
            </a:r>
            <a:r>
              <a:rPr lang="en-IN" sz="2400"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102438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3CEEA-0C31-A6E2-FFB2-DF97E6695585}"/>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859E0A5C-2450-5FC1-FA02-999879E528AE}"/>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74043A2F-B715-3EB3-81A4-62358F855E61}"/>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CFD4FADA-265C-791B-333F-5D6AAC650458}"/>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1" dirty="0">
                <a:latin typeface="Times New Roman" panose="02020603050405020304" pitchFamily="18" charset="0"/>
                <a:cs typeface="Times New Roman" panose="02020603050405020304" pitchFamily="18" charset="0"/>
              </a:rPr>
              <a:t>Introduction to java beans</a:t>
            </a:r>
            <a:endParaRPr lang="en-IN" altLang="en-US"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D44DF2D-74F6-5F07-D867-D4C98478BC18}"/>
              </a:ext>
            </a:extLst>
          </p:cNvPr>
          <p:cNvSpPr txBox="1"/>
          <p:nvPr/>
        </p:nvSpPr>
        <p:spPr>
          <a:xfrm>
            <a:off x="190500" y="2352675"/>
            <a:ext cx="9258300" cy="3046988"/>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Java Bean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Java Bean is a java class that should follow following conventions: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should have a no-</a:t>
            </a:r>
            <a:r>
              <a:rPr lang="en-IN" sz="2400" dirty="0" err="1">
                <a:latin typeface="Times New Roman" panose="02020603050405020304" pitchFamily="18" charset="0"/>
                <a:cs typeface="Times New Roman" panose="02020603050405020304" pitchFamily="18" charset="0"/>
              </a:rPr>
              <a:t>arg</a:t>
            </a:r>
            <a:r>
              <a:rPr lang="en-IN" sz="2400" dirty="0">
                <a:latin typeface="Times New Roman" panose="02020603050405020304" pitchFamily="18" charset="0"/>
                <a:cs typeface="Times New Roman" panose="02020603050405020304" pitchFamily="18" charset="0"/>
              </a:rPr>
              <a:t> constructor.</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should be Serializable.</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should provide methods to set and get the values of the properties, known as getter and setter methods.</a:t>
            </a:r>
          </a:p>
          <a:p>
            <a:pPr lvl="0"/>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2163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FB3C2-22EC-92D0-C3AB-46241B189B6F}"/>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0C074676-1561-48FF-9607-DB33295D0E76}"/>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5572E773-3F59-54F8-ACF7-49A76B218D39}"/>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EA92D6D8-3786-7213-5087-869F1E1C6EF8}"/>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t>Why use Java Bean?</a:t>
            </a:r>
          </a:p>
        </p:txBody>
      </p:sp>
      <p:sp>
        <p:nvSpPr>
          <p:cNvPr id="6" name="TextBox 5">
            <a:extLst>
              <a:ext uri="{FF2B5EF4-FFF2-40B4-BE49-F238E27FC236}">
                <a16:creationId xmlns:a16="http://schemas.microsoft.com/office/drawing/2014/main" id="{0FADD2CF-112E-E83F-FB44-81F793F9F163}"/>
              </a:ext>
            </a:extLst>
          </p:cNvPr>
          <p:cNvSpPr txBox="1"/>
          <p:nvPr/>
        </p:nvSpPr>
        <p:spPr>
          <a:xfrm>
            <a:off x="51351" y="2352675"/>
            <a:ext cx="8953501" cy="4893647"/>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According to Java white paper, it is a reusable software component.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bean encapsulates many objects into one object, so we can access this object from multiple places.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Moreover, it provides the easy maintenance.</a:t>
            </a:r>
          </a:p>
          <a:p>
            <a:endParaRPr lang="en-IN"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Features: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Public default constructor.</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Implements Serializable.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Getter and setter methods for properties.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Simplifies data management and interaction in server-side applications.</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6667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D8274-F841-F18F-FB0C-679C15E98377}"/>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8A33CCF9-A2A5-4084-44D1-A37210C66E99}"/>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BFD7ACED-A22F-9B86-C0F5-AFF269F37022}"/>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91472ED1-F52F-7FB5-2358-550A61A8E604}"/>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US" altLang="en-US" b="1" spc="-100" dirty="0">
                <a:latin typeface="Times New Roman" panose="02020603050405020304" pitchFamily="18" charset="0"/>
                <a:ea typeface="+mj-ea"/>
                <a:cs typeface="Times New Roman" panose="02020603050405020304" pitchFamily="18" charset="0"/>
              </a:rPr>
              <a:t>S</a:t>
            </a:r>
            <a:r>
              <a:rPr lang="en-IN" altLang="en-US" b="1" spc="-100" dirty="0" err="1">
                <a:latin typeface="Times New Roman" panose="02020603050405020304" pitchFamily="18" charset="0"/>
                <a:ea typeface="+mj-ea"/>
                <a:cs typeface="Times New Roman" panose="02020603050405020304" pitchFamily="18" charset="0"/>
              </a:rPr>
              <a:t>imple</a:t>
            </a:r>
            <a:r>
              <a:rPr lang="en-IN" altLang="en-US" b="1" spc="-100" dirty="0">
                <a:latin typeface="Times New Roman" panose="02020603050405020304" pitchFamily="18" charset="0"/>
                <a:ea typeface="+mj-ea"/>
                <a:cs typeface="Times New Roman" panose="02020603050405020304" pitchFamily="18" charset="0"/>
              </a:rPr>
              <a:t> Example of Java Bean Class</a:t>
            </a:r>
            <a:endParaRPr lang="en-IN" altLang="en-US"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2289305-40D2-409F-6874-4C8E8FDB7613}"/>
              </a:ext>
            </a:extLst>
          </p:cNvPr>
          <p:cNvSpPr txBox="1"/>
          <p:nvPr/>
        </p:nvSpPr>
        <p:spPr>
          <a:xfrm>
            <a:off x="100208" y="2352675"/>
            <a:ext cx="9043792" cy="4154984"/>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import </a:t>
            </a:r>
            <a:r>
              <a:rPr lang="en-IN" sz="2400" dirty="0" err="1">
                <a:latin typeface="Times New Roman" panose="02020603050405020304" pitchFamily="18" charset="0"/>
                <a:cs typeface="Times New Roman" panose="02020603050405020304" pitchFamily="18" charset="0"/>
              </a:rPr>
              <a:t>java.io.Serializable</a:t>
            </a:r>
            <a:r>
              <a:rPr lang="en-IN" sz="2400" dirty="0">
                <a:latin typeface="Times New Roman" panose="02020603050405020304" pitchFamily="18" charset="0"/>
                <a:cs typeface="Times New Roman" panose="02020603050405020304" pitchFamily="18" charset="0"/>
              </a:rPr>
              <a:t>;</a:t>
            </a:r>
          </a:p>
          <a:p>
            <a:pPr>
              <a:buNone/>
            </a:pPr>
            <a:r>
              <a:rPr lang="en-IN" sz="2400" dirty="0">
                <a:latin typeface="Times New Roman" panose="02020603050405020304" pitchFamily="18" charset="0"/>
                <a:cs typeface="Times New Roman" panose="02020603050405020304" pitchFamily="18" charset="0"/>
              </a:rPr>
              <a:t>public class </a:t>
            </a:r>
            <a:r>
              <a:rPr lang="en-IN" sz="2400" dirty="0" err="1">
                <a:latin typeface="Times New Roman" panose="02020603050405020304" pitchFamily="18" charset="0"/>
                <a:cs typeface="Times New Roman" panose="02020603050405020304" pitchFamily="18" charset="0"/>
              </a:rPr>
              <a:t>UserBean</a:t>
            </a:r>
            <a:r>
              <a:rPr lang="en-IN" sz="2400" dirty="0">
                <a:latin typeface="Times New Roman" panose="02020603050405020304" pitchFamily="18" charset="0"/>
                <a:cs typeface="Times New Roman" panose="02020603050405020304" pitchFamily="18" charset="0"/>
              </a:rPr>
              <a:t> implements Serializable {</a:t>
            </a:r>
          </a:p>
          <a:p>
            <a:pPr>
              <a:buNone/>
            </a:pPr>
            <a:r>
              <a:rPr lang="en-IN" sz="2400" dirty="0">
                <a:latin typeface="Times New Roman" panose="02020603050405020304" pitchFamily="18" charset="0"/>
                <a:cs typeface="Times New Roman" panose="02020603050405020304" pitchFamily="18" charset="0"/>
              </a:rPr>
              <a:t>    private String name;</a:t>
            </a:r>
          </a:p>
          <a:p>
            <a:pPr>
              <a:buNone/>
            </a:pPr>
            <a:r>
              <a:rPr lang="en-IN" sz="2400" dirty="0">
                <a:latin typeface="Times New Roman" panose="02020603050405020304" pitchFamily="18" charset="0"/>
                <a:cs typeface="Times New Roman" panose="02020603050405020304" pitchFamily="18" charset="0"/>
              </a:rPr>
              <a:t>    private int age;</a:t>
            </a:r>
          </a:p>
          <a:p>
            <a:pPr>
              <a:buNone/>
            </a:pPr>
            <a:r>
              <a:rPr lang="en-IN" sz="2400" dirty="0">
                <a:latin typeface="Times New Roman" panose="02020603050405020304" pitchFamily="18" charset="0"/>
                <a:cs typeface="Times New Roman" panose="02020603050405020304" pitchFamily="18" charset="0"/>
              </a:rPr>
              <a:t>    public </a:t>
            </a:r>
            <a:r>
              <a:rPr lang="en-IN" sz="2400" dirty="0" err="1">
                <a:latin typeface="Times New Roman" panose="02020603050405020304" pitchFamily="18" charset="0"/>
                <a:cs typeface="Times New Roman" panose="02020603050405020304" pitchFamily="18" charset="0"/>
              </a:rPr>
              <a:t>UserBean</a:t>
            </a:r>
            <a:r>
              <a:rPr lang="en-IN" sz="2400" dirty="0">
                <a:latin typeface="Times New Roman" panose="02020603050405020304" pitchFamily="18" charset="0"/>
                <a:cs typeface="Times New Roman" panose="02020603050405020304" pitchFamily="18" charset="0"/>
              </a:rPr>
              <a:t>() {} // Default Constructor</a:t>
            </a:r>
          </a:p>
          <a:p>
            <a:pPr>
              <a:buNone/>
            </a:pPr>
            <a:r>
              <a:rPr lang="en-IN" sz="2400" dirty="0">
                <a:latin typeface="Times New Roman" panose="02020603050405020304" pitchFamily="18" charset="0"/>
                <a:cs typeface="Times New Roman" panose="02020603050405020304" pitchFamily="18" charset="0"/>
              </a:rPr>
              <a:t>    public String </a:t>
            </a:r>
            <a:r>
              <a:rPr lang="en-IN" sz="2400" dirty="0" err="1">
                <a:latin typeface="Times New Roman" panose="02020603050405020304" pitchFamily="18" charset="0"/>
                <a:cs typeface="Times New Roman" panose="02020603050405020304" pitchFamily="18" charset="0"/>
              </a:rPr>
              <a:t>getName</a:t>
            </a:r>
            <a:r>
              <a:rPr lang="en-IN" sz="2400" dirty="0">
                <a:latin typeface="Times New Roman" panose="02020603050405020304" pitchFamily="18" charset="0"/>
                <a:cs typeface="Times New Roman" panose="02020603050405020304" pitchFamily="18" charset="0"/>
              </a:rPr>
              <a:t>() { return name; }</a:t>
            </a:r>
          </a:p>
          <a:p>
            <a:pPr>
              <a:buNone/>
            </a:pPr>
            <a:r>
              <a:rPr lang="en-IN" sz="2400" dirty="0">
                <a:latin typeface="Times New Roman" panose="02020603050405020304" pitchFamily="18" charset="0"/>
                <a:cs typeface="Times New Roman" panose="02020603050405020304" pitchFamily="18" charset="0"/>
              </a:rPr>
              <a:t>    public void </a:t>
            </a:r>
            <a:r>
              <a:rPr lang="en-IN" sz="2400" dirty="0" err="1">
                <a:latin typeface="Times New Roman" panose="02020603050405020304" pitchFamily="18" charset="0"/>
                <a:cs typeface="Times New Roman" panose="02020603050405020304" pitchFamily="18" charset="0"/>
              </a:rPr>
              <a:t>setName</a:t>
            </a:r>
            <a:r>
              <a:rPr lang="en-IN" sz="2400" dirty="0">
                <a:latin typeface="Times New Roman" panose="02020603050405020304" pitchFamily="18" charset="0"/>
                <a:cs typeface="Times New Roman" panose="02020603050405020304" pitchFamily="18" charset="0"/>
              </a:rPr>
              <a:t>(String name) { this.name = name; }</a:t>
            </a:r>
          </a:p>
          <a:p>
            <a:pPr>
              <a:buNone/>
            </a:pPr>
            <a:endParaRPr lang="en-IN" sz="2400"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    public int </a:t>
            </a:r>
            <a:r>
              <a:rPr lang="en-IN" sz="2400" dirty="0" err="1">
                <a:latin typeface="Times New Roman" panose="02020603050405020304" pitchFamily="18" charset="0"/>
                <a:cs typeface="Times New Roman" panose="02020603050405020304" pitchFamily="18" charset="0"/>
              </a:rPr>
              <a:t>getAge</a:t>
            </a:r>
            <a:r>
              <a:rPr lang="en-IN" sz="2400" dirty="0">
                <a:latin typeface="Times New Roman" panose="02020603050405020304" pitchFamily="18" charset="0"/>
                <a:cs typeface="Times New Roman" panose="02020603050405020304" pitchFamily="18" charset="0"/>
              </a:rPr>
              <a:t>() { return age; }</a:t>
            </a:r>
          </a:p>
          <a:p>
            <a:pPr>
              <a:buNone/>
            </a:pPr>
            <a:r>
              <a:rPr lang="en-IN" sz="2400" dirty="0">
                <a:latin typeface="Times New Roman" panose="02020603050405020304" pitchFamily="18" charset="0"/>
                <a:cs typeface="Times New Roman" panose="02020603050405020304" pitchFamily="18" charset="0"/>
              </a:rPr>
              <a:t>    public void </a:t>
            </a:r>
            <a:r>
              <a:rPr lang="en-IN" sz="2400" dirty="0" err="1">
                <a:latin typeface="Times New Roman" panose="02020603050405020304" pitchFamily="18" charset="0"/>
                <a:cs typeface="Times New Roman" panose="02020603050405020304" pitchFamily="18" charset="0"/>
              </a:rPr>
              <a:t>setAge</a:t>
            </a:r>
            <a:r>
              <a:rPr lang="en-IN" sz="2400" dirty="0">
                <a:latin typeface="Times New Roman" panose="02020603050405020304" pitchFamily="18" charset="0"/>
                <a:cs typeface="Times New Roman" panose="02020603050405020304" pitchFamily="18" charset="0"/>
              </a:rPr>
              <a:t>(int age) { </a:t>
            </a:r>
            <a:r>
              <a:rPr lang="en-IN" sz="2400" dirty="0" err="1">
                <a:latin typeface="Times New Roman" panose="02020603050405020304" pitchFamily="18" charset="0"/>
                <a:cs typeface="Times New Roman" panose="02020603050405020304" pitchFamily="18" charset="0"/>
              </a:rPr>
              <a:t>this.age</a:t>
            </a:r>
            <a:r>
              <a:rPr lang="en-IN" sz="2400" dirty="0">
                <a:latin typeface="Times New Roman" panose="02020603050405020304" pitchFamily="18" charset="0"/>
                <a:cs typeface="Times New Roman" panose="02020603050405020304" pitchFamily="18" charset="0"/>
              </a:rPr>
              <a:t> = age; }</a:t>
            </a:r>
          </a:p>
          <a:p>
            <a:pPr>
              <a:buNone/>
            </a:pP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815973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5E56E-4625-73D2-7552-84E867540DA1}"/>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4514E58E-8C3D-B115-1DA3-02405421E75C}"/>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AD5B5EB8-CB88-7EEA-0484-CE7BABE1EBBD}"/>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B6189015-7F16-3DE5-7C72-4423CADAC5C4}"/>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b="1" dirty="0">
                <a:latin typeface="Times New Roman" panose="02020603050405020304" pitchFamily="18" charset="0"/>
                <a:cs typeface="Times New Roman" panose="02020603050405020304" pitchFamily="18" charset="0"/>
              </a:rPr>
              <a:t>Instantiating a JavaBean in JSP:</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CE0EF7B-1E34-08AF-DC33-13785130479B}"/>
              </a:ext>
            </a:extLst>
          </p:cNvPr>
          <p:cNvSpPr txBox="1"/>
          <p:nvPr/>
        </p:nvSpPr>
        <p:spPr>
          <a:xfrm>
            <a:off x="0" y="2330450"/>
            <a:ext cx="8675204" cy="1569660"/>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jsp:useBean</a:t>
            </a:r>
            <a:r>
              <a:rPr lang="en-IN" sz="2400" dirty="0">
                <a:latin typeface="Times New Roman" panose="02020603050405020304" pitchFamily="18" charset="0"/>
                <a:cs typeface="Times New Roman" panose="02020603050405020304" pitchFamily="18" charset="0"/>
              </a:rPr>
              <a:t> id="user" class="</a:t>
            </a:r>
            <a:r>
              <a:rPr lang="en-IN" sz="2400" dirty="0" err="1">
                <a:latin typeface="Times New Roman" panose="02020603050405020304" pitchFamily="18" charset="0"/>
                <a:cs typeface="Times New Roman" panose="02020603050405020304" pitchFamily="18" charset="0"/>
              </a:rPr>
              <a:t>UserBean</a:t>
            </a:r>
            <a:r>
              <a:rPr lang="en-IN" sz="2400" dirty="0">
                <a:latin typeface="Times New Roman" panose="02020603050405020304" pitchFamily="18" charset="0"/>
                <a:cs typeface="Times New Roman" panose="02020603050405020304" pitchFamily="18" charset="0"/>
              </a:rPr>
              <a:t>" scope="session" /&gt;</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CF564E08-6564-F401-B6F1-E3194CB72A83}"/>
              </a:ext>
            </a:extLst>
          </p:cNvPr>
          <p:cNvSpPr>
            <a:spLocks noChangeArrowheads="1"/>
          </p:cNvSpPr>
          <p:nvPr/>
        </p:nvSpPr>
        <p:spPr bwMode="auto">
          <a:xfrm>
            <a:off x="152995" y="2906613"/>
            <a:ext cx="444063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Scopes: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page: Current JSP only.</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request: Current request.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session: Entire session.</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 Entire application.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24785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EA08F-0770-7B89-6C30-A6197D256EE2}"/>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FEA1515B-D305-15B5-375E-79BE6DF2CBBD}"/>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err="1"/>
              <a:t>jsp:useBean</a:t>
            </a:r>
            <a:r>
              <a:rPr lang="en-IN" b="1" dirty="0"/>
              <a:t> action tag</a:t>
            </a:r>
          </a:p>
        </p:txBody>
      </p:sp>
      <p:sp>
        <p:nvSpPr>
          <p:cNvPr id="4" name="TextBox 6">
            <a:extLst>
              <a:ext uri="{FF2B5EF4-FFF2-40B4-BE49-F238E27FC236}">
                <a16:creationId xmlns:a16="http://schemas.microsoft.com/office/drawing/2014/main" id="{AF4D5D76-E960-F967-0C08-11DD8495F820}"/>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7AEA056-36E2-2E4E-BEB6-7F560C153DFF}"/>
              </a:ext>
            </a:extLst>
          </p:cNvPr>
          <p:cNvSpPr txBox="1"/>
          <p:nvPr/>
        </p:nvSpPr>
        <p:spPr>
          <a:xfrm>
            <a:off x="0" y="2330450"/>
            <a:ext cx="8953501" cy="3908762"/>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dirty="0" err="1">
                <a:latin typeface="Times New Roman" panose="02020603050405020304" pitchFamily="18" charset="0"/>
                <a:cs typeface="Times New Roman" panose="02020603050405020304" pitchFamily="18" charset="0"/>
              </a:rPr>
              <a:t>jsp:useBean</a:t>
            </a:r>
            <a:r>
              <a:rPr lang="en-IN" sz="2400" dirty="0">
                <a:latin typeface="Times New Roman" panose="02020603050405020304" pitchFamily="18" charset="0"/>
                <a:cs typeface="Times New Roman" panose="02020603050405020304" pitchFamily="18" charset="0"/>
              </a:rPr>
              <a:t> action tag is used to locate or instantiate a bean class.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If bean object of the Bean class is already created, it doesn't create the bean depending on the scope.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But if object of bean is not created, it instantiates the bean.</a:t>
            </a:r>
          </a:p>
          <a:p>
            <a:r>
              <a:rPr lang="en-IN" sz="2400" b="1" dirty="0">
                <a:latin typeface="Times New Roman" panose="02020603050405020304" pitchFamily="18" charset="0"/>
                <a:cs typeface="Times New Roman" panose="02020603050405020304" pitchFamily="18" charset="0"/>
              </a:rPr>
              <a:t>Syntax of </a:t>
            </a:r>
            <a:r>
              <a:rPr lang="en-IN" sz="2400" b="1" dirty="0" err="1">
                <a:latin typeface="Times New Roman" panose="02020603050405020304" pitchFamily="18" charset="0"/>
                <a:cs typeface="Times New Roman" panose="02020603050405020304" pitchFamily="18" charset="0"/>
              </a:rPr>
              <a:t>jsp:useBean</a:t>
            </a:r>
            <a:r>
              <a:rPr lang="en-IN" sz="2400" b="1" dirty="0">
                <a:latin typeface="Times New Roman" panose="02020603050405020304" pitchFamily="18" charset="0"/>
                <a:cs typeface="Times New Roman" panose="02020603050405020304" pitchFamily="18" charset="0"/>
              </a:rPr>
              <a:t> action tag:</a:t>
            </a:r>
          </a:p>
          <a:p>
            <a:pPr>
              <a:buNone/>
            </a:pPr>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jsp:useBean</a:t>
            </a:r>
            <a:r>
              <a:rPr lang="en-IN" sz="2400" dirty="0">
                <a:latin typeface="Times New Roman" panose="02020603050405020304" pitchFamily="18" charset="0"/>
                <a:cs typeface="Times New Roman" panose="02020603050405020304" pitchFamily="18" charset="0"/>
              </a:rPr>
              <a:t> id= "</a:t>
            </a:r>
            <a:r>
              <a:rPr lang="en-IN" sz="2400" dirty="0" err="1">
                <a:latin typeface="Times New Roman" panose="02020603050405020304" pitchFamily="18" charset="0"/>
                <a:cs typeface="Times New Roman" panose="02020603050405020304" pitchFamily="18" charset="0"/>
              </a:rPr>
              <a:t>instanceName</a:t>
            </a:r>
            <a:r>
              <a:rPr lang="en-IN" sz="2400" dirty="0">
                <a:latin typeface="Times New Roman" panose="02020603050405020304" pitchFamily="18" charset="0"/>
                <a:cs typeface="Times New Roman" panose="02020603050405020304" pitchFamily="18" charset="0"/>
              </a:rPr>
              <a:t>" scope= "page | request | session | application"   </a:t>
            </a:r>
          </a:p>
          <a:p>
            <a:endParaRPr lang="en-IN" sz="3200" dirty="0"/>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7194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CBFEA-CD01-A5D1-0394-06E430A8D322}"/>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5EA51E82-E1D7-0CA9-AB6E-97894E2220B9}"/>
              </a:ext>
            </a:extLst>
          </p:cNvPr>
          <p:cNvSpPr txBox="1">
            <a:spLocks noChangeArrowheads="1"/>
          </p:cNvSpPr>
          <p:nvPr>
            <p:custDataLst>
              <p:tags r:id="rId1"/>
            </p:custDataLst>
          </p:nvPr>
        </p:nvSpPr>
        <p:spPr bwMode="auto">
          <a:xfrm>
            <a:off x="0" y="2714552"/>
            <a:ext cx="9356942" cy="4651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fontAlgn="base">
              <a:spcAft>
                <a:spcPts val="750"/>
              </a:spcAft>
              <a:buNone/>
            </a:pPr>
            <a:r>
              <a:rPr lang="en-US" sz="2400" dirty="0">
                <a:latin typeface="Times New Roman" panose="02020603050405020304" pitchFamily="18" charset="0"/>
                <a:cs typeface="Times New Roman" panose="02020603050405020304" pitchFamily="18" charset="0"/>
              </a:rPr>
              <a:t>&lt;</a:t>
            </a:r>
            <a:r>
              <a:rPr lang="en-US" sz="2400" dirty="0" err="1">
                <a:latin typeface="Times New Roman" panose="02020603050405020304" pitchFamily="18" charset="0"/>
                <a:cs typeface="Times New Roman" panose="02020603050405020304" pitchFamily="18" charset="0"/>
              </a:rPr>
              <a:t>jsp:setProperty</a:t>
            </a:r>
            <a:r>
              <a:rPr lang="en-US" sz="2400" dirty="0">
                <a:latin typeface="Times New Roman" panose="02020603050405020304" pitchFamily="18" charset="0"/>
                <a:cs typeface="Times New Roman" panose="02020603050405020304" pitchFamily="18" charset="0"/>
              </a:rPr>
              <a:t> name="</a:t>
            </a:r>
            <a:r>
              <a:rPr lang="en-US" sz="2400" dirty="0" err="1">
                <a:latin typeface="Times New Roman" panose="02020603050405020304" pitchFamily="18" charset="0"/>
                <a:cs typeface="Times New Roman" panose="02020603050405020304" pitchFamily="18" charset="0"/>
              </a:rPr>
              <a:t>beanName</a:t>
            </a:r>
            <a:r>
              <a:rPr lang="en-US" sz="2400" dirty="0">
                <a:latin typeface="Times New Roman" panose="02020603050405020304" pitchFamily="18" charset="0"/>
                <a:cs typeface="Times New Roman" panose="02020603050405020304" pitchFamily="18" charset="0"/>
              </a:rPr>
              <a:t>" property="</a:t>
            </a:r>
            <a:r>
              <a:rPr lang="en-US" sz="2400" dirty="0" err="1">
                <a:latin typeface="Times New Roman" panose="02020603050405020304" pitchFamily="18" charset="0"/>
                <a:cs typeface="Times New Roman" panose="02020603050405020304" pitchFamily="18" charset="0"/>
              </a:rPr>
              <a:t>propertyName</a:t>
            </a:r>
            <a:r>
              <a:rPr lang="en-US" sz="2400" dirty="0">
                <a:latin typeface="Times New Roman" panose="02020603050405020304" pitchFamily="18" charset="0"/>
                <a:cs typeface="Times New Roman" panose="02020603050405020304" pitchFamily="18" charset="0"/>
              </a:rPr>
              <a:t>" value="value" /</a:t>
            </a:r>
            <a:r>
              <a:rPr lang="en-US" sz="2400" b="1" dirty="0">
                <a:latin typeface="Times New Roman" panose="02020603050405020304" pitchFamily="18" charset="0"/>
                <a:cs typeface="Times New Roman" panose="02020603050405020304" pitchFamily="18" charset="0"/>
              </a:rPr>
              <a:t>&gt;</a:t>
            </a:r>
          </a:p>
          <a:p>
            <a:pPr marL="0" indent="0" fontAlgn="base">
              <a:spcAft>
                <a:spcPts val="750"/>
              </a:spcAft>
              <a:buNone/>
            </a:pPr>
            <a:r>
              <a:rPr lang="en-US" sz="2400" b="1" i="0" dirty="0">
                <a:effectLst/>
                <a:latin typeface="Times New Roman" panose="02020603050405020304" pitchFamily="18" charset="0"/>
                <a:cs typeface="Times New Roman" panose="02020603050405020304" pitchFamily="18" charset="0"/>
              </a:rPr>
              <a:t>Example:</a:t>
            </a:r>
          </a:p>
          <a:p>
            <a:pPr marL="0" indent="0" fontAlgn="base">
              <a:spcAft>
                <a:spcPts val="750"/>
              </a:spcAft>
              <a:buNone/>
            </a:pPr>
            <a:r>
              <a:rPr lang="en-US" sz="2400" b="0" i="0" dirty="0">
                <a:effectLst/>
                <a:latin typeface="Times New Roman" panose="02020603050405020304" pitchFamily="18" charset="0"/>
                <a:cs typeface="Times New Roman" panose="02020603050405020304" pitchFamily="18" charset="0"/>
              </a:rPr>
              <a:t>&lt;</a:t>
            </a:r>
            <a:r>
              <a:rPr lang="en-US" sz="2400" b="0" i="0" dirty="0" err="1">
                <a:effectLst/>
                <a:latin typeface="Times New Roman" panose="02020603050405020304" pitchFamily="18" charset="0"/>
                <a:cs typeface="Times New Roman" panose="02020603050405020304" pitchFamily="18" charset="0"/>
              </a:rPr>
              <a:t>jsp:setProperty</a:t>
            </a:r>
            <a:r>
              <a:rPr lang="en-US" sz="2400" b="0" i="0" dirty="0">
                <a:effectLst/>
                <a:latin typeface="Times New Roman" panose="02020603050405020304" pitchFamily="18" charset="0"/>
                <a:cs typeface="Times New Roman" panose="02020603050405020304" pitchFamily="18" charset="0"/>
              </a:rPr>
              <a:t> name="user" property="name" value="John Doe" /&gt;</a:t>
            </a:r>
          </a:p>
          <a:p>
            <a:pPr marL="0" indent="0" fontAlgn="base">
              <a:spcAft>
                <a:spcPts val="750"/>
              </a:spcAft>
              <a:buNone/>
            </a:pPr>
            <a:r>
              <a:rPr lang="en-US" sz="2400" b="0" i="0" dirty="0">
                <a:effectLst/>
                <a:latin typeface="Times New Roman" panose="02020603050405020304" pitchFamily="18" charset="0"/>
                <a:cs typeface="Times New Roman" panose="02020603050405020304" pitchFamily="18" charset="0"/>
              </a:rPr>
              <a:t>&lt;</a:t>
            </a:r>
            <a:r>
              <a:rPr lang="en-US" sz="2400" b="0" i="0" dirty="0" err="1">
                <a:effectLst/>
                <a:latin typeface="Times New Roman" panose="02020603050405020304" pitchFamily="18" charset="0"/>
                <a:cs typeface="Times New Roman" panose="02020603050405020304" pitchFamily="18" charset="0"/>
              </a:rPr>
              <a:t>jsp:setProperty</a:t>
            </a:r>
            <a:r>
              <a:rPr lang="en-US" sz="2400" b="0" i="0" dirty="0">
                <a:effectLst/>
                <a:latin typeface="Times New Roman" panose="02020603050405020304" pitchFamily="18" charset="0"/>
                <a:cs typeface="Times New Roman" panose="02020603050405020304" pitchFamily="18" charset="0"/>
              </a:rPr>
              <a:t> name="user" property="age" value="30" /&gt;</a:t>
            </a:r>
          </a:p>
          <a:p>
            <a:pPr marL="0" indent="0" fontAlgn="base">
              <a:spcAft>
                <a:spcPts val="750"/>
              </a:spcAft>
              <a:buNone/>
            </a:pPr>
            <a:r>
              <a:rPr lang="en-IN" sz="2400" b="1" dirty="0">
                <a:latin typeface="Times New Roman" panose="02020603050405020304" pitchFamily="18" charset="0"/>
                <a:cs typeface="Times New Roman" panose="02020603050405020304" pitchFamily="18" charset="0"/>
              </a:rPr>
              <a:t>Automatic Mapping:</a:t>
            </a:r>
            <a:endParaRPr lang="en-US" sz="2400" b="1" i="0" dirty="0">
              <a:effectLst/>
              <a:latin typeface="Times New Roman" panose="02020603050405020304" pitchFamily="18" charset="0"/>
              <a:cs typeface="Times New Roman" panose="02020603050405020304" pitchFamily="18" charset="0"/>
            </a:endParaRPr>
          </a:p>
          <a:p>
            <a:pPr marL="0" indent="0" fontAlgn="base">
              <a:spcAft>
                <a:spcPts val="750"/>
              </a:spcAft>
              <a:buNone/>
            </a:pPr>
            <a:r>
              <a:rPr lang="en-US" sz="2400" dirty="0">
                <a:latin typeface="Times New Roman" panose="02020603050405020304" pitchFamily="18" charset="0"/>
                <a:cs typeface="Times New Roman" panose="02020603050405020304" pitchFamily="18" charset="0"/>
              </a:rPr>
              <a:t>&lt;</a:t>
            </a:r>
            <a:r>
              <a:rPr lang="en-US" sz="2400" dirty="0" err="1">
                <a:latin typeface="Times New Roman" panose="02020603050405020304" pitchFamily="18" charset="0"/>
                <a:cs typeface="Times New Roman" panose="02020603050405020304" pitchFamily="18" charset="0"/>
              </a:rPr>
              <a:t>jsp:setProperty</a:t>
            </a:r>
            <a:r>
              <a:rPr lang="en-US" sz="2400" dirty="0">
                <a:latin typeface="Times New Roman" panose="02020603050405020304" pitchFamily="18" charset="0"/>
                <a:cs typeface="Times New Roman" panose="02020603050405020304" pitchFamily="18" charset="0"/>
              </a:rPr>
              <a:t> name="user" property="*" /&gt;</a:t>
            </a:r>
          </a:p>
          <a:p>
            <a:pPr marL="0" indent="0" fontAlgn="base">
              <a:spcAft>
                <a:spcPts val="750"/>
              </a:spcAft>
              <a:buNone/>
            </a:pPr>
            <a:r>
              <a:rPr lang="en-US" sz="2400" dirty="0">
                <a:latin typeface="Times New Roman" panose="02020603050405020304" pitchFamily="18" charset="0"/>
                <a:cs typeface="Times New Roman" panose="02020603050405020304" pitchFamily="18" charset="0"/>
              </a:rPr>
              <a:t>Maps all matching request parameters to JavaBean properties.</a:t>
            </a:r>
          </a:p>
          <a:p>
            <a:pPr marL="0" indent="0" fontAlgn="base">
              <a:spcAft>
                <a:spcPts val="750"/>
              </a:spcAft>
              <a:buNone/>
            </a:pPr>
            <a:endParaRPr lang="en-US" sz="2400" b="0" i="0" dirty="0">
              <a:effectLst/>
              <a:latin typeface="Times New Roman" panose="02020603050405020304" pitchFamily="18" charset="0"/>
              <a:cs typeface="Times New Roman" panose="02020603050405020304" pitchFamily="18" charset="0"/>
            </a:endParaRPr>
          </a:p>
        </p:txBody>
      </p:sp>
      <p:sp>
        <p:nvSpPr>
          <p:cNvPr id="3" name="Rectangle 7">
            <a:extLst>
              <a:ext uri="{FF2B5EF4-FFF2-40B4-BE49-F238E27FC236}">
                <a16:creationId xmlns:a16="http://schemas.microsoft.com/office/drawing/2014/main" id="{C01A9BA1-50CE-912A-0FAA-291C971FA85B}"/>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1F4282F5-460D-C1F8-49E3-55EF81BACED6}"/>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Writing Properties of JavaBeans</a:t>
            </a:r>
          </a:p>
        </p:txBody>
      </p:sp>
      <p:sp>
        <p:nvSpPr>
          <p:cNvPr id="5" name="Rectangle 1">
            <a:extLst>
              <a:ext uri="{FF2B5EF4-FFF2-40B4-BE49-F238E27FC236}">
                <a16:creationId xmlns:a16="http://schemas.microsoft.com/office/drawing/2014/main" id="{9B7E58FF-0D3F-4ACC-61CF-1BE5A7D19E4D}"/>
              </a:ext>
            </a:extLst>
          </p:cNvPr>
          <p:cNvSpPr>
            <a:spLocks noChangeArrowheads="1"/>
          </p:cNvSpPr>
          <p:nvPr/>
        </p:nvSpPr>
        <p:spPr bwMode="auto">
          <a:xfrm>
            <a:off x="0" y="2252887"/>
            <a:ext cx="59137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Setting Properties with </a:t>
            </a:r>
            <a:r>
              <a:rPr kumimoji="0" lang="en-US" altLang="en-US" sz="2400" b="1" i="0" u="none" strike="noStrike" cap="none" normalizeH="0" baseline="0" dirty="0">
                <a:ln>
                  <a:noFill/>
                </a:ln>
                <a:solidFill>
                  <a:schemeClr val="tx1"/>
                </a:solidFill>
                <a:effectLst/>
                <a:latin typeface="Arial Unicode MS" panose="020B0604020202020204" pitchFamily="34" charset="-128"/>
              </a:rPr>
              <a:t>&lt;</a:t>
            </a:r>
            <a:r>
              <a:rPr kumimoji="0" lang="en-US" altLang="en-US" sz="2400" b="1" i="0" u="none" strike="noStrike" cap="none" normalizeH="0" baseline="0" dirty="0" err="1">
                <a:ln>
                  <a:noFill/>
                </a:ln>
                <a:solidFill>
                  <a:schemeClr val="tx1"/>
                </a:solidFill>
                <a:effectLst/>
                <a:latin typeface="Arial Unicode MS" panose="020B0604020202020204" pitchFamily="34" charset="-128"/>
              </a:rPr>
              <a:t>jsp:setProperty</a:t>
            </a:r>
            <a:r>
              <a:rPr kumimoji="0" lang="en-US" altLang="en-US" sz="2400" b="1" i="0" u="none" strike="noStrike" cap="none" normalizeH="0" baseline="0" dirty="0">
                <a:ln>
                  <a:noFill/>
                </a:ln>
                <a:solidFill>
                  <a:schemeClr val="tx1"/>
                </a:solidFill>
                <a:effectLst/>
                <a:latin typeface="Arial Unicode MS" panose="020B0604020202020204" pitchFamily="34" charset="-128"/>
              </a:rPr>
              <a:t>&gt;</a:t>
            </a:r>
            <a:r>
              <a:rPr kumimoji="0" lang="en-US" altLang="en-US" sz="2400" b="1" i="0" u="none" strike="noStrike" cap="none" normalizeH="0" baseline="0" dirty="0">
                <a:ln>
                  <a:noFill/>
                </a:ln>
                <a:solidFill>
                  <a:schemeClr val="tx1"/>
                </a:solidFill>
                <a:effectLst/>
              </a:rPr>
              <a:t>: </a:t>
            </a: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8180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7CF6C-D42F-5495-8A22-07FE71C54074}"/>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1881AB63-05EF-57D7-1818-D0CE18C1992B}"/>
              </a:ext>
            </a:extLst>
          </p:cNvPr>
          <p:cNvSpPr txBox="1">
            <a:spLocks noChangeArrowheads="1"/>
          </p:cNvSpPr>
          <p:nvPr>
            <p:custDataLst>
              <p:tags r:id="rId1"/>
            </p:custDataLst>
          </p:nvPr>
        </p:nvSpPr>
        <p:spPr bwMode="auto">
          <a:xfrm>
            <a:off x="190500" y="2352675"/>
            <a:ext cx="86752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fontAlgn="base">
              <a:spcAft>
                <a:spcPts val="750"/>
              </a:spcAft>
              <a:buNone/>
            </a:pPr>
            <a:r>
              <a:rPr lang="en-IN" sz="2400" b="1" dirty="0" err="1">
                <a:latin typeface="Times New Roman" panose="02020603050405020304" pitchFamily="18" charset="0"/>
                <a:cs typeface="Times New Roman" panose="02020603050405020304" pitchFamily="18" charset="0"/>
              </a:rPr>
              <a:t>getProperty</a:t>
            </a:r>
            <a:r>
              <a:rPr lang="en-IN" sz="2400" b="1" dirty="0">
                <a:latin typeface="Times New Roman" panose="02020603050405020304" pitchFamily="18" charset="0"/>
                <a:cs typeface="Times New Roman" panose="02020603050405020304" pitchFamily="18" charset="0"/>
              </a:rPr>
              <a:t> :</a:t>
            </a:r>
            <a:endParaRPr lang="en-US" sz="2400" b="1" dirty="0">
              <a:solidFill>
                <a:srgbClr val="FFFFFF"/>
              </a:solidFill>
              <a:latin typeface="Times New Roman" panose="02020603050405020304" pitchFamily="18" charset="0"/>
              <a:cs typeface="Times New Roman" panose="02020603050405020304" pitchFamily="18" charset="0"/>
            </a:endParaRPr>
          </a:p>
        </p:txBody>
      </p:sp>
      <p:sp>
        <p:nvSpPr>
          <p:cNvPr id="3" name="Rectangle 7">
            <a:extLst>
              <a:ext uri="{FF2B5EF4-FFF2-40B4-BE49-F238E27FC236}">
                <a16:creationId xmlns:a16="http://schemas.microsoft.com/office/drawing/2014/main" id="{0DB62B2F-12A4-64CA-DD87-A7A6B48FA00F}"/>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b="1" dirty="0">
                <a:latin typeface="Times New Roman" panose="02020603050405020304" pitchFamily="18" charset="0"/>
                <a:cs typeface="Times New Roman" panose="02020603050405020304" pitchFamily="18" charset="0"/>
              </a:rPr>
              <a:t>Reading Properties of JavaBeans</a:t>
            </a:r>
            <a:endParaRPr lang="en-US" altLang="en-US" b="1" dirty="0">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7D9E09AC-D74B-F7D6-814B-E5847C566056}"/>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F677F5E-625D-1F39-6769-B3544F6079F4}"/>
              </a:ext>
            </a:extLst>
          </p:cNvPr>
          <p:cNvSpPr txBox="1"/>
          <p:nvPr/>
        </p:nvSpPr>
        <p:spPr>
          <a:xfrm>
            <a:off x="-1" y="3002494"/>
            <a:ext cx="8953501" cy="1938992"/>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jsp:getProperty</a:t>
            </a:r>
            <a:r>
              <a:rPr lang="en-IN" sz="2400" dirty="0">
                <a:latin typeface="Times New Roman" panose="02020603050405020304" pitchFamily="18" charset="0"/>
                <a:cs typeface="Times New Roman" panose="02020603050405020304" pitchFamily="18" charset="0"/>
              </a:rPr>
              <a:t> name="</a:t>
            </a:r>
            <a:r>
              <a:rPr lang="en-IN" sz="2400" dirty="0" err="1">
                <a:latin typeface="Times New Roman" panose="02020603050405020304" pitchFamily="18" charset="0"/>
                <a:cs typeface="Times New Roman" panose="02020603050405020304" pitchFamily="18" charset="0"/>
              </a:rPr>
              <a:t>beanName</a:t>
            </a:r>
            <a:r>
              <a:rPr lang="en-IN" sz="2400" dirty="0">
                <a:latin typeface="Times New Roman" panose="02020603050405020304" pitchFamily="18" charset="0"/>
                <a:cs typeface="Times New Roman" panose="02020603050405020304" pitchFamily="18" charset="0"/>
              </a:rPr>
              <a:t>" property="</a:t>
            </a:r>
            <a:r>
              <a:rPr lang="en-IN" sz="2400" dirty="0" err="1">
                <a:latin typeface="Times New Roman" panose="02020603050405020304" pitchFamily="18" charset="0"/>
                <a:cs typeface="Times New Roman" panose="02020603050405020304" pitchFamily="18" charset="0"/>
              </a:rPr>
              <a:t>propertyName</a:t>
            </a:r>
            <a:r>
              <a:rPr lang="en-IN" sz="2400" dirty="0">
                <a:latin typeface="Times New Roman" panose="02020603050405020304" pitchFamily="18" charset="0"/>
                <a:cs typeface="Times New Roman" panose="02020603050405020304" pitchFamily="18" charset="0"/>
              </a:rPr>
              <a:t>" /&gt;</a:t>
            </a:r>
          </a:p>
          <a:p>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&lt;p&gt;Name: &lt;</a:t>
            </a:r>
            <a:r>
              <a:rPr lang="en-US" sz="2400" dirty="0" err="1">
                <a:latin typeface="Times New Roman" panose="02020603050405020304" pitchFamily="18" charset="0"/>
                <a:cs typeface="Times New Roman" panose="02020603050405020304" pitchFamily="18" charset="0"/>
              </a:rPr>
              <a:t>jsp:getProperty</a:t>
            </a:r>
            <a:r>
              <a:rPr lang="en-US" sz="2400" dirty="0">
                <a:latin typeface="Times New Roman" panose="02020603050405020304" pitchFamily="18" charset="0"/>
                <a:cs typeface="Times New Roman" panose="02020603050405020304" pitchFamily="18" charset="0"/>
              </a:rPr>
              <a:t> name="user" property="name" /&gt;&lt;/p&gt;</a:t>
            </a:r>
          </a:p>
          <a:p>
            <a:r>
              <a:rPr lang="en-US" sz="2400" dirty="0">
                <a:latin typeface="Times New Roman" panose="02020603050405020304" pitchFamily="18" charset="0"/>
                <a:cs typeface="Times New Roman" panose="02020603050405020304" pitchFamily="18" charset="0"/>
              </a:rPr>
              <a:t>&lt;p&gt;Age: &lt;</a:t>
            </a:r>
            <a:r>
              <a:rPr lang="en-US" sz="2400" dirty="0" err="1">
                <a:latin typeface="Times New Roman" panose="02020603050405020304" pitchFamily="18" charset="0"/>
                <a:cs typeface="Times New Roman" panose="02020603050405020304" pitchFamily="18" charset="0"/>
              </a:rPr>
              <a:t>jsp:getProperty</a:t>
            </a:r>
            <a:r>
              <a:rPr lang="en-US" sz="2400" dirty="0">
                <a:latin typeface="Times New Roman" panose="02020603050405020304" pitchFamily="18" charset="0"/>
                <a:cs typeface="Times New Roman" panose="02020603050405020304" pitchFamily="18" charset="0"/>
              </a:rPr>
              <a:t> name="user" property="age" /&gt;&lt;/p&gt;</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98544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CEA2D-DDE1-2668-8F09-924422C47948}"/>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79861381-EDDF-7B21-DEA2-FC3F92345ECC}"/>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sz="3200" b="1" dirty="0">
                <a:latin typeface="Times New Roman" panose="02020603050405020304" pitchFamily="18" charset="0"/>
                <a:cs typeface="Times New Roman" panose="02020603050405020304" pitchFamily="18" charset="0"/>
              </a:rPr>
              <a:t>Attributes and Usage of </a:t>
            </a:r>
            <a:r>
              <a:rPr lang="en-IN" sz="3200" b="1" dirty="0" err="1">
                <a:latin typeface="Times New Roman" panose="02020603050405020304" pitchFamily="18" charset="0"/>
                <a:cs typeface="Times New Roman" panose="02020603050405020304" pitchFamily="18" charset="0"/>
              </a:rPr>
              <a:t>jsp:useBean</a:t>
            </a:r>
            <a:r>
              <a:rPr lang="en-IN" sz="3200" b="1" dirty="0">
                <a:latin typeface="Times New Roman" panose="02020603050405020304" pitchFamily="18" charset="0"/>
                <a:cs typeface="Times New Roman" panose="02020603050405020304" pitchFamily="18" charset="0"/>
              </a:rPr>
              <a:t> action tag</a:t>
            </a:r>
            <a:endParaRPr lang="en-IN" b="1" dirty="0">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65F1595A-B418-CF01-4ECE-F286A39957FC}"/>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DDF0283-9088-D1DA-22C2-255D3A651473}"/>
              </a:ext>
            </a:extLst>
          </p:cNvPr>
          <p:cNvSpPr txBox="1"/>
          <p:nvPr/>
        </p:nvSpPr>
        <p:spPr>
          <a:xfrm>
            <a:off x="1" y="2241550"/>
            <a:ext cx="8953500" cy="4893647"/>
          </a:xfrm>
          <a:prstGeom prst="rect">
            <a:avLst/>
          </a:prstGeom>
          <a:noFill/>
        </p:spPr>
        <p:txBody>
          <a:bodyPr wrap="square">
            <a:spAutoFit/>
          </a:bodyPr>
          <a:lstStyle/>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id: </a:t>
            </a:r>
            <a:r>
              <a:rPr lang="en-IN" sz="2400" dirty="0">
                <a:latin typeface="Times New Roman" panose="02020603050405020304" pitchFamily="18" charset="0"/>
                <a:cs typeface="Times New Roman" panose="02020603050405020304" pitchFamily="18" charset="0"/>
              </a:rPr>
              <a:t>is used to identify the bean in the specified scope.</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scope: </a:t>
            </a:r>
            <a:r>
              <a:rPr lang="en-IN" sz="2400" dirty="0">
                <a:latin typeface="Times New Roman" panose="02020603050405020304" pitchFamily="18" charset="0"/>
                <a:cs typeface="Times New Roman" panose="02020603050405020304" pitchFamily="18" charset="0"/>
              </a:rPr>
              <a:t>represents the scope of the bean. It may be page, request, session or application. The default scope is page.</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page: </a:t>
            </a:r>
            <a:r>
              <a:rPr lang="en-IN" sz="2400" dirty="0">
                <a:latin typeface="Times New Roman" panose="02020603050405020304" pitchFamily="18" charset="0"/>
                <a:cs typeface="Times New Roman" panose="02020603050405020304" pitchFamily="18" charset="0"/>
              </a:rPr>
              <a:t>specifies that you can use this bean within the JSP page. The default scope is page.</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request: </a:t>
            </a:r>
            <a:r>
              <a:rPr lang="en-IN" sz="2400" dirty="0">
                <a:latin typeface="Times New Roman" panose="02020603050405020304" pitchFamily="18" charset="0"/>
                <a:cs typeface="Times New Roman" panose="02020603050405020304" pitchFamily="18" charset="0"/>
              </a:rPr>
              <a:t>specifies that you can use this bean from any JSP page that processes the same request. It has wider scope than page.</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session: </a:t>
            </a:r>
            <a:r>
              <a:rPr lang="en-IN" sz="2400" dirty="0">
                <a:latin typeface="Times New Roman" panose="02020603050405020304" pitchFamily="18" charset="0"/>
                <a:cs typeface="Times New Roman" panose="02020603050405020304" pitchFamily="18" charset="0"/>
              </a:rPr>
              <a:t>specifies that you can use this bean from any JSP page in the same session whether processes the same request or not. It has wider scope than request.</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application: </a:t>
            </a:r>
            <a:r>
              <a:rPr lang="en-IN" sz="2400" dirty="0">
                <a:latin typeface="Times New Roman" panose="02020603050405020304" pitchFamily="18" charset="0"/>
                <a:cs typeface="Times New Roman" panose="02020603050405020304" pitchFamily="18" charset="0"/>
              </a:rPr>
              <a:t>specifies that you can use this bean from any JSP page in the same application. It has wider scope than session.</a:t>
            </a:r>
          </a:p>
          <a:p>
            <a:pPr>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3627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A5C8D-A147-9E7D-96CC-3A477D251FB2}"/>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086BFEEE-1067-83E8-6D26-52D8036447DE}"/>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08FDD15E-5CF6-6BE5-E06A-61FD0C5D2A6A}"/>
              </a:ext>
            </a:extLst>
          </p:cNvPr>
          <p:cNvSpPr>
            <a:spLocks noChangeArrowheads="1"/>
          </p:cNvSpPr>
          <p:nvPr>
            <p:custDataLst>
              <p:tags r:id="rId2"/>
            </p:custDataLst>
          </p:nvPr>
        </p:nvSpPr>
        <p:spPr bwMode="auto">
          <a:xfrm>
            <a:off x="-1302706" y="2764752"/>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52EE550-0E11-EC1B-53A2-D6DE43F5EC83}"/>
              </a:ext>
            </a:extLst>
          </p:cNvPr>
          <p:cNvSpPr txBox="1"/>
          <p:nvPr/>
        </p:nvSpPr>
        <p:spPr>
          <a:xfrm>
            <a:off x="0" y="2241550"/>
            <a:ext cx="9144000" cy="1200329"/>
          </a:xfrm>
          <a:prstGeom prst="rect">
            <a:avLst/>
          </a:prstGeom>
          <a:noFill/>
        </p:spPr>
        <p:txBody>
          <a:bodyPr wrap="square">
            <a:spAutoFit/>
          </a:bodyPr>
          <a:lstStyle/>
          <a:p>
            <a:pPr lvl="0"/>
            <a:r>
              <a:rPr lang="en-IN" sz="2400" b="1" dirty="0">
                <a:latin typeface="Times New Roman" panose="02020603050405020304" pitchFamily="18" charset="0"/>
                <a:cs typeface="Times New Roman" panose="02020603050405020304" pitchFamily="18" charset="0"/>
              </a:rPr>
              <a:t>7.  class: </a:t>
            </a:r>
            <a:r>
              <a:rPr lang="en-IN" sz="2400" dirty="0">
                <a:latin typeface="Times New Roman" panose="02020603050405020304" pitchFamily="18" charset="0"/>
                <a:cs typeface="Times New Roman" panose="02020603050405020304" pitchFamily="18" charset="0"/>
              </a:rPr>
              <a:t>instantiates the specified bean class (i.e. creates an object of the               bean class) but it must have no-</a:t>
            </a:r>
            <a:r>
              <a:rPr lang="en-IN" sz="2400" dirty="0" err="1">
                <a:latin typeface="Times New Roman" panose="02020603050405020304" pitchFamily="18" charset="0"/>
                <a:cs typeface="Times New Roman" panose="02020603050405020304" pitchFamily="18" charset="0"/>
              </a:rPr>
              <a:t>arg</a:t>
            </a:r>
            <a:r>
              <a:rPr lang="en-IN" sz="2400" dirty="0">
                <a:latin typeface="Times New Roman" panose="02020603050405020304" pitchFamily="18" charset="0"/>
                <a:cs typeface="Times New Roman" panose="02020603050405020304" pitchFamily="18" charset="0"/>
              </a:rPr>
              <a:t> or no constructor and must not be abstract.</a:t>
            </a:r>
          </a:p>
        </p:txBody>
      </p:sp>
    </p:spTree>
    <p:extLst>
      <p:ext uri="{BB962C8B-B14F-4D97-AF65-F5344CB8AC3E}">
        <p14:creationId xmlns:p14="http://schemas.microsoft.com/office/powerpoint/2010/main" val="138698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DA41C-7AB9-C1AD-6E95-45D79DB8CFA5}"/>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EFEF23E8-9835-77F4-0B7E-F9FEED9699A9}"/>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t>Syntax of </a:t>
            </a:r>
            <a:r>
              <a:rPr lang="en-IN" b="1" dirty="0" err="1"/>
              <a:t>jsp:setProperty</a:t>
            </a:r>
            <a:r>
              <a:rPr lang="en-IN" b="1" dirty="0"/>
              <a:t> action tag</a:t>
            </a:r>
          </a:p>
        </p:txBody>
      </p:sp>
      <p:sp>
        <p:nvSpPr>
          <p:cNvPr id="4" name="TextBox 6">
            <a:extLst>
              <a:ext uri="{FF2B5EF4-FFF2-40B4-BE49-F238E27FC236}">
                <a16:creationId xmlns:a16="http://schemas.microsoft.com/office/drawing/2014/main" id="{019D3415-B659-0FC9-3F27-B06E4BB52FAC}"/>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815B49F-DCFB-EF70-F9F6-40BCC159F8FC}"/>
              </a:ext>
            </a:extLst>
          </p:cNvPr>
          <p:cNvSpPr txBox="1"/>
          <p:nvPr/>
        </p:nvSpPr>
        <p:spPr>
          <a:xfrm>
            <a:off x="-51408" y="2241550"/>
            <a:ext cx="9056317" cy="3416320"/>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jsp:setProperty</a:t>
            </a:r>
            <a:r>
              <a:rPr lang="en-IN" sz="2400" dirty="0">
                <a:latin typeface="Times New Roman" panose="02020603050405020304" pitchFamily="18" charset="0"/>
                <a:cs typeface="Times New Roman" panose="02020603050405020304" pitchFamily="18" charset="0"/>
              </a:rPr>
              <a:t> name="</a:t>
            </a:r>
            <a:r>
              <a:rPr lang="en-IN" sz="2400" dirty="0" err="1">
                <a:latin typeface="Times New Roman" panose="02020603050405020304" pitchFamily="18" charset="0"/>
                <a:cs typeface="Times New Roman" panose="02020603050405020304" pitchFamily="18" charset="0"/>
              </a:rPr>
              <a:t>instanceOfBean</a:t>
            </a:r>
            <a:r>
              <a:rPr lang="en-IN" sz="2400" dirty="0">
                <a:latin typeface="Times New Roman" panose="02020603050405020304" pitchFamily="18" charset="0"/>
                <a:cs typeface="Times New Roman" panose="02020603050405020304" pitchFamily="18" charset="0"/>
              </a:rPr>
              <a:t>" property= "*"   |   </a:t>
            </a:r>
          </a:p>
          <a:p>
            <a:pPr>
              <a:buNone/>
            </a:pPr>
            <a:r>
              <a:rPr lang="en-IN" sz="2400" dirty="0">
                <a:latin typeface="Times New Roman" panose="02020603050405020304" pitchFamily="18" charset="0"/>
                <a:cs typeface="Times New Roman" panose="02020603050405020304" pitchFamily="18" charset="0"/>
              </a:rPr>
              <a:t>property="</a:t>
            </a:r>
            <a:r>
              <a:rPr lang="en-IN" sz="2400" dirty="0" err="1">
                <a:latin typeface="Times New Roman" panose="02020603050405020304" pitchFamily="18" charset="0"/>
                <a:cs typeface="Times New Roman" panose="02020603050405020304" pitchFamily="18" charset="0"/>
              </a:rPr>
              <a:t>propertyName</a:t>
            </a:r>
            <a:r>
              <a:rPr lang="en-IN" sz="2400" dirty="0">
                <a:latin typeface="Times New Roman" panose="02020603050405020304" pitchFamily="18" charset="0"/>
                <a:cs typeface="Times New Roman" panose="02020603050405020304" pitchFamily="18" charset="0"/>
              </a:rPr>
              <a:t>" param="</a:t>
            </a:r>
            <a:r>
              <a:rPr lang="en-IN" sz="2400" dirty="0" err="1">
                <a:latin typeface="Times New Roman" panose="02020603050405020304" pitchFamily="18" charset="0"/>
                <a:cs typeface="Times New Roman" panose="02020603050405020304" pitchFamily="18" charset="0"/>
              </a:rPr>
              <a:t>parameterName</a:t>
            </a:r>
            <a:r>
              <a:rPr lang="en-IN" sz="2400" dirty="0">
                <a:latin typeface="Times New Roman" panose="02020603050405020304" pitchFamily="18" charset="0"/>
                <a:cs typeface="Times New Roman" panose="02020603050405020304" pitchFamily="18" charset="0"/>
              </a:rPr>
              <a:t>"  |   </a:t>
            </a:r>
          </a:p>
          <a:p>
            <a:pPr>
              <a:buNone/>
            </a:pPr>
            <a:r>
              <a:rPr lang="en-IN" sz="2400" dirty="0">
                <a:latin typeface="Times New Roman" panose="02020603050405020304" pitchFamily="18" charset="0"/>
                <a:cs typeface="Times New Roman" panose="02020603050405020304" pitchFamily="18" charset="0"/>
              </a:rPr>
              <a:t>property="</a:t>
            </a:r>
            <a:r>
              <a:rPr lang="en-IN" sz="2400" dirty="0" err="1">
                <a:latin typeface="Times New Roman" panose="02020603050405020304" pitchFamily="18" charset="0"/>
                <a:cs typeface="Times New Roman" panose="02020603050405020304" pitchFamily="18" charset="0"/>
              </a:rPr>
              <a:t>propertyName</a:t>
            </a:r>
            <a:r>
              <a:rPr lang="en-IN" sz="2400" dirty="0">
                <a:latin typeface="Times New Roman" panose="02020603050405020304" pitchFamily="18" charset="0"/>
                <a:cs typeface="Times New Roman" panose="02020603050405020304" pitchFamily="18" charset="0"/>
              </a:rPr>
              <a:t>" value="{ string | &lt;%= expression %&gt;}"   </a:t>
            </a:r>
          </a:p>
          <a:p>
            <a:pPr>
              <a:buNone/>
            </a:pPr>
            <a:r>
              <a:rPr lang="en-IN" sz="2400" dirty="0">
                <a:latin typeface="Times New Roman" panose="02020603050405020304" pitchFamily="18" charset="0"/>
                <a:cs typeface="Times New Roman" panose="02020603050405020304" pitchFamily="18" charset="0"/>
              </a:rPr>
              <a:t>/&gt;  </a:t>
            </a:r>
          </a:p>
          <a:p>
            <a:r>
              <a:rPr lang="en-IN" sz="2400" b="1" dirty="0">
                <a:latin typeface="Times New Roman" panose="02020603050405020304" pitchFamily="18" charset="0"/>
                <a:cs typeface="Times New Roman" panose="02020603050405020304" pitchFamily="18" charset="0"/>
              </a:rPr>
              <a:t>Example of </a:t>
            </a:r>
            <a:r>
              <a:rPr lang="en-IN" sz="2400" b="1" dirty="0" err="1">
                <a:latin typeface="Times New Roman" panose="02020603050405020304" pitchFamily="18" charset="0"/>
                <a:cs typeface="Times New Roman" panose="02020603050405020304" pitchFamily="18" charset="0"/>
              </a:rPr>
              <a:t>jsp:setProperty</a:t>
            </a:r>
            <a:r>
              <a:rPr lang="en-IN" sz="2400" b="1" dirty="0">
                <a:latin typeface="Times New Roman" panose="02020603050405020304" pitchFamily="18" charset="0"/>
                <a:cs typeface="Times New Roman" panose="02020603050405020304" pitchFamily="18" charset="0"/>
              </a:rPr>
              <a:t> action tag if you have to set all the values of incoming request in the bean</a:t>
            </a:r>
          </a:p>
          <a:p>
            <a:endParaRPr lang="en-IN" sz="2400" b="1"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  &lt;</a:t>
            </a:r>
            <a:r>
              <a:rPr lang="en-IN" sz="2400" dirty="0" err="1">
                <a:latin typeface="Times New Roman" panose="02020603050405020304" pitchFamily="18" charset="0"/>
                <a:cs typeface="Times New Roman" panose="02020603050405020304" pitchFamily="18" charset="0"/>
              </a:rPr>
              <a:t>jsp:setProperty</a:t>
            </a:r>
            <a:r>
              <a:rPr lang="en-IN" sz="2400" dirty="0">
                <a:latin typeface="Times New Roman" panose="02020603050405020304" pitchFamily="18" charset="0"/>
                <a:cs typeface="Times New Roman" panose="02020603050405020304" pitchFamily="18" charset="0"/>
              </a:rPr>
              <a:t> name="bean" property="*" /&gt;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45286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C6C9C-A951-5F70-84B6-7062259D370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80AF97C2-91A3-EEF1-5330-4263CE318C26}"/>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FB3D452A-EE13-0FDA-A05E-A28B92D409F9}"/>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1A1EFE3-B209-9DB3-7DC9-5CC68716C6B6}"/>
              </a:ext>
            </a:extLst>
          </p:cNvPr>
          <p:cNvSpPr txBox="1"/>
          <p:nvPr/>
        </p:nvSpPr>
        <p:spPr>
          <a:xfrm>
            <a:off x="-1" y="1687513"/>
            <a:ext cx="5148197"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Expression Language (EL) in JSP</a:t>
            </a:r>
          </a:p>
        </p:txBody>
      </p:sp>
      <p:sp>
        <p:nvSpPr>
          <p:cNvPr id="7" name="TextBox 6">
            <a:extLst>
              <a:ext uri="{FF2B5EF4-FFF2-40B4-BE49-F238E27FC236}">
                <a16:creationId xmlns:a16="http://schemas.microsoft.com/office/drawing/2014/main" id="{66F13B4D-18E2-D6E2-14DB-134FE6C962A1}"/>
              </a:ext>
            </a:extLst>
          </p:cNvPr>
          <p:cNvSpPr txBox="1"/>
          <p:nvPr/>
        </p:nvSpPr>
        <p:spPr>
          <a:xfrm>
            <a:off x="100206" y="2330450"/>
            <a:ext cx="9294315" cy="5262979"/>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Expression Language</a:t>
            </a:r>
            <a:r>
              <a:rPr lang="en-IN" sz="2400" dirty="0">
                <a:latin typeface="Times New Roman" panose="02020603050405020304" pitchFamily="18" charset="0"/>
                <a:cs typeface="Times New Roman" panose="02020603050405020304" pitchFamily="18" charset="0"/>
              </a:rPr>
              <a:t> (EL) simplifies the accessibility of data stored in the Java Bean component, and other objects like request, session, application etc.</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Syntax for Expression Language </a:t>
            </a:r>
          </a:p>
          <a:p>
            <a:r>
              <a:rPr lang="en-IN" sz="2400" dirty="0">
                <a:latin typeface="Times New Roman" panose="02020603050405020304" pitchFamily="18" charset="0"/>
                <a:cs typeface="Times New Roman" panose="02020603050405020304" pitchFamily="18" charset="0"/>
              </a:rPr>
              <a:t>    ${ expression }</a:t>
            </a:r>
            <a:endParaRPr lang="en-IN" sz="2400" dirty="0"/>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Traditional JSP </a:t>
            </a:r>
          </a:p>
          <a:p>
            <a:r>
              <a:rPr lang="en-IN" sz="2400" dirty="0">
                <a:latin typeface="Times New Roman" panose="02020603050405020304" pitchFamily="18" charset="0"/>
                <a:cs typeface="Times New Roman" panose="02020603050405020304" pitchFamily="18" charset="0"/>
              </a:rPr>
              <a:t>&lt;%= </a:t>
            </a:r>
            <a:r>
              <a:rPr lang="en-IN" sz="2400" dirty="0" err="1">
                <a:latin typeface="Times New Roman" panose="02020603050405020304" pitchFamily="18" charset="0"/>
                <a:cs typeface="Times New Roman" panose="02020603050405020304" pitchFamily="18" charset="0"/>
              </a:rPr>
              <a:t>user.getName</a:t>
            </a:r>
            <a:r>
              <a:rPr lang="en-IN" sz="2400" dirty="0">
                <a:latin typeface="Times New Roman" panose="02020603050405020304" pitchFamily="18" charset="0"/>
                <a:cs typeface="Times New Roman" panose="02020603050405020304" pitchFamily="18" charset="0"/>
              </a:rPr>
              <a:t>() %&gt;</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Using EL</a:t>
            </a:r>
          </a:p>
          <a:p>
            <a:r>
              <a:rPr lang="en-IN" sz="2400" dirty="0">
                <a:latin typeface="Times New Roman" panose="02020603050405020304" pitchFamily="18" charset="0"/>
                <a:cs typeface="Times New Roman" panose="02020603050405020304" pitchFamily="18" charset="0"/>
              </a:rPr>
              <a:t>${user.name}</a:t>
            </a:r>
          </a:p>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EL provides a simpler way to access data stored in Beans and different JSP scopes.</a:t>
            </a:r>
          </a:p>
          <a:p>
            <a:endParaRPr lang="en-IN" sz="2400" dirty="0"/>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2181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0DF86-85FE-E3FE-A4FA-42E0523B57C8}"/>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2624A7FD-C3F5-936E-F31B-FF56CC07A42C}"/>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27FF4E4B-2B36-1B72-6407-16417813FE45}"/>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1056DD0-3917-1511-FE3E-78F6A4904019}"/>
              </a:ext>
            </a:extLst>
          </p:cNvPr>
          <p:cNvSpPr txBox="1"/>
          <p:nvPr/>
        </p:nvSpPr>
        <p:spPr>
          <a:xfrm>
            <a:off x="-1" y="1687513"/>
            <a:ext cx="5148197"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EL vs Traditional JSP</a:t>
            </a:r>
          </a:p>
        </p:txBody>
      </p:sp>
      <p:sp>
        <p:nvSpPr>
          <p:cNvPr id="7" name="TextBox 6">
            <a:extLst>
              <a:ext uri="{FF2B5EF4-FFF2-40B4-BE49-F238E27FC236}">
                <a16:creationId xmlns:a16="http://schemas.microsoft.com/office/drawing/2014/main" id="{E1AA899B-4243-4507-12FB-DEBCAAF09F4B}"/>
              </a:ext>
            </a:extLst>
          </p:cNvPr>
          <p:cNvSpPr txBox="1"/>
          <p:nvPr/>
        </p:nvSpPr>
        <p:spPr>
          <a:xfrm>
            <a:off x="100206" y="2330450"/>
            <a:ext cx="9294315" cy="3046988"/>
          </a:xfrm>
          <a:prstGeom prst="rect">
            <a:avLst/>
          </a:prstGeom>
          <a:noFill/>
        </p:spPr>
        <p:txBody>
          <a:bodyPr wrap="square">
            <a:spAutoFit/>
          </a:bodyPr>
          <a:lstStyle/>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Without EL</a:t>
            </a:r>
          </a:p>
          <a:p>
            <a:r>
              <a:rPr lang="en-US" sz="2400" dirty="0">
                <a:latin typeface="Times New Roman" panose="02020603050405020304" pitchFamily="18" charset="0"/>
                <a:cs typeface="Times New Roman" panose="02020603050405020304" pitchFamily="18" charset="0"/>
              </a:rPr>
              <a:t>&lt;%</a:t>
            </a:r>
          </a:p>
          <a:p>
            <a:r>
              <a:rPr lang="en-US" sz="2400" dirty="0">
                <a:latin typeface="Times New Roman" panose="02020603050405020304" pitchFamily="18" charset="0"/>
                <a:cs typeface="Times New Roman" panose="02020603050405020304" pitchFamily="18" charset="0"/>
              </a:rPr>
              <a:t>String name = (String) </a:t>
            </a:r>
            <a:r>
              <a:rPr lang="en-US" sz="2400" dirty="0" err="1">
                <a:latin typeface="Times New Roman" panose="02020603050405020304" pitchFamily="18" charset="0"/>
                <a:cs typeface="Times New Roman" panose="02020603050405020304" pitchFamily="18" charset="0"/>
              </a:rPr>
              <a:t>session.getAttribute</a:t>
            </a:r>
            <a:r>
              <a:rPr lang="en-US" sz="2400" dirty="0">
                <a:latin typeface="Times New Roman" panose="02020603050405020304" pitchFamily="18" charset="0"/>
                <a:cs typeface="Times New Roman" panose="02020603050405020304" pitchFamily="18" charset="0"/>
              </a:rPr>
              <a:t>("username");</a:t>
            </a:r>
          </a:p>
          <a:p>
            <a:r>
              <a:rPr lang="en-US" sz="2400" dirty="0">
                <a:latin typeface="Times New Roman" panose="02020603050405020304" pitchFamily="18" charset="0"/>
                <a:cs typeface="Times New Roman" panose="02020603050405020304" pitchFamily="18" charset="0"/>
              </a:rPr>
              <a:t>%&gt;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Welcome &lt;%= name %&gt; </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Using EL</a:t>
            </a:r>
          </a:p>
          <a:p>
            <a:r>
              <a:rPr lang="en-IN" sz="2400" dirty="0">
                <a:latin typeface="Times New Roman" panose="02020603050405020304" pitchFamily="18" charset="0"/>
                <a:cs typeface="Times New Roman" panose="02020603050405020304" pitchFamily="18" charset="0"/>
              </a:rPr>
              <a:t>Welcome ${</a:t>
            </a:r>
            <a:r>
              <a:rPr lang="en-IN" sz="2400" dirty="0" err="1">
                <a:latin typeface="Times New Roman" panose="02020603050405020304" pitchFamily="18" charset="0"/>
                <a:cs typeface="Times New Roman" panose="02020603050405020304" pitchFamily="18" charset="0"/>
              </a:rPr>
              <a:t>sessionScope.username</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880556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1F38D-1203-5E7C-AC21-2F2851323655}"/>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432E7CE0-45AA-B9AF-92DE-E1490AD9948B}"/>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4601FA02-B6F7-7C34-93B2-9E4BA63BBF1E}"/>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E2DCA0C-1527-E284-2697-A170713E4834}"/>
              </a:ext>
            </a:extLst>
          </p:cNvPr>
          <p:cNvSpPr txBox="1"/>
          <p:nvPr/>
        </p:nvSpPr>
        <p:spPr>
          <a:xfrm>
            <a:off x="-1" y="1687513"/>
            <a:ext cx="5148197"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Accessing Variables Using EL</a:t>
            </a:r>
          </a:p>
        </p:txBody>
      </p:sp>
      <p:sp>
        <p:nvSpPr>
          <p:cNvPr id="7" name="TextBox 6">
            <a:extLst>
              <a:ext uri="{FF2B5EF4-FFF2-40B4-BE49-F238E27FC236}">
                <a16:creationId xmlns:a16="http://schemas.microsoft.com/office/drawing/2014/main" id="{737CB78A-B4BF-5D90-101D-7641C1829A41}"/>
              </a:ext>
            </a:extLst>
          </p:cNvPr>
          <p:cNvSpPr txBox="1"/>
          <p:nvPr/>
        </p:nvSpPr>
        <p:spPr>
          <a:xfrm>
            <a:off x="100206" y="2330450"/>
            <a:ext cx="9294315" cy="3416320"/>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Example 1:</a:t>
            </a:r>
          </a:p>
          <a:p>
            <a:r>
              <a:rPr lang="en-IN" sz="2400" dirty="0" err="1">
                <a:latin typeface="Times New Roman" panose="02020603050405020304" pitchFamily="18" charset="0"/>
                <a:cs typeface="Times New Roman" panose="02020603050405020304" pitchFamily="18" charset="0"/>
              </a:rPr>
              <a:t>request.setAttribute</a:t>
            </a:r>
            <a:r>
              <a:rPr lang="en-IN" sz="2400" dirty="0">
                <a:latin typeface="Times New Roman" panose="02020603050405020304" pitchFamily="18" charset="0"/>
                <a:cs typeface="Times New Roman" panose="02020603050405020304" pitchFamily="18" charset="0"/>
              </a:rPr>
              <a:t>("name", "Gaurav");</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${name}</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Example 2:</a:t>
            </a:r>
            <a:endParaRPr lang="en-IN" sz="2400" dirty="0">
              <a:latin typeface="Times New Roman" panose="02020603050405020304" pitchFamily="18" charset="0"/>
              <a:cs typeface="Times New Roman" panose="02020603050405020304" pitchFamily="18" charset="0"/>
            </a:endParaRPr>
          </a:p>
          <a:p>
            <a:r>
              <a:rPr lang="en-IN" sz="2400" dirty="0" err="1">
                <a:latin typeface="Times New Roman" panose="02020603050405020304" pitchFamily="18" charset="0"/>
                <a:cs typeface="Times New Roman" panose="02020603050405020304" pitchFamily="18" charset="0"/>
              </a:rPr>
              <a:t>request.setAttribute</a:t>
            </a:r>
            <a:r>
              <a:rPr lang="en-IN" sz="2400" dirty="0">
                <a:latin typeface="Times New Roman" panose="02020603050405020304" pitchFamily="18" charset="0"/>
                <a:cs typeface="Times New Roman" panose="02020603050405020304" pitchFamily="18" charset="0"/>
              </a:rPr>
              <a:t>("marks", 85);</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Marks: ${marks}</a:t>
            </a:r>
          </a:p>
        </p:txBody>
      </p:sp>
    </p:spTree>
    <p:extLst>
      <p:ext uri="{BB962C8B-B14F-4D97-AF65-F5344CB8AC3E}">
        <p14:creationId xmlns:p14="http://schemas.microsoft.com/office/powerpoint/2010/main" val="6558843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2D8E8-B40E-BFD0-516C-C78235A1649F}"/>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F10C6DD7-0954-0416-38B2-B81914D32A78}"/>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Invoking Expression Language</a:t>
            </a:r>
          </a:p>
        </p:txBody>
      </p:sp>
      <p:sp>
        <p:nvSpPr>
          <p:cNvPr id="4" name="TextBox 6">
            <a:extLst>
              <a:ext uri="{FF2B5EF4-FFF2-40B4-BE49-F238E27FC236}">
                <a16:creationId xmlns:a16="http://schemas.microsoft.com/office/drawing/2014/main" id="{331E9FF3-CFC9-2751-A1B8-28E5B6E4F70A}"/>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8A093CD-2E9A-0FEE-4857-DD1735B42B8B}"/>
              </a:ext>
            </a:extLst>
          </p:cNvPr>
          <p:cNvSpPr txBox="1"/>
          <p:nvPr/>
        </p:nvSpPr>
        <p:spPr>
          <a:xfrm>
            <a:off x="0" y="3331158"/>
            <a:ext cx="9144000" cy="3785652"/>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jsp:useBean</a:t>
            </a:r>
            <a:r>
              <a:rPr lang="en-IN" sz="2400" dirty="0">
                <a:latin typeface="Times New Roman" panose="02020603050405020304" pitchFamily="18" charset="0"/>
                <a:cs typeface="Times New Roman" panose="02020603050405020304" pitchFamily="18" charset="0"/>
              </a:rPr>
              <a:t> id="user" class="</a:t>
            </a:r>
            <a:r>
              <a:rPr lang="en-IN" sz="2400" dirty="0" err="1">
                <a:latin typeface="Times New Roman" panose="02020603050405020304" pitchFamily="18" charset="0"/>
                <a:cs typeface="Times New Roman" panose="02020603050405020304" pitchFamily="18" charset="0"/>
              </a:rPr>
              <a:t>UserBean</a:t>
            </a:r>
            <a:r>
              <a:rPr lang="en-IN" sz="2400" dirty="0">
                <a:latin typeface="Times New Roman" panose="02020603050405020304" pitchFamily="18" charset="0"/>
                <a:cs typeface="Times New Roman" panose="02020603050405020304" pitchFamily="18" charset="0"/>
              </a:rPr>
              <a:t>" scope="session" /&gt;</a:t>
            </a:r>
          </a:p>
          <a:p>
            <a:r>
              <a:rPr lang="en-IN" sz="2400" dirty="0">
                <a:latin typeface="Times New Roman" panose="02020603050405020304" pitchFamily="18" charset="0"/>
                <a:cs typeface="Times New Roman" panose="02020603050405020304" pitchFamily="18" charset="0"/>
              </a:rPr>
              <a:t>Name: ${user.name}  </a:t>
            </a:r>
          </a:p>
          <a:p>
            <a:r>
              <a:rPr lang="en-IN" sz="2400" dirty="0">
                <a:latin typeface="Times New Roman" panose="02020603050405020304" pitchFamily="18" charset="0"/>
                <a:cs typeface="Times New Roman" panose="02020603050405020304" pitchFamily="18" charset="0"/>
              </a:rPr>
              <a:t>Age: ${</a:t>
            </a:r>
            <a:r>
              <a:rPr lang="en-IN" sz="2400" dirty="0" err="1">
                <a:latin typeface="Times New Roman" panose="02020603050405020304" pitchFamily="18" charset="0"/>
                <a:cs typeface="Times New Roman" panose="02020603050405020304" pitchFamily="18" charset="0"/>
              </a:rPr>
              <a:t>user.age</a:t>
            </a: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EL can access attributes from four scopes:</a:t>
            </a:r>
          </a:p>
          <a:p>
            <a:pPr marL="457200" lvl="0" indent="-457200" defTabSz="9144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page: Current JSP only.</a:t>
            </a:r>
          </a:p>
          <a:p>
            <a:pPr marL="457200" lvl="0" indent="-457200" defTabSz="9144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request: Current request.</a:t>
            </a:r>
          </a:p>
          <a:p>
            <a:pPr marL="457200" lvl="0" indent="-457200" defTabSz="9144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session: Entire session.</a:t>
            </a:r>
          </a:p>
          <a:p>
            <a:pPr marL="457200" lvl="0" indent="-457200" defTabSz="914400" eaLnBrk="0" fontAlgn="base" hangingPunct="0">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application: Entire application</a:t>
            </a:r>
            <a:endParaRPr lang="en-IN" sz="2400" dirty="0"/>
          </a:p>
          <a:p>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62E2F08-E3BB-10DF-78AB-2E20EF6A428B}"/>
              </a:ext>
            </a:extLst>
          </p:cNvPr>
          <p:cNvSpPr txBox="1"/>
          <p:nvPr/>
        </p:nvSpPr>
        <p:spPr>
          <a:xfrm>
            <a:off x="97076" y="2330450"/>
            <a:ext cx="7255701" cy="1200329"/>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EL can be used directly in JSP pages to access data and objects.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60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74408-6234-4432-E752-00FAF711F9C0}"/>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0D919CFC-FB88-0D38-0882-6867E5578FD4}"/>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EL Implicit Objects</a:t>
            </a:r>
          </a:p>
        </p:txBody>
      </p:sp>
      <p:sp>
        <p:nvSpPr>
          <p:cNvPr id="4" name="TextBox 6">
            <a:extLst>
              <a:ext uri="{FF2B5EF4-FFF2-40B4-BE49-F238E27FC236}">
                <a16:creationId xmlns:a16="http://schemas.microsoft.com/office/drawing/2014/main" id="{8CE3F24C-7ED2-39BE-E7FD-076F431F713C}"/>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D58E20E-68C8-E00A-F856-0434F0B63DE8}"/>
              </a:ext>
            </a:extLst>
          </p:cNvPr>
          <p:cNvSpPr txBox="1"/>
          <p:nvPr/>
        </p:nvSpPr>
        <p:spPr>
          <a:xfrm>
            <a:off x="0" y="2330450"/>
            <a:ext cx="9144000" cy="1200329"/>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EL has its </a:t>
            </a:r>
            <a:r>
              <a:rPr lang="en-IN" sz="2400" b="1" dirty="0">
                <a:latin typeface="Times New Roman" panose="02020603050405020304" pitchFamily="18" charset="0"/>
                <a:cs typeface="Times New Roman" panose="02020603050405020304" pitchFamily="18" charset="0"/>
              </a:rPr>
              <a:t>own implicit objects</a:t>
            </a:r>
            <a:r>
              <a:rPr lang="en-IN" sz="2400" dirty="0">
                <a:latin typeface="Times New Roman" panose="02020603050405020304" pitchFamily="18" charset="0"/>
                <a:cs typeface="Times New Roman" panose="02020603050405020304" pitchFamily="18" charset="0"/>
              </a:rPr>
              <a:t>, which are different from the nine JSP implicit objects.</a:t>
            </a:r>
          </a:p>
          <a:p>
            <a:r>
              <a:rPr lang="en-IN" sz="2400" dirty="0">
                <a:latin typeface="Times New Roman" panose="02020603050405020304" pitchFamily="18" charset="0"/>
                <a:cs typeface="Times New Roman" panose="02020603050405020304" pitchFamily="18" charset="0"/>
              </a:rPr>
              <a:t>Important EL implicit objects include:</a:t>
            </a:r>
          </a:p>
        </p:txBody>
      </p:sp>
      <p:graphicFrame>
        <p:nvGraphicFramePr>
          <p:cNvPr id="2" name="Table 1">
            <a:extLst>
              <a:ext uri="{FF2B5EF4-FFF2-40B4-BE49-F238E27FC236}">
                <a16:creationId xmlns:a16="http://schemas.microsoft.com/office/drawing/2014/main" id="{CDDFB355-A959-567F-F9B0-1DC868781A60}"/>
              </a:ext>
            </a:extLst>
          </p:cNvPr>
          <p:cNvGraphicFramePr>
            <a:graphicFrameLocks noGrp="1"/>
          </p:cNvGraphicFramePr>
          <p:nvPr>
            <p:extLst>
              <p:ext uri="{D42A27DB-BD31-4B8C-83A1-F6EECF244321}">
                <p14:modId xmlns:p14="http://schemas.microsoft.com/office/powerpoint/2010/main" val="4226909608"/>
              </p:ext>
            </p:extLst>
          </p:nvPr>
        </p:nvGraphicFramePr>
        <p:xfrm>
          <a:off x="421821" y="3470567"/>
          <a:ext cx="8145236" cy="3191488"/>
        </p:xfrm>
        <a:graphic>
          <a:graphicData uri="http://schemas.openxmlformats.org/drawingml/2006/table">
            <a:tbl>
              <a:tblPr>
                <a:tableStyleId>{08FB837D-C827-4EFA-A057-4D05807E0F7C}</a:tableStyleId>
              </a:tblPr>
              <a:tblGrid>
                <a:gridCol w="4072618">
                  <a:extLst>
                    <a:ext uri="{9D8B030D-6E8A-4147-A177-3AD203B41FA5}">
                      <a16:colId xmlns:a16="http://schemas.microsoft.com/office/drawing/2014/main" val="2986675211"/>
                    </a:ext>
                  </a:extLst>
                </a:gridCol>
                <a:gridCol w="4072618">
                  <a:extLst>
                    <a:ext uri="{9D8B030D-6E8A-4147-A177-3AD203B41FA5}">
                      <a16:colId xmlns:a16="http://schemas.microsoft.com/office/drawing/2014/main" val="3793084438"/>
                    </a:ext>
                  </a:extLst>
                </a:gridCol>
              </a:tblGrid>
              <a:tr h="398936">
                <a:tc>
                  <a:txBody>
                    <a:bodyPr/>
                    <a:lstStyle/>
                    <a:p>
                      <a:pPr algn="ctr">
                        <a:buNone/>
                      </a:pPr>
                      <a:r>
                        <a:rPr lang="en-IN" b="1" dirty="0">
                          <a:latin typeface="Times New Roman" panose="02020603050405020304" pitchFamily="18" charset="0"/>
                          <a:cs typeface="Times New Roman" panose="02020603050405020304" pitchFamily="18" charset="0"/>
                        </a:rPr>
                        <a:t>EL Object</a:t>
                      </a:r>
                    </a:p>
                  </a:txBody>
                  <a:tcPr anchor="ctr"/>
                </a:tc>
                <a:tc>
                  <a:txBody>
                    <a:bodyPr/>
                    <a:lstStyle/>
                    <a:p>
                      <a:pPr algn="ctr">
                        <a:buNone/>
                      </a:pPr>
                      <a:r>
                        <a:rPr lang="en-IN" b="1" dirty="0">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4198326728"/>
                  </a:ext>
                </a:extLst>
              </a:tr>
              <a:tr h="398936">
                <a:tc>
                  <a:txBody>
                    <a:bodyPr/>
                    <a:lstStyle/>
                    <a:p>
                      <a:pPr algn="ctr">
                        <a:buNone/>
                      </a:pPr>
                      <a:r>
                        <a:rPr lang="en-IN">
                          <a:latin typeface="Times New Roman" panose="02020603050405020304" pitchFamily="18" charset="0"/>
                          <a:cs typeface="Times New Roman" panose="02020603050405020304" pitchFamily="18" charset="0"/>
                        </a:rPr>
                        <a:t>pageScope</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Access page-scope attributes</a:t>
                      </a:r>
                    </a:p>
                  </a:txBody>
                  <a:tcPr anchor="ctr"/>
                </a:tc>
                <a:extLst>
                  <a:ext uri="{0D108BD9-81ED-4DB2-BD59-A6C34878D82A}">
                    <a16:rowId xmlns:a16="http://schemas.microsoft.com/office/drawing/2014/main" val="945303597"/>
                  </a:ext>
                </a:extLst>
              </a:tr>
              <a:tr h="398936">
                <a:tc>
                  <a:txBody>
                    <a:bodyPr/>
                    <a:lstStyle/>
                    <a:p>
                      <a:pPr algn="ctr">
                        <a:buNone/>
                      </a:pPr>
                      <a:r>
                        <a:rPr lang="en-IN">
                          <a:latin typeface="Times New Roman" panose="02020603050405020304" pitchFamily="18" charset="0"/>
                          <a:cs typeface="Times New Roman" panose="02020603050405020304" pitchFamily="18" charset="0"/>
                        </a:rPr>
                        <a:t>requestScope</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Access request-scope attributes</a:t>
                      </a:r>
                    </a:p>
                  </a:txBody>
                  <a:tcPr anchor="ctr"/>
                </a:tc>
                <a:extLst>
                  <a:ext uri="{0D108BD9-81ED-4DB2-BD59-A6C34878D82A}">
                    <a16:rowId xmlns:a16="http://schemas.microsoft.com/office/drawing/2014/main" val="3140575581"/>
                  </a:ext>
                </a:extLst>
              </a:tr>
              <a:tr h="398936">
                <a:tc>
                  <a:txBody>
                    <a:bodyPr/>
                    <a:lstStyle/>
                    <a:p>
                      <a:pPr algn="ctr">
                        <a:buNone/>
                      </a:pPr>
                      <a:r>
                        <a:rPr lang="en-IN">
                          <a:latin typeface="Times New Roman" panose="02020603050405020304" pitchFamily="18" charset="0"/>
                          <a:cs typeface="Times New Roman" panose="02020603050405020304" pitchFamily="18" charset="0"/>
                        </a:rPr>
                        <a:t>sessionScope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Access session-scope attributes</a:t>
                      </a:r>
                    </a:p>
                  </a:txBody>
                  <a:tcPr anchor="ctr"/>
                </a:tc>
                <a:extLst>
                  <a:ext uri="{0D108BD9-81ED-4DB2-BD59-A6C34878D82A}">
                    <a16:rowId xmlns:a16="http://schemas.microsoft.com/office/drawing/2014/main" val="1435753946"/>
                  </a:ext>
                </a:extLst>
              </a:tr>
              <a:tr h="398936">
                <a:tc>
                  <a:txBody>
                    <a:bodyPr/>
                    <a:lstStyle/>
                    <a:p>
                      <a:pPr algn="ctr">
                        <a:buNone/>
                      </a:pPr>
                      <a:r>
                        <a:rPr lang="en-IN">
                          <a:latin typeface="Times New Roman" panose="02020603050405020304" pitchFamily="18" charset="0"/>
                          <a:cs typeface="Times New Roman" panose="02020603050405020304" pitchFamily="18" charset="0"/>
                        </a:rPr>
                        <a:t>applicationScope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Access application-scope attributes</a:t>
                      </a:r>
                    </a:p>
                  </a:txBody>
                  <a:tcPr anchor="ctr"/>
                </a:tc>
                <a:extLst>
                  <a:ext uri="{0D108BD9-81ED-4DB2-BD59-A6C34878D82A}">
                    <a16:rowId xmlns:a16="http://schemas.microsoft.com/office/drawing/2014/main" val="3216573859"/>
                  </a:ext>
                </a:extLst>
              </a:tr>
              <a:tr h="398936">
                <a:tc>
                  <a:txBody>
                    <a:bodyPr/>
                    <a:lstStyle/>
                    <a:p>
                      <a:pPr algn="ctr">
                        <a:buNone/>
                      </a:pPr>
                      <a:r>
                        <a:rPr lang="en-IN">
                          <a:latin typeface="Times New Roman" panose="02020603050405020304" pitchFamily="18" charset="0"/>
                          <a:cs typeface="Times New Roman" panose="02020603050405020304" pitchFamily="18" charset="0"/>
                        </a:rPr>
                        <a:t>param</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Access request parameters</a:t>
                      </a:r>
                    </a:p>
                  </a:txBody>
                  <a:tcPr anchor="ctr"/>
                </a:tc>
                <a:extLst>
                  <a:ext uri="{0D108BD9-81ED-4DB2-BD59-A6C34878D82A}">
                    <a16:rowId xmlns:a16="http://schemas.microsoft.com/office/drawing/2014/main" val="2099879641"/>
                  </a:ext>
                </a:extLst>
              </a:tr>
              <a:tr h="398936">
                <a:tc>
                  <a:txBody>
                    <a:bodyPr/>
                    <a:lstStyle/>
                    <a:p>
                      <a:pPr algn="ctr">
                        <a:buNone/>
                      </a:pPr>
                      <a:r>
                        <a:rPr lang="en-IN">
                          <a:latin typeface="Times New Roman" panose="02020603050405020304" pitchFamily="18" charset="0"/>
                          <a:cs typeface="Times New Roman" panose="02020603050405020304" pitchFamily="18" charset="0"/>
                        </a:rPr>
                        <a:t>paramValues</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Access multiple values of a parameter</a:t>
                      </a:r>
                    </a:p>
                  </a:txBody>
                  <a:tcPr anchor="ctr"/>
                </a:tc>
                <a:extLst>
                  <a:ext uri="{0D108BD9-81ED-4DB2-BD59-A6C34878D82A}">
                    <a16:rowId xmlns:a16="http://schemas.microsoft.com/office/drawing/2014/main" val="823787585"/>
                  </a:ext>
                </a:extLst>
              </a:tr>
              <a:tr h="398936">
                <a:tc>
                  <a:txBody>
                    <a:bodyPr/>
                    <a:lstStyle/>
                    <a:p>
                      <a:pPr algn="ctr">
                        <a:buNone/>
                      </a:pPr>
                      <a:r>
                        <a:rPr lang="en-IN">
                          <a:latin typeface="Times New Roman" panose="02020603050405020304" pitchFamily="18" charset="0"/>
                          <a:cs typeface="Times New Roman" panose="02020603050405020304" pitchFamily="18" charset="0"/>
                        </a:rPr>
                        <a:t>cookie</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Access cookies</a:t>
                      </a:r>
                    </a:p>
                  </a:txBody>
                  <a:tcPr anchor="ctr"/>
                </a:tc>
                <a:extLst>
                  <a:ext uri="{0D108BD9-81ED-4DB2-BD59-A6C34878D82A}">
                    <a16:rowId xmlns:a16="http://schemas.microsoft.com/office/drawing/2014/main" val="2193102198"/>
                  </a:ext>
                </a:extLst>
              </a:tr>
            </a:tbl>
          </a:graphicData>
        </a:graphic>
      </p:graphicFrame>
    </p:spTree>
    <p:extLst>
      <p:ext uri="{BB962C8B-B14F-4D97-AF65-F5344CB8AC3E}">
        <p14:creationId xmlns:p14="http://schemas.microsoft.com/office/powerpoint/2010/main" val="29293944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A2FD6-6FBC-A3DC-E59E-09BE36DB7C44}"/>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9823D4C-5D1B-BF59-234B-D4547972023A}"/>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param Object</a:t>
            </a:r>
          </a:p>
        </p:txBody>
      </p:sp>
      <p:sp>
        <p:nvSpPr>
          <p:cNvPr id="4" name="TextBox 6">
            <a:extLst>
              <a:ext uri="{FF2B5EF4-FFF2-40B4-BE49-F238E27FC236}">
                <a16:creationId xmlns:a16="http://schemas.microsoft.com/office/drawing/2014/main" id="{A2E501E2-EF7C-CFE3-2CD8-8BAEE84D10C4}"/>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E304A1A-C5E6-A8FA-C143-ECFC8DA02717}"/>
              </a:ext>
            </a:extLst>
          </p:cNvPr>
          <p:cNvSpPr txBox="1"/>
          <p:nvPr/>
        </p:nvSpPr>
        <p:spPr>
          <a:xfrm>
            <a:off x="0" y="2330450"/>
            <a:ext cx="9144000" cy="3416320"/>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Html Page</a:t>
            </a:r>
          </a:p>
          <a:p>
            <a:r>
              <a:rPr lang="en-US" sz="2400" dirty="0">
                <a:latin typeface="Times New Roman" panose="02020603050405020304" pitchFamily="18" charset="0"/>
                <a:cs typeface="Times New Roman" panose="02020603050405020304" pitchFamily="18" charset="0"/>
              </a:rPr>
              <a:t>&lt;form action="</a:t>
            </a:r>
            <a:r>
              <a:rPr lang="en-US" sz="2400" dirty="0" err="1">
                <a:latin typeface="Times New Roman" panose="02020603050405020304" pitchFamily="18" charset="0"/>
                <a:cs typeface="Times New Roman" panose="02020603050405020304" pitchFamily="18" charset="0"/>
              </a:rPr>
              <a:t>welcome.jsp</a:t>
            </a:r>
            <a:r>
              <a:rPr lang="en-US" sz="2400" dirty="0">
                <a:latin typeface="Times New Roman" panose="02020603050405020304" pitchFamily="18" charset="0"/>
                <a:cs typeface="Times New Roman" panose="02020603050405020304" pitchFamily="18" charset="0"/>
              </a:rPr>
              <a:t>"&gt;</a:t>
            </a:r>
          </a:p>
          <a:p>
            <a:r>
              <a:rPr lang="en-US" sz="2400" dirty="0">
                <a:latin typeface="Times New Roman" panose="02020603050405020304" pitchFamily="18" charset="0"/>
                <a:cs typeface="Times New Roman" panose="02020603050405020304" pitchFamily="18" charset="0"/>
              </a:rPr>
              <a:t>    Name:</a:t>
            </a:r>
          </a:p>
          <a:p>
            <a:r>
              <a:rPr lang="en-US" sz="2400" dirty="0">
                <a:latin typeface="Times New Roman" panose="02020603050405020304" pitchFamily="18" charset="0"/>
                <a:cs typeface="Times New Roman" panose="02020603050405020304" pitchFamily="18" charset="0"/>
              </a:rPr>
              <a:t>    &lt;input type="text" name="username"&gt;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&lt;input type="submit"&gt;</a:t>
            </a:r>
          </a:p>
          <a:p>
            <a:r>
              <a:rPr lang="en-US" sz="2400" dirty="0">
                <a:latin typeface="Times New Roman" panose="02020603050405020304" pitchFamily="18" charset="0"/>
                <a:cs typeface="Times New Roman" panose="02020603050405020304" pitchFamily="18" charset="0"/>
              </a:rPr>
              <a:t>&lt;/form&gt;</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JSP Page</a:t>
            </a:r>
          </a:p>
          <a:p>
            <a:r>
              <a:rPr lang="en-IN" sz="2400" dirty="0">
                <a:latin typeface="Times New Roman" panose="02020603050405020304" pitchFamily="18" charset="0"/>
                <a:cs typeface="Times New Roman" panose="02020603050405020304" pitchFamily="18" charset="0"/>
              </a:rPr>
              <a:t>Welcome ${</a:t>
            </a:r>
            <a:r>
              <a:rPr lang="en-IN" sz="2400" dirty="0" err="1">
                <a:latin typeface="Times New Roman" panose="02020603050405020304" pitchFamily="18" charset="0"/>
                <a:cs typeface="Times New Roman" panose="02020603050405020304" pitchFamily="18" charset="0"/>
              </a:rPr>
              <a:t>param.username</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109150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65CFA-815F-E288-41BF-CD4050DD7B4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519BB427-7959-2EBE-B4FE-CFAFE5B6FFFD}"/>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err="1">
                <a:latin typeface="Times New Roman" panose="02020603050405020304" pitchFamily="18" charset="0"/>
                <a:cs typeface="Times New Roman" panose="02020603050405020304" pitchFamily="18" charset="0"/>
              </a:rPr>
              <a:t>paramValues</a:t>
            </a:r>
            <a:r>
              <a:rPr lang="en-IN" b="1" dirty="0">
                <a:latin typeface="Times New Roman" panose="02020603050405020304" pitchFamily="18" charset="0"/>
                <a:cs typeface="Times New Roman" panose="02020603050405020304" pitchFamily="18" charset="0"/>
              </a:rPr>
              <a:t> Object</a:t>
            </a:r>
          </a:p>
        </p:txBody>
      </p:sp>
      <p:sp>
        <p:nvSpPr>
          <p:cNvPr id="4" name="TextBox 6">
            <a:extLst>
              <a:ext uri="{FF2B5EF4-FFF2-40B4-BE49-F238E27FC236}">
                <a16:creationId xmlns:a16="http://schemas.microsoft.com/office/drawing/2014/main" id="{CDC3AA43-C323-6C92-898F-510C714669B4}"/>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52E5260-9903-FDA0-F74E-DEB5F360F961}"/>
              </a:ext>
            </a:extLst>
          </p:cNvPr>
          <p:cNvSpPr txBox="1"/>
          <p:nvPr/>
        </p:nvSpPr>
        <p:spPr>
          <a:xfrm>
            <a:off x="0" y="2330450"/>
            <a:ext cx="9144000" cy="2677656"/>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Html Page</a:t>
            </a:r>
          </a:p>
          <a:p>
            <a:r>
              <a:rPr lang="en-US" sz="2400" dirty="0">
                <a:latin typeface="Times New Roman" panose="02020603050405020304" pitchFamily="18" charset="0"/>
                <a:cs typeface="Times New Roman" panose="02020603050405020304" pitchFamily="18" charset="0"/>
              </a:rPr>
              <a:t>&lt;input type="checkbox" name="skill" value="Java"&gt;</a:t>
            </a:r>
          </a:p>
          <a:p>
            <a:r>
              <a:rPr lang="en-US" sz="2400" dirty="0">
                <a:latin typeface="Times New Roman" panose="02020603050405020304" pitchFamily="18" charset="0"/>
                <a:cs typeface="Times New Roman" panose="02020603050405020304" pitchFamily="18" charset="0"/>
              </a:rPr>
              <a:t>&lt;input type="checkbox" name="skill" value="JSP"&gt;</a:t>
            </a:r>
          </a:p>
          <a:p>
            <a:r>
              <a:rPr lang="en-US" sz="2400" dirty="0">
                <a:latin typeface="Times New Roman" panose="02020603050405020304" pitchFamily="18" charset="0"/>
                <a:cs typeface="Times New Roman" panose="02020603050405020304" pitchFamily="18" charset="0"/>
              </a:rPr>
              <a:t>&lt;input type="checkbox" name="skill" value="Spring"&gt;</a:t>
            </a:r>
          </a:p>
          <a:p>
            <a:r>
              <a:rPr lang="en-US"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JSP Page</a:t>
            </a:r>
          </a:p>
          <a:p>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paramValues.skill</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524718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20A86-954E-B04D-972F-6F2FD2E8B19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4D50608-84FD-EE11-4237-16B434AA7B73}"/>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Preventing EL Evaluation</a:t>
            </a:r>
          </a:p>
        </p:txBody>
      </p:sp>
      <p:sp>
        <p:nvSpPr>
          <p:cNvPr id="4" name="TextBox 6">
            <a:extLst>
              <a:ext uri="{FF2B5EF4-FFF2-40B4-BE49-F238E27FC236}">
                <a16:creationId xmlns:a16="http://schemas.microsoft.com/office/drawing/2014/main" id="{224625EC-F706-C93C-920A-BC866B397A97}"/>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85AE70E-3DDA-643B-FAF0-23FBC6C7CA2B}"/>
              </a:ext>
            </a:extLst>
          </p:cNvPr>
          <p:cNvSpPr txBox="1"/>
          <p:nvPr/>
        </p:nvSpPr>
        <p:spPr>
          <a:xfrm>
            <a:off x="0" y="2241550"/>
            <a:ext cx="8279704"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By Default:</a:t>
            </a:r>
            <a:r>
              <a:rPr lang="en-US" sz="2400" dirty="0">
                <a:latin typeface="Times New Roman" panose="02020603050405020304" pitchFamily="18" charset="0"/>
                <a:cs typeface="Times New Roman" panose="02020603050405020304" pitchFamily="18" charset="0"/>
              </a:rPr>
              <a:t> EL expressions are evaluated in JSP 2.0.</a:t>
            </a: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AA60E2D-99A3-E774-9B32-4028FEC7D216}"/>
              </a:ext>
            </a:extLst>
          </p:cNvPr>
          <p:cNvSpPr txBox="1"/>
          <p:nvPr/>
        </p:nvSpPr>
        <p:spPr>
          <a:xfrm>
            <a:off x="81418" y="2745987"/>
            <a:ext cx="7528142" cy="1569660"/>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To Disable EL Evaluation:</a:t>
            </a:r>
          </a:p>
          <a:p>
            <a:r>
              <a:rPr lang="en-IN" sz="2400" dirty="0">
                <a:latin typeface="Times New Roman" panose="02020603050405020304" pitchFamily="18" charset="0"/>
                <a:cs typeface="Times New Roman" panose="02020603050405020304" pitchFamily="18" charset="0"/>
              </a:rPr>
              <a:t>&lt;%@ page </a:t>
            </a:r>
            <a:r>
              <a:rPr lang="en-IN" sz="2400" dirty="0" err="1">
                <a:latin typeface="Times New Roman" panose="02020603050405020304" pitchFamily="18" charset="0"/>
                <a:cs typeface="Times New Roman" panose="02020603050405020304" pitchFamily="18" charset="0"/>
              </a:rPr>
              <a:t>isELIgnored</a:t>
            </a:r>
            <a:r>
              <a:rPr lang="en-IN" sz="2400" dirty="0">
                <a:latin typeface="Times New Roman" panose="02020603050405020304" pitchFamily="18" charset="0"/>
                <a:cs typeface="Times New Roman" panose="02020603050405020304" pitchFamily="18" charset="0"/>
              </a:rPr>
              <a:t>="true" %&gt;</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966A6D14-219A-F195-E58C-35A0CDA60D49}"/>
              </a:ext>
            </a:extLst>
          </p:cNvPr>
          <p:cNvSpPr>
            <a:spLocks noChangeArrowheads="1"/>
          </p:cNvSpPr>
          <p:nvPr/>
        </p:nvSpPr>
        <p:spPr bwMode="auto">
          <a:xfrm>
            <a:off x="0" y="3462327"/>
            <a:ext cx="697485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Disable EL in the deployment descriptor (web.xml):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&lt;</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jsp</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-config&gt;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&lt;</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-ignored&gt;true&lt;/</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-ignored&gt;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&lt;/</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jsp</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-config&gt;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\${user.name}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Rectangle 3">
            <a:extLst>
              <a:ext uri="{FF2B5EF4-FFF2-40B4-BE49-F238E27FC236}">
                <a16:creationId xmlns:a16="http://schemas.microsoft.com/office/drawing/2014/main" id="{AF143D50-FFAF-3111-4E0E-006AA2D97ED0}"/>
              </a:ext>
            </a:extLst>
          </p:cNvPr>
          <p:cNvSpPr>
            <a:spLocks noChangeArrowheads="1"/>
          </p:cNvSpPr>
          <p:nvPr/>
        </p:nvSpPr>
        <p:spPr bwMode="auto">
          <a:xfrm>
            <a:off x="81418" y="5170487"/>
            <a:ext cx="43523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Escape EL expressions using \ : </a:t>
            </a:r>
          </a:p>
        </p:txBody>
      </p:sp>
    </p:spTree>
    <p:extLst>
      <p:ext uri="{BB962C8B-B14F-4D97-AF65-F5344CB8AC3E}">
        <p14:creationId xmlns:p14="http://schemas.microsoft.com/office/powerpoint/2010/main" val="459949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87FE0-97DD-F49B-B561-3017EA984E50}"/>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5DF91848-E697-066F-26D8-7E2259929D02}"/>
              </a:ext>
            </a:extLst>
          </p:cNvPr>
          <p:cNvSpPr>
            <a:spLocks noChangeArrowheads="1"/>
          </p:cNvSpPr>
          <p:nvPr>
            <p:custDataLst>
              <p:tags r:id="rId1"/>
            </p:custDataLst>
          </p:nvPr>
        </p:nvSpPr>
        <p:spPr bwMode="auto">
          <a:xfrm>
            <a:off x="0" y="1598613"/>
            <a:ext cx="933025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6D0F1C54-1E44-E478-C106-FA0B5BF6D600}"/>
              </a:ext>
            </a:extLst>
          </p:cNvPr>
          <p:cNvSpPr>
            <a:spLocks noChangeArrowheads="1"/>
          </p:cNvSpPr>
          <p:nvPr>
            <p:custDataLst>
              <p:tags r:id="rId2"/>
            </p:custDataLst>
          </p:nvPr>
        </p:nvSpPr>
        <p:spPr bwMode="auto">
          <a:xfrm>
            <a:off x="1" y="1687513"/>
            <a:ext cx="913587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FCC0AC7-F75D-5955-221A-44DD0BCB2A3E}"/>
              </a:ext>
            </a:extLst>
          </p:cNvPr>
          <p:cNvSpPr txBox="1"/>
          <p:nvPr/>
        </p:nvSpPr>
        <p:spPr>
          <a:xfrm>
            <a:off x="8129" y="1598613"/>
            <a:ext cx="5738743"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Accessing Scoped Variables</a:t>
            </a:r>
          </a:p>
        </p:txBody>
      </p:sp>
      <p:sp>
        <p:nvSpPr>
          <p:cNvPr id="6" name="Rectangle 1">
            <a:extLst>
              <a:ext uri="{FF2B5EF4-FFF2-40B4-BE49-F238E27FC236}">
                <a16:creationId xmlns:a16="http://schemas.microsoft.com/office/drawing/2014/main" id="{4DC0ADFB-6BCA-90CA-A9D3-7567FDD4F2F7}"/>
              </a:ext>
            </a:extLst>
          </p:cNvPr>
          <p:cNvSpPr>
            <a:spLocks noChangeArrowheads="1"/>
          </p:cNvSpPr>
          <p:nvPr/>
        </p:nvSpPr>
        <p:spPr bwMode="auto">
          <a:xfrm>
            <a:off x="0" y="2027496"/>
            <a:ext cx="933025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 allows you to access variables from any scope (page, request, session, application).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79D10288-8990-CDA8-8693-70521C2518B7}"/>
              </a:ext>
            </a:extLst>
          </p:cNvPr>
          <p:cNvSpPr>
            <a:spLocks noChangeArrowheads="1"/>
          </p:cNvSpPr>
          <p:nvPr/>
        </p:nvSpPr>
        <p:spPr bwMode="auto">
          <a:xfrm>
            <a:off x="0" y="3210589"/>
            <a:ext cx="394716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Precedence of Scopes: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pageScope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requestScope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sessionScope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applicationScope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400" b="1" dirty="0">
                <a:latin typeface="Times New Roman" panose="02020603050405020304" pitchFamily="18" charset="0"/>
                <a:cs typeface="Times New Roman" panose="02020603050405020304" pitchFamily="18" charset="0"/>
              </a:rPr>
              <a:t>Syntax:</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scopeName.variableName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r>
              <a:rPr lang="en-US" altLang="en-US" sz="2400" b="1" dirty="0">
                <a:latin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tabLst/>
            </a:pP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pageScope.message</a:t>
            </a:r>
            <a:r>
              <a:rPr lang="en-IN" sz="2400" dirty="0">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73664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91A40-4B15-4788-035C-999ACEBEBE45}"/>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2B3EDBD6-A161-59BE-CC37-2ACFDD4D1C49}"/>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a:t>
            </a:r>
            <a:r>
              <a:rPr lang="en-IN" b="1" dirty="0">
                <a:effectLst/>
                <a:latin typeface="Times New Roman" panose="02020603050405020304" pitchFamily="18" charset="0"/>
                <a:cs typeface="Times New Roman" panose="02020603050405020304" pitchFamily="18" charset="0"/>
              </a:rPr>
              <a:t>JSP - Standard Tag Library</a:t>
            </a:r>
            <a:endParaRPr lang="en-IN" b="1" dirty="0">
              <a:latin typeface="Times New Roman" panose="02020603050405020304" pitchFamily="18" charset="0"/>
              <a:cs typeface="Times New Roman" panose="02020603050405020304" pitchFamily="18" charset="0"/>
            </a:endParaRPr>
          </a:p>
        </p:txBody>
      </p:sp>
      <p:sp>
        <p:nvSpPr>
          <p:cNvPr id="4" name="TextBox 6">
            <a:extLst>
              <a:ext uri="{FF2B5EF4-FFF2-40B4-BE49-F238E27FC236}">
                <a16:creationId xmlns:a16="http://schemas.microsoft.com/office/drawing/2014/main" id="{B65907F4-916B-5105-3C26-2403EF3C1EED}"/>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B134091-C576-5D93-83EF-1BDE33BA3E19}"/>
              </a:ext>
            </a:extLst>
          </p:cNvPr>
          <p:cNvSpPr txBox="1"/>
          <p:nvPr/>
        </p:nvSpPr>
        <p:spPr>
          <a:xfrm>
            <a:off x="0" y="2330450"/>
            <a:ext cx="9143999" cy="2677656"/>
          </a:xfrm>
          <a:prstGeom prst="rect">
            <a:avLst/>
          </a:prstGeom>
          <a:noFill/>
        </p:spPr>
        <p:txBody>
          <a:bodyPr wrap="square">
            <a:spAutoFit/>
          </a:bodyPr>
          <a:lstStyle/>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JSTL</a:t>
            </a:r>
            <a:r>
              <a:rPr lang="en-IN" sz="2400" dirty="0">
                <a:latin typeface="Times New Roman" panose="02020603050405020304" pitchFamily="18" charset="0"/>
                <a:cs typeface="Times New Roman" panose="02020603050405020304" pitchFamily="18" charset="0"/>
              </a:rPr>
              <a:t> is a collection of predefined JSP tags that provides common functionality without writing Java code directly inside JSP..</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JSTL helps remove Java code from JSP and makes the presentation layer cleaner and easier to maintain.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also provides a framework for integrating existing custom tags with JSTL tags.</a:t>
            </a:r>
          </a:p>
          <a:p>
            <a:endParaRPr lang="en-IN" sz="2400" dirty="0"/>
          </a:p>
        </p:txBody>
      </p:sp>
    </p:spTree>
    <p:extLst>
      <p:ext uri="{BB962C8B-B14F-4D97-AF65-F5344CB8AC3E}">
        <p14:creationId xmlns:p14="http://schemas.microsoft.com/office/powerpoint/2010/main" val="19498357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3B2E-A29C-AD6C-6EF8-7CF82258BA0D}"/>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2F57105-383B-7711-896C-6BECE7FB19ED}"/>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Why JSTL?</a:t>
            </a:r>
          </a:p>
        </p:txBody>
      </p:sp>
      <p:sp>
        <p:nvSpPr>
          <p:cNvPr id="4" name="TextBox 6">
            <a:extLst>
              <a:ext uri="{FF2B5EF4-FFF2-40B4-BE49-F238E27FC236}">
                <a16:creationId xmlns:a16="http://schemas.microsoft.com/office/drawing/2014/main" id="{1D88CE7E-1333-6C86-0038-EB45E295C8B4}"/>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4E9BC73-E5CB-5539-28C1-E9D58DF77097}"/>
              </a:ext>
            </a:extLst>
          </p:cNvPr>
          <p:cNvSpPr txBox="1"/>
          <p:nvPr/>
        </p:nvSpPr>
        <p:spPr>
          <a:xfrm>
            <a:off x="0" y="2330450"/>
            <a:ext cx="9143999" cy="3785652"/>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Traditional JSP:</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&lt;%</a:t>
            </a:r>
          </a:p>
          <a:p>
            <a:r>
              <a:rPr lang="en-US" sz="2400" dirty="0">
                <a:latin typeface="Times New Roman" panose="02020603050405020304" pitchFamily="18" charset="0"/>
                <a:cs typeface="Times New Roman" panose="02020603050405020304" pitchFamily="18" charset="0"/>
              </a:rPr>
              <a:t>if (marks &gt;= 40) {</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out.println</a:t>
            </a:r>
            <a:r>
              <a:rPr lang="en-US" sz="2400" dirty="0">
                <a:latin typeface="Times New Roman" panose="02020603050405020304" pitchFamily="18" charset="0"/>
                <a:cs typeface="Times New Roman" panose="02020603050405020304" pitchFamily="18" charset="0"/>
              </a:rPr>
              <a:t>("Pass");</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%&gt;</a:t>
            </a:r>
          </a:p>
          <a:p>
            <a:r>
              <a:rPr lang="en-IN" sz="2400" b="1" dirty="0">
                <a:latin typeface="Times New Roman" panose="02020603050405020304" pitchFamily="18" charset="0"/>
                <a:cs typeface="Times New Roman" panose="02020603050405020304" pitchFamily="18" charset="0"/>
              </a:rPr>
              <a:t>With JSTL:</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&lt;</a:t>
            </a:r>
            <a:r>
              <a:rPr lang="en-US" sz="2400" dirty="0" err="1">
                <a:latin typeface="Times New Roman" panose="02020603050405020304" pitchFamily="18" charset="0"/>
                <a:cs typeface="Times New Roman" panose="02020603050405020304" pitchFamily="18" charset="0"/>
              </a:rPr>
              <a:t>c:if</a:t>
            </a:r>
            <a:r>
              <a:rPr lang="en-US" sz="2400" dirty="0">
                <a:latin typeface="Times New Roman" panose="02020603050405020304" pitchFamily="18" charset="0"/>
                <a:cs typeface="Times New Roman" panose="02020603050405020304" pitchFamily="18" charset="0"/>
              </a:rPr>
              <a:t> test="${marks &gt;= 40}"&gt;</a:t>
            </a:r>
          </a:p>
          <a:p>
            <a:r>
              <a:rPr lang="en-US" sz="2400" dirty="0">
                <a:latin typeface="Times New Roman" panose="02020603050405020304" pitchFamily="18" charset="0"/>
                <a:cs typeface="Times New Roman" panose="02020603050405020304" pitchFamily="18" charset="0"/>
              </a:rPr>
              <a:t>    Pass</a:t>
            </a:r>
          </a:p>
          <a:p>
            <a:r>
              <a:rPr lang="en-US" sz="2400" dirty="0">
                <a:latin typeface="Times New Roman" panose="02020603050405020304" pitchFamily="18" charset="0"/>
                <a:cs typeface="Times New Roman" panose="02020603050405020304" pitchFamily="18" charset="0"/>
              </a:rPr>
              <a:t>&lt;/</a:t>
            </a:r>
            <a:r>
              <a:rPr lang="en-US" sz="2400" dirty="0" err="1">
                <a:latin typeface="Times New Roman" panose="02020603050405020304" pitchFamily="18" charset="0"/>
                <a:cs typeface="Times New Roman" panose="02020603050405020304" pitchFamily="18" charset="0"/>
              </a:rPr>
              <a:t>c:if</a:t>
            </a:r>
            <a:r>
              <a:rPr lang="en-US" sz="2400" dirty="0">
                <a:latin typeface="Times New Roman" panose="02020603050405020304" pitchFamily="18" charset="0"/>
                <a:cs typeface="Times New Roman" panose="02020603050405020304" pitchFamily="18" charset="0"/>
              </a:rPr>
              <a:t>&gt;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62765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CB34F-2FB5-FB1B-F8D8-9326AF9DBA5E}"/>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662533BD-47A7-657C-35FC-33F750E33E05}"/>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t>JSTL Tag Libraries</a:t>
            </a:r>
          </a:p>
        </p:txBody>
      </p:sp>
      <p:sp>
        <p:nvSpPr>
          <p:cNvPr id="4" name="TextBox 6">
            <a:extLst>
              <a:ext uri="{FF2B5EF4-FFF2-40B4-BE49-F238E27FC236}">
                <a16:creationId xmlns:a16="http://schemas.microsoft.com/office/drawing/2014/main" id="{8F31428C-E03B-E8E9-DA1B-407617FBD185}"/>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BB9B498-794F-CED7-D64F-511403D70885}"/>
              </a:ext>
            </a:extLst>
          </p:cNvPr>
          <p:cNvSpPr txBox="1"/>
          <p:nvPr/>
        </p:nvSpPr>
        <p:spPr>
          <a:xfrm>
            <a:off x="0" y="2241550"/>
            <a:ext cx="8580120" cy="461665"/>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The JSTL tags can be classified, according to their functions</a:t>
            </a:r>
          </a:p>
        </p:txBody>
      </p:sp>
      <p:graphicFrame>
        <p:nvGraphicFramePr>
          <p:cNvPr id="2" name="Table 1">
            <a:extLst>
              <a:ext uri="{FF2B5EF4-FFF2-40B4-BE49-F238E27FC236}">
                <a16:creationId xmlns:a16="http://schemas.microsoft.com/office/drawing/2014/main" id="{F799BAB6-F38A-192A-CBA2-57CE5CD17005}"/>
              </a:ext>
            </a:extLst>
          </p:cNvPr>
          <p:cNvGraphicFramePr>
            <a:graphicFrameLocks noGrp="1"/>
          </p:cNvGraphicFramePr>
          <p:nvPr>
            <p:extLst>
              <p:ext uri="{D42A27DB-BD31-4B8C-83A1-F6EECF244321}">
                <p14:modId xmlns:p14="http://schemas.microsoft.com/office/powerpoint/2010/main" val="2615598171"/>
              </p:ext>
            </p:extLst>
          </p:nvPr>
        </p:nvGraphicFramePr>
        <p:xfrm>
          <a:off x="141514" y="2703215"/>
          <a:ext cx="8675916" cy="3893528"/>
        </p:xfrm>
        <a:graphic>
          <a:graphicData uri="http://schemas.openxmlformats.org/drawingml/2006/table">
            <a:tbl>
              <a:tblPr>
                <a:tableStyleId>{08FB837D-C827-4EFA-A057-4D05807E0F7C}</a:tableStyleId>
              </a:tblPr>
              <a:tblGrid>
                <a:gridCol w="2891972">
                  <a:extLst>
                    <a:ext uri="{9D8B030D-6E8A-4147-A177-3AD203B41FA5}">
                      <a16:colId xmlns:a16="http://schemas.microsoft.com/office/drawing/2014/main" val="2365508648"/>
                    </a:ext>
                  </a:extLst>
                </a:gridCol>
                <a:gridCol w="2891972">
                  <a:extLst>
                    <a:ext uri="{9D8B030D-6E8A-4147-A177-3AD203B41FA5}">
                      <a16:colId xmlns:a16="http://schemas.microsoft.com/office/drawing/2014/main" val="2094397048"/>
                    </a:ext>
                  </a:extLst>
                </a:gridCol>
                <a:gridCol w="2891972">
                  <a:extLst>
                    <a:ext uri="{9D8B030D-6E8A-4147-A177-3AD203B41FA5}">
                      <a16:colId xmlns:a16="http://schemas.microsoft.com/office/drawing/2014/main" val="1273698230"/>
                    </a:ext>
                  </a:extLst>
                </a:gridCol>
              </a:tblGrid>
              <a:tr h="519137">
                <a:tc>
                  <a:txBody>
                    <a:bodyPr/>
                    <a:lstStyle/>
                    <a:p>
                      <a:pPr algn="ctr">
                        <a:buNone/>
                      </a:pPr>
                      <a:r>
                        <a:rPr lang="en-IN" b="1" dirty="0">
                          <a:latin typeface="Times New Roman" panose="02020603050405020304" pitchFamily="18" charset="0"/>
                          <a:cs typeface="Times New Roman" panose="02020603050405020304" pitchFamily="18" charset="0"/>
                        </a:rPr>
                        <a:t>Library</a:t>
                      </a:r>
                    </a:p>
                  </a:txBody>
                  <a:tcPr anchor="ctr"/>
                </a:tc>
                <a:tc>
                  <a:txBody>
                    <a:bodyPr/>
                    <a:lstStyle/>
                    <a:p>
                      <a:pPr algn="ctr">
                        <a:buNone/>
                      </a:pPr>
                      <a:r>
                        <a:rPr lang="en-IN" b="1">
                          <a:latin typeface="Times New Roman" panose="02020603050405020304" pitchFamily="18" charset="0"/>
                          <a:cs typeface="Times New Roman" panose="02020603050405020304" pitchFamily="18" charset="0"/>
                        </a:rPr>
                        <a:t>Prefix</a:t>
                      </a:r>
                    </a:p>
                  </a:txBody>
                  <a:tcPr anchor="ctr"/>
                </a:tc>
                <a:tc>
                  <a:txBody>
                    <a:bodyPr/>
                    <a:lstStyle/>
                    <a:p>
                      <a:pPr algn="ctr">
                        <a:buNone/>
                      </a:pPr>
                      <a:r>
                        <a:rPr lang="en-IN" b="1" dirty="0">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641437071"/>
                  </a:ext>
                </a:extLst>
              </a:tr>
              <a:tr h="908490">
                <a:tc>
                  <a:txBody>
                    <a:bodyPr/>
                    <a:lstStyle/>
                    <a:p>
                      <a:pPr algn="ctr">
                        <a:buNone/>
                      </a:pPr>
                      <a:r>
                        <a:rPr lang="en-IN">
                          <a:latin typeface="Times New Roman" panose="02020603050405020304" pitchFamily="18" charset="0"/>
                          <a:cs typeface="Times New Roman" panose="02020603050405020304" pitchFamily="18" charset="0"/>
                        </a:rPr>
                        <a:t>Core</a:t>
                      </a:r>
                    </a:p>
                  </a:txBody>
                  <a:tcPr anchor="ctr"/>
                </a:tc>
                <a:tc>
                  <a:txBody>
                    <a:bodyPr/>
                    <a:lstStyle/>
                    <a:p>
                      <a:pPr algn="ctr">
                        <a:buNone/>
                      </a:pPr>
                      <a:r>
                        <a:rPr lang="en-IN">
                          <a:latin typeface="Times New Roman" panose="02020603050405020304" pitchFamily="18" charset="0"/>
                          <a:cs typeface="Times New Roman" panose="02020603050405020304" pitchFamily="18" charset="0"/>
                        </a:rPr>
                        <a:t>c</a:t>
                      </a:r>
                    </a:p>
                  </a:txBody>
                  <a:tcPr anchor="ctr"/>
                </a:tc>
                <a:tc>
                  <a:txBody>
                    <a:bodyPr/>
                    <a:lstStyle/>
                    <a:p>
                      <a:pPr algn="ctr">
                        <a:buNone/>
                      </a:pPr>
                      <a:r>
                        <a:rPr lang="en-IN">
                          <a:latin typeface="Times New Roman" panose="02020603050405020304" pitchFamily="18" charset="0"/>
                          <a:cs typeface="Times New Roman" panose="02020603050405020304" pitchFamily="18" charset="0"/>
                        </a:rPr>
                        <a:t>Conditions, loops, variables</a:t>
                      </a:r>
                    </a:p>
                  </a:txBody>
                  <a:tcPr anchor="ctr"/>
                </a:tc>
                <a:extLst>
                  <a:ext uri="{0D108BD9-81ED-4DB2-BD59-A6C34878D82A}">
                    <a16:rowId xmlns:a16="http://schemas.microsoft.com/office/drawing/2014/main" val="3315414424"/>
                  </a:ext>
                </a:extLst>
              </a:tr>
              <a:tr h="908490">
                <a:tc>
                  <a:txBody>
                    <a:bodyPr/>
                    <a:lstStyle/>
                    <a:p>
                      <a:pPr algn="ctr">
                        <a:buNone/>
                      </a:pPr>
                      <a:r>
                        <a:rPr lang="en-IN">
                          <a:latin typeface="Times New Roman" panose="02020603050405020304" pitchFamily="18" charset="0"/>
                          <a:cs typeface="Times New Roman" panose="02020603050405020304" pitchFamily="18" charset="0"/>
                        </a:rPr>
                        <a:t>Formatting</a:t>
                      </a:r>
                    </a:p>
                  </a:txBody>
                  <a:tcPr anchor="ctr"/>
                </a:tc>
                <a:tc>
                  <a:txBody>
                    <a:bodyPr/>
                    <a:lstStyle/>
                    <a:p>
                      <a:pPr algn="ctr">
                        <a:buNone/>
                      </a:pPr>
                      <a:r>
                        <a:rPr lang="en-IN">
                          <a:latin typeface="Times New Roman" panose="02020603050405020304" pitchFamily="18" charset="0"/>
                          <a:cs typeface="Times New Roman" panose="02020603050405020304" pitchFamily="18" charset="0"/>
                        </a:rPr>
                        <a:t>fmt</a:t>
                      </a:r>
                    </a:p>
                  </a:txBody>
                  <a:tcPr anchor="ctr"/>
                </a:tc>
                <a:tc>
                  <a:txBody>
                    <a:bodyPr/>
                    <a:lstStyle/>
                    <a:p>
                      <a:pPr algn="ctr">
                        <a:buNone/>
                      </a:pPr>
                      <a:r>
                        <a:rPr lang="en-IN">
                          <a:latin typeface="Times New Roman" panose="02020603050405020304" pitchFamily="18" charset="0"/>
                          <a:cs typeface="Times New Roman" panose="02020603050405020304" pitchFamily="18" charset="0"/>
                        </a:rPr>
                        <a:t>Formatting numbers, dates, messages</a:t>
                      </a:r>
                    </a:p>
                  </a:txBody>
                  <a:tcPr anchor="ctr"/>
                </a:tc>
                <a:extLst>
                  <a:ext uri="{0D108BD9-81ED-4DB2-BD59-A6C34878D82A}">
                    <a16:rowId xmlns:a16="http://schemas.microsoft.com/office/drawing/2014/main" val="3648866323"/>
                  </a:ext>
                </a:extLst>
              </a:tr>
              <a:tr h="519137">
                <a:tc>
                  <a:txBody>
                    <a:bodyPr/>
                    <a:lstStyle/>
                    <a:p>
                      <a:pPr algn="ctr">
                        <a:buNone/>
                      </a:pPr>
                      <a:r>
                        <a:rPr lang="en-IN">
                          <a:latin typeface="Times New Roman" panose="02020603050405020304" pitchFamily="18" charset="0"/>
                          <a:cs typeface="Times New Roman" panose="02020603050405020304" pitchFamily="18" charset="0"/>
                        </a:rPr>
                        <a:t>SQL</a:t>
                      </a:r>
                    </a:p>
                  </a:txBody>
                  <a:tcPr anchor="ctr"/>
                </a:tc>
                <a:tc>
                  <a:txBody>
                    <a:bodyPr/>
                    <a:lstStyle/>
                    <a:p>
                      <a:pPr algn="ctr">
                        <a:buNone/>
                      </a:pPr>
                      <a:r>
                        <a:rPr lang="en-IN" dirty="0" err="1">
                          <a:latin typeface="Times New Roman" panose="02020603050405020304" pitchFamily="18" charset="0"/>
                          <a:cs typeface="Times New Roman" panose="02020603050405020304" pitchFamily="18" charset="0"/>
                        </a:rPr>
                        <a:t>sql</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a:latin typeface="Times New Roman" panose="02020603050405020304" pitchFamily="18" charset="0"/>
                          <a:cs typeface="Times New Roman" panose="02020603050405020304" pitchFamily="18" charset="0"/>
                        </a:rPr>
                        <a:t>Database operations</a:t>
                      </a:r>
                    </a:p>
                  </a:txBody>
                  <a:tcPr anchor="ctr"/>
                </a:tc>
                <a:extLst>
                  <a:ext uri="{0D108BD9-81ED-4DB2-BD59-A6C34878D82A}">
                    <a16:rowId xmlns:a16="http://schemas.microsoft.com/office/drawing/2014/main" val="3257273424"/>
                  </a:ext>
                </a:extLst>
              </a:tr>
              <a:tr h="519137">
                <a:tc>
                  <a:txBody>
                    <a:bodyPr/>
                    <a:lstStyle/>
                    <a:p>
                      <a:pPr algn="ctr">
                        <a:buNone/>
                      </a:pPr>
                      <a:r>
                        <a:rPr lang="en-IN">
                          <a:latin typeface="Times New Roman" panose="02020603050405020304" pitchFamily="18" charset="0"/>
                          <a:cs typeface="Times New Roman" panose="02020603050405020304" pitchFamily="18" charset="0"/>
                        </a:rPr>
                        <a:t>XML</a:t>
                      </a:r>
                    </a:p>
                  </a:txBody>
                  <a:tcPr anchor="ctr"/>
                </a:tc>
                <a:tc>
                  <a:txBody>
                    <a:bodyPr/>
                    <a:lstStyle/>
                    <a:p>
                      <a:pPr algn="ctr">
                        <a:buNone/>
                      </a:pPr>
                      <a:r>
                        <a:rPr lang="en-IN">
                          <a:latin typeface="Times New Roman" panose="02020603050405020304" pitchFamily="18" charset="0"/>
                          <a:cs typeface="Times New Roman" panose="02020603050405020304" pitchFamily="18" charset="0"/>
                        </a:rPr>
                        <a:t>x</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XML processing</a:t>
                      </a:r>
                    </a:p>
                  </a:txBody>
                  <a:tcPr anchor="ctr"/>
                </a:tc>
                <a:extLst>
                  <a:ext uri="{0D108BD9-81ED-4DB2-BD59-A6C34878D82A}">
                    <a16:rowId xmlns:a16="http://schemas.microsoft.com/office/drawing/2014/main" val="1835062408"/>
                  </a:ext>
                </a:extLst>
              </a:tr>
              <a:tr h="519137">
                <a:tc>
                  <a:txBody>
                    <a:bodyPr/>
                    <a:lstStyle/>
                    <a:p>
                      <a:pPr algn="ctr">
                        <a:buNone/>
                      </a:pPr>
                      <a:r>
                        <a:rPr lang="en-IN">
                          <a:latin typeface="Times New Roman" panose="02020603050405020304" pitchFamily="18" charset="0"/>
                          <a:cs typeface="Times New Roman" panose="02020603050405020304" pitchFamily="18" charset="0"/>
                        </a:rPr>
                        <a:t>Functions</a:t>
                      </a:r>
                    </a:p>
                  </a:txBody>
                  <a:tcPr anchor="ctr"/>
                </a:tc>
                <a:tc>
                  <a:txBody>
                    <a:bodyPr/>
                    <a:lstStyle/>
                    <a:p>
                      <a:pPr algn="ctr">
                        <a:buNone/>
                      </a:pPr>
                      <a:r>
                        <a:rPr lang="en-IN">
                          <a:latin typeface="Times New Roman" panose="02020603050405020304" pitchFamily="18" charset="0"/>
                          <a:cs typeface="Times New Roman" panose="02020603050405020304" pitchFamily="18" charset="0"/>
                        </a:rPr>
                        <a:t>fn</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String/collection functions</a:t>
                      </a:r>
                    </a:p>
                  </a:txBody>
                  <a:tcPr anchor="ctr"/>
                </a:tc>
                <a:extLst>
                  <a:ext uri="{0D108BD9-81ED-4DB2-BD59-A6C34878D82A}">
                    <a16:rowId xmlns:a16="http://schemas.microsoft.com/office/drawing/2014/main" val="3159496380"/>
                  </a:ext>
                </a:extLst>
              </a:tr>
            </a:tbl>
          </a:graphicData>
        </a:graphic>
      </p:graphicFrame>
    </p:spTree>
    <p:extLst>
      <p:ext uri="{BB962C8B-B14F-4D97-AF65-F5344CB8AC3E}">
        <p14:creationId xmlns:p14="http://schemas.microsoft.com/office/powerpoint/2010/main" val="32869849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DBD59-1B07-B8D4-2BA4-A28F2924C240}"/>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896FE4AD-1855-3E83-D172-2DDBA36C9146}"/>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How to Use JSTL?</a:t>
            </a:r>
          </a:p>
        </p:txBody>
      </p:sp>
      <p:sp>
        <p:nvSpPr>
          <p:cNvPr id="4" name="TextBox 6">
            <a:extLst>
              <a:ext uri="{FF2B5EF4-FFF2-40B4-BE49-F238E27FC236}">
                <a16:creationId xmlns:a16="http://schemas.microsoft.com/office/drawing/2014/main" id="{F9C05517-094F-4A88-D1A0-31D5EC5760C5}"/>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2DFD472-D0B1-9F05-071E-27350B38F552}"/>
              </a:ext>
            </a:extLst>
          </p:cNvPr>
          <p:cNvSpPr txBox="1"/>
          <p:nvPr/>
        </p:nvSpPr>
        <p:spPr>
          <a:xfrm>
            <a:off x="0" y="2330450"/>
            <a:ext cx="9143999" cy="3046988"/>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Before using JSTL tags, the appropriate JSTL library must be available to the application.</a:t>
            </a:r>
          </a:p>
          <a:p>
            <a:r>
              <a:rPr lang="en-IN" sz="2400" dirty="0">
                <a:latin typeface="Times New Roman" panose="02020603050405020304" pitchFamily="18" charset="0"/>
                <a:cs typeface="Times New Roman" panose="02020603050405020304" pitchFamily="18" charset="0"/>
              </a:rPr>
              <a:t>First import:</a:t>
            </a:r>
          </a:p>
          <a:p>
            <a:r>
              <a:rPr lang="en-IN" sz="2400" dirty="0">
                <a:latin typeface="Times New Roman" panose="02020603050405020304" pitchFamily="18" charset="0"/>
                <a:cs typeface="Times New Roman" panose="02020603050405020304" pitchFamily="18" charset="0"/>
              </a:rPr>
              <a:t>&lt;%@ </a:t>
            </a:r>
            <a:r>
              <a:rPr lang="en-IN" sz="2400" dirty="0" err="1">
                <a:latin typeface="Times New Roman" panose="02020603050405020304" pitchFamily="18" charset="0"/>
                <a:cs typeface="Times New Roman" panose="02020603050405020304" pitchFamily="18" charset="0"/>
              </a:rPr>
              <a:t>taglib</a:t>
            </a:r>
            <a:r>
              <a:rPr lang="en-IN" sz="2400" dirty="0">
                <a:latin typeface="Times New Roman" panose="02020603050405020304" pitchFamily="18" charset="0"/>
                <a:cs typeface="Times New Roman" panose="02020603050405020304" pitchFamily="18" charset="0"/>
              </a:rPr>
              <a:t> prefix="c" </a:t>
            </a:r>
            <a:r>
              <a:rPr lang="en-IN" sz="2400" dirty="0" err="1">
                <a:latin typeface="Times New Roman" panose="02020603050405020304" pitchFamily="18" charset="0"/>
                <a:cs typeface="Times New Roman" panose="02020603050405020304" pitchFamily="18" charset="0"/>
              </a:rPr>
              <a:t>uri</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jakarta.tags.core</a:t>
            </a:r>
            <a:r>
              <a:rPr lang="en-IN" sz="2400" dirty="0">
                <a:latin typeface="Times New Roman" panose="02020603050405020304" pitchFamily="18" charset="0"/>
                <a:cs typeface="Times New Roman" panose="02020603050405020304" pitchFamily="18" charset="0"/>
              </a:rPr>
              <a:t>" %&gt;</a:t>
            </a:r>
          </a:p>
          <a:p>
            <a:r>
              <a:rPr lang="en-IN" sz="2400" dirty="0">
                <a:latin typeface="Times New Roman" panose="02020603050405020304" pitchFamily="18" charset="0"/>
                <a:cs typeface="Times New Roman" panose="02020603050405020304" pitchFamily="18" charset="0"/>
              </a:rPr>
              <a:t>Then, we can use:</a:t>
            </a:r>
          </a:p>
          <a:p>
            <a:r>
              <a:rPr lang="en-US" sz="2400" dirty="0">
                <a:latin typeface="Times New Roman" panose="02020603050405020304" pitchFamily="18" charset="0"/>
                <a:cs typeface="Times New Roman" panose="02020603050405020304" pitchFamily="18" charset="0"/>
              </a:rPr>
              <a:t>&lt;</a:t>
            </a:r>
            <a:r>
              <a:rPr lang="en-US" sz="2400" dirty="0" err="1">
                <a:latin typeface="Times New Roman" panose="02020603050405020304" pitchFamily="18" charset="0"/>
                <a:cs typeface="Times New Roman" panose="02020603050405020304" pitchFamily="18" charset="0"/>
              </a:rPr>
              <a:t>c:if</a:t>
            </a:r>
            <a:r>
              <a:rPr lang="en-US" sz="2400" dirty="0">
                <a:latin typeface="Times New Roman" panose="02020603050405020304" pitchFamily="18" charset="0"/>
                <a:cs typeface="Times New Roman" panose="02020603050405020304" pitchFamily="18" charset="0"/>
              </a:rPr>
              <a:t>&gt;</a:t>
            </a:r>
          </a:p>
          <a:p>
            <a:r>
              <a:rPr lang="en-US" sz="2400" dirty="0">
                <a:latin typeface="Times New Roman" panose="02020603050405020304" pitchFamily="18" charset="0"/>
                <a:cs typeface="Times New Roman" panose="02020603050405020304" pitchFamily="18" charset="0"/>
              </a:rPr>
              <a:t>&lt;</a:t>
            </a:r>
            <a:r>
              <a:rPr lang="en-US" sz="2400" dirty="0" err="1">
                <a:latin typeface="Times New Roman" panose="02020603050405020304" pitchFamily="18" charset="0"/>
                <a:cs typeface="Times New Roman" panose="02020603050405020304" pitchFamily="18" charset="0"/>
              </a:rPr>
              <a:t>c:forEach</a:t>
            </a:r>
            <a:r>
              <a:rPr lang="en-US" sz="2400" dirty="0">
                <a:latin typeface="Times New Roman" panose="02020603050405020304" pitchFamily="18" charset="0"/>
                <a:cs typeface="Times New Roman" panose="02020603050405020304" pitchFamily="18" charset="0"/>
              </a:rPr>
              <a:t>&gt;</a:t>
            </a:r>
          </a:p>
          <a:p>
            <a:r>
              <a:rPr lang="en-US" sz="2400" dirty="0">
                <a:latin typeface="Times New Roman" panose="02020603050405020304" pitchFamily="18" charset="0"/>
                <a:cs typeface="Times New Roman" panose="02020603050405020304" pitchFamily="18" charset="0"/>
              </a:rPr>
              <a:t>&lt;</a:t>
            </a:r>
            <a:r>
              <a:rPr lang="en-US" sz="2400" dirty="0" err="1">
                <a:latin typeface="Times New Roman" panose="02020603050405020304" pitchFamily="18" charset="0"/>
                <a:cs typeface="Times New Roman" panose="02020603050405020304" pitchFamily="18" charset="0"/>
              </a:rPr>
              <a:t>c:choose</a:t>
            </a:r>
            <a:r>
              <a:rPr lang="en-US" sz="2400" dirty="0">
                <a:latin typeface="Times New Roman" panose="02020603050405020304" pitchFamily="18" charset="0"/>
                <a:cs typeface="Times New Roman" panose="02020603050405020304" pitchFamily="18" charset="0"/>
              </a:rPr>
              <a:t>&gt;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99995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3F283-3F83-684E-7A5E-959CEF6D2009}"/>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A1F3E745-9C04-020A-ADAA-FEB938780F71}"/>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384B7DE7-D41E-FDA7-751F-137FCF1267B9}"/>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B5A5820-08A7-C85D-1403-2BC5FDC2D01A}"/>
              </a:ext>
            </a:extLst>
          </p:cNvPr>
          <p:cNvSpPr txBox="1"/>
          <p:nvPr/>
        </p:nvSpPr>
        <p:spPr>
          <a:xfrm>
            <a:off x="0" y="1687513"/>
            <a:ext cx="4572000" cy="584775"/>
          </a:xfrm>
          <a:prstGeom prst="rect">
            <a:avLst/>
          </a:prstGeom>
          <a:noFill/>
        </p:spPr>
        <p:txBody>
          <a:bodyPr wrap="square">
            <a:spAutoFit/>
          </a:bodyPr>
          <a:lstStyle/>
          <a:p>
            <a:r>
              <a:rPr lang="en-IN" sz="3200" b="1" dirty="0">
                <a:effectLst/>
                <a:latin typeface="Times New Roman" panose="02020603050405020304" pitchFamily="18" charset="0"/>
                <a:cs typeface="Times New Roman" panose="02020603050405020304" pitchFamily="18" charset="0"/>
              </a:rPr>
              <a:t>JSTL Core Tags</a:t>
            </a:r>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C146C5D-0069-27D3-5161-29B745648FB3}"/>
              </a:ext>
            </a:extLst>
          </p:cNvPr>
          <p:cNvSpPr txBox="1"/>
          <p:nvPr/>
        </p:nvSpPr>
        <p:spPr>
          <a:xfrm>
            <a:off x="1" y="2361188"/>
            <a:ext cx="8953500" cy="461665"/>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The core group of tags are the most   frequently used JSTL tags.</a:t>
            </a:r>
          </a:p>
        </p:txBody>
      </p:sp>
      <p:graphicFrame>
        <p:nvGraphicFramePr>
          <p:cNvPr id="2" name="Table 1">
            <a:extLst>
              <a:ext uri="{FF2B5EF4-FFF2-40B4-BE49-F238E27FC236}">
                <a16:creationId xmlns:a16="http://schemas.microsoft.com/office/drawing/2014/main" id="{A9127DFD-FFED-4E6C-C7D9-0B529DE48AE2}"/>
              </a:ext>
            </a:extLst>
          </p:cNvPr>
          <p:cNvGraphicFramePr>
            <a:graphicFrameLocks noGrp="1"/>
          </p:cNvGraphicFramePr>
          <p:nvPr>
            <p:extLst>
              <p:ext uri="{D42A27DB-BD31-4B8C-83A1-F6EECF244321}">
                <p14:modId xmlns:p14="http://schemas.microsoft.com/office/powerpoint/2010/main" val="1401422805"/>
              </p:ext>
            </p:extLst>
          </p:nvPr>
        </p:nvGraphicFramePr>
        <p:xfrm>
          <a:off x="95251" y="2942491"/>
          <a:ext cx="8858250" cy="3708684"/>
        </p:xfrm>
        <a:graphic>
          <a:graphicData uri="http://schemas.openxmlformats.org/drawingml/2006/table">
            <a:tbl>
              <a:tblPr>
                <a:tableStyleId>{08FB837D-C827-4EFA-A057-4D05807E0F7C}</a:tableStyleId>
              </a:tblPr>
              <a:tblGrid>
                <a:gridCol w="4429125">
                  <a:extLst>
                    <a:ext uri="{9D8B030D-6E8A-4147-A177-3AD203B41FA5}">
                      <a16:colId xmlns:a16="http://schemas.microsoft.com/office/drawing/2014/main" val="266505413"/>
                    </a:ext>
                  </a:extLst>
                </a:gridCol>
                <a:gridCol w="4429125">
                  <a:extLst>
                    <a:ext uri="{9D8B030D-6E8A-4147-A177-3AD203B41FA5}">
                      <a16:colId xmlns:a16="http://schemas.microsoft.com/office/drawing/2014/main" val="2613605065"/>
                    </a:ext>
                  </a:extLst>
                </a:gridCol>
              </a:tblGrid>
              <a:tr h="412076">
                <a:tc>
                  <a:txBody>
                    <a:bodyPr/>
                    <a:lstStyle/>
                    <a:p>
                      <a:pPr algn="ctr">
                        <a:buNone/>
                      </a:pPr>
                      <a:r>
                        <a:rPr lang="en-IN" sz="2000" b="1" dirty="0"/>
                        <a:t>Tag</a:t>
                      </a:r>
                    </a:p>
                  </a:txBody>
                  <a:tcPr marL="83680" marR="83680" marT="41840" marB="41840" anchor="ctr"/>
                </a:tc>
                <a:tc>
                  <a:txBody>
                    <a:bodyPr/>
                    <a:lstStyle/>
                    <a:p>
                      <a:pPr algn="ctr">
                        <a:buNone/>
                      </a:pPr>
                      <a:r>
                        <a:rPr lang="en-IN" sz="2000" b="1" dirty="0"/>
                        <a:t>Purpose</a:t>
                      </a:r>
                    </a:p>
                  </a:txBody>
                  <a:tcPr marL="83680" marR="83680" marT="41840" marB="41840" anchor="ctr"/>
                </a:tc>
                <a:extLst>
                  <a:ext uri="{0D108BD9-81ED-4DB2-BD59-A6C34878D82A}">
                    <a16:rowId xmlns:a16="http://schemas.microsoft.com/office/drawing/2014/main" val="2223461483"/>
                  </a:ext>
                </a:extLst>
              </a:tr>
              <a:tr h="412076">
                <a:tc>
                  <a:txBody>
                    <a:bodyPr/>
                    <a:lstStyle/>
                    <a:p>
                      <a:pPr algn="ctr">
                        <a:buNone/>
                      </a:pPr>
                      <a:r>
                        <a:rPr lang="en-IN" sz="2000" dirty="0"/>
                        <a:t>&lt;</a:t>
                      </a:r>
                      <a:r>
                        <a:rPr lang="en-IN" sz="2000" dirty="0" err="1"/>
                        <a:t>c:out</a:t>
                      </a:r>
                      <a:r>
                        <a:rPr lang="en-IN" sz="2000" dirty="0"/>
                        <a:t>&gt;</a:t>
                      </a:r>
                    </a:p>
                  </a:txBody>
                  <a:tcPr marL="83680" marR="83680" marT="41840" marB="41840" anchor="ctr"/>
                </a:tc>
                <a:tc>
                  <a:txBody>
                    <a:bodyPr/>
                    <a:lstStyle/>
                    <a:p>
                      <a:pPr algn="ctr">
                        <a:buNone/>
                      </a:pPr>
                      <a:r>
                        <a:rPr lang="en-IN" sz="2000" dirty="0"/>
                        <a:t>Display output</a:t>
                      </a:r>
                    </a:p>
                  </a:txBody>
                  <a:tcPr marL="83680" marR="83680" marT="41840" marB="41840" anchor="ctr"/>
                </a:tc>
                <a:extLst>
                  <a:ext uri="{0D108BD9-81ED-4DB2-BD59-A6C34878D82A}">
                    <a16:rowId xmlns:a16="http://schemas.microsoft.com/office/drawing/2014/main" val="2254396373"/>
                  </a:ext>
                </a:extLst>
              </a:tr>
              <a:tr h="412076">
                <a:tc>
                  <a:txBody>
                    <a:bodyPr/>
                    <a:lstStyle/>
                    <a:p>
                      <a:pPr algn="ctr">
                        <a:buNone/>
                      </a:pPr>
                      <a:r>
                        <a:rPr lang="en-IN" sz="2000" dirty="0"/>
                        <a:t>&lt;</a:t>
                      </a:r>
                      <a:r>
                        <a:rPr lang="en-IN" sz="2000" dirty="0" err="1"/>
                        <a:t>c:set</a:t>
                      </a:r>
                      <a:r>
                        <a:rPr lang="en-IN" sz="2000" dirty="0"/>
                        <a:t>&gt;</a:t>
                      </a:r>
                    </a:p>
                  </a:txBody>
                  <a:tcPr marL="83680" marR="83680" marT="41840" marB="41840" anchor="ctr"/>
                </a:tc>
                <a:tc>
                  <a:txBody>
                    <a:bodyPr/>
                    <a:lstStyle/>
                    <a:p>
                      <a:pPr algn="ctr">
                        <a:buNone/>
                      </a:pPr>
                      <a:r>
                        <a:rPr lang="en-IN" sz="2000"/>
                        <a:t>Set a variable</a:t>
                      </a:r>
                    </a:p>
                  </a:txBody>
                  <a:tcPr marL="83680" marR="83680" marT="41840" marB="41840" anchor="ctr"/>
                </a:tc>
                <a:extLst>
                  <a:ext uri="{0D108BD9-81ED-4DB2-BD59-A6C34878D82A}">
                    <a16:rowId xmlns:a16="http://schemas.microsoft.com/office/drawing/2014/main" val="2628182709"/>
                  </a:ext>
                </a:extLst>
              </a:tr>
              <a:tr h="412076">
                <a:tc>
                  <a:txBody>
                    <a:bodyPr/>
                    <a:lstStyle/>
                    <a:p>
                      <a:pPr algn="ctr">
                        <a:buNone/>
                      </a:pPr>
                      <a:r>
                        <a:rPr lang="en-IN" sz="2000"/>
                        <a:t>&lt;c:remove&gt;</a:t>
                      </a:r>
                    </a:p>
                  </a:txBody>
                  <a:tcPr marL="83680" marR="83680" marT="41840" marB="41840" anchor="ctr"/>
                </a:tc>
                <a:tc>
                  <a:txBody>
                    <a:bodyPr/>
                    <a:lstStyle/>
                    <a:p>
                      <a:pPr algn="ctr">
                        <a:buNone/>
                      </a:pPr>
                      <a:r>
                        <a:rPr lang="en-IN" sz="2000"/>
                        <a:t>Remove a variable</a:t>
                      </a:r>
                    </a:p>
                  </a:txBody>
                  <a:tcPr marL="83680" marR="83680" marT="41840" marB="41840" anchor="ctr"/>
                </a:tc>
                <a:extLst>
                  <a:ext uri="{0D108BD9-81ED-4DB2-BD59-A6C34878D82A}">
                    <a16:rowId xmlns:a16="http://schemas.microsoft.com/office/drawing/2014/main" val="3202365476"/>
                  </a:ext>
                </a:extLst>
              </a:tr>
              <a:tr h="412076">
                <a:tc>
                  <a:txBody>
                    <a:bodyPr/>
                    <a:lstStyle/>
                    <a:p>
                      <a:pPr algn="ctr">
                        <a:buNone/>
                      </a:pPr>
                      <a:r>
                        <a:rPr lang="en-IN" sz="2000" dirty="0"/>
                        <a:t>&lt;</a:t>
                      </a:r>
                      <a:r>
                        <a:rPr lang="en-IN" sz="2000" dirty="0" err="1"/>
                        <a:t>c:if</a:t>
                      </a:r>
                      <a:r>
                        <a:rPr lang="en-IN" sz="2000" dirty="0"/>
                        <a:t>&gt;</a:t>
                      </a:r>
                    </a:p>
                  </a:txBody>
                  <a:tcPr marL="83680" marR="83680" marT="41840" marB="41840" anchor="ctr"/>
                </a:tc>
                <a:tc>
                  <a:txBody>
                    <a:bodyPr/>
                    <a:lstStyle/>
                    <a:p>
                      <a:pPr algn="ctr">
                        <a:buNone/>
                      </a:pPr>
                      <a:r>
                        <a:rPr lang="en-IN" sz="2000"/>
                        <a:t>Conditional processing</a:t>
                      </a:r>
                    </a:p>
                  </a:txBody>
                  <a:tcPr marL="83680" marR="83680" marT="41840" marB="41840" anchor="ctr"/>
                </a:tc>
                <a:extLst>
                  <a:ext uri="{0D108BD9-81ED-4DB2-BD59-A6C34878D82A}">
                    <a16:rowId xmlns:a16="http://schemas.microsoft.com/office/drawing/2014/main" val="1684613054"/>
                  </a:ext>
                </a:extLst>
              </a:tr>
              <a:tr h="412076">
                <a:tc>
                  <a:txBody>
                    <a:bodyPr/>
                    <a:lstStyle/>
                    <a:p>
                      <a:pPr algn="ctr">
                        <a:buNone/>
                      </a:pPr>
                      <a:r>
                        <a:rPr lang="en-IN" sz="2000"/>
                        <a:t>&lt;c:choose&gt;</a:t>
                      </a:r>
                    </a:p>
                  </a:txBody>
                  <a:tcPr marL="83680" marR="83680" marT="41840" marB="41840" anchor="ctr"/>
                </a:tc>
                <a:tc>
                  <a:txBody>
                    <a:bodyPr/>
                    <a:lstStyle/>
                    <a:p>
                      <a:pPr algn="ctr">
                        <a:buNone/>
                      </a:pPr>
                      <a:r>
                        <a:rPr lang="en-IN" sz="2000" dirty="0"/>
                        <a:t>Multiple conditions</a:t>
                      </a:r>
                    </a:p>
                  </a:txBody>
                  <a:tcPr marL="83680" marR="83680" marT="41840" marB="41840" anchor="ctr"/>
                </a:tc>
                <a:extLst>
                  <a:ext uri="{0D108BD9-81ED-4DB2-BD59-A6C34878D82A}">
                    <a16:rowId xmlns:a16="http://schemas.microsoft.com/office/drawing/2014/main" val="1944638597"/>
                  </a:ext>
                </a:extLst>
              </a:tr>
              <a:tr h="412076">
                <a:tc>
                  <a:txBody>
                    <a:bodyPr/>
                    <a:lstStyle/>
                    <a:p>
                      <a:pPr algn="ctr">
                        <a:buNone/>
                      </a:pPr>
                      <a:r>
                        <a:rPr lang="en-IN" sz="2000"/>
                        <a:t>&lt;c:when&gt;</a:t>
                      </a:r>
                    </a:p>
                  </a:txBody>
                  <a:tcPr marL="83680" marR="83680" marT="41840" marB="41840" anchor="ctr"/>
                </a:tc>
                <a:tc>
                  <a:txBody>
                    <a:bodyPr/>
                    <a:lstStyle/>
                    <a:p>
                      <a:pPr algn="ctr">
                        <a:buNone/>
                      </a:pPr>
                      <a:r>
                        <a:rPr lang="en-IN" sz="2000" dirty="0"/>
                        <a:t>Individual condition</a:t>
                      </a:r>
                    </a:p>
                  </a:txBody>
                  <a:tcPr marL="83680" marR="83680" marT="41840" marB="41840" anchor="ctr"/>
                </a:tc>
                <a:extLst>
                  <a:ext uri="{0D108BD9-81ED-4DB2-BD59-A6C34878D82A}">
                    <a16:rowId xmlns:a16="http://schemas.microsoft.com/office/drawing/2014/main" val="3481247504"/>
                  </a:ext>
                </a:extLst>
              </a:tr>
              <a:tr h="412076">
                <a:tc>
                  <a:txBody>
                    <a:bodyPr/>
                    <a:lstStyle/>
                    <a:p>
                      <a:pPr algn="ctr">
                        <a:buNone/>
                      </a:pPr>
                      <a:r>
                        <a:rPr lang="en-IN" sz="2000"/>
                        <a:t>&lt;c:otherwise&gt;</a:t>
                      </a:r>
                    </a:p>
                  </a:txBody>
                  <a:tcPr marL="83680" marR="83680" marT="41840" marB="41840" anchor="ctr"/>
                </a:tc>
                <a:tc>
                  <a:txBody>
                    <a:bodyPr/>
                    <a:lstStyle/>
                    <a:p>
                      <a:pPr algn="ctr">
                        <a:buNone/>
                      </a:pPr>
                      <a:r>
                        <a:rPr lang="en-IN" sz="2000" dirty="0"/>
                        <a:t>Default condition</a:t>
                      </a:r>
                    </a:p>
                  </a:txBody>
                  <a:tcPr marL="83680" marR="83680" marT="41840" marB="41840" anchor="ctr"/>
                </a:tc>
                <a:extLst>
                  <a:ext uri="{0D108BD9-81ED-4DB2-BD59-A6C34878D82A}">
                    <a16:rowId xmlns:a16="http://schemas.microsoft.com/office/drawing/2014/main" val="3810656964"/>
                  </a:ext>
                </a:extLst>
              </a:tr>
              <a:tr h="412076">
                <a:tc>
                  <a:txBody>
                    <a:bodyPr/>
                    <a:lstStyle/>
                    <a:p>
                      <a:pPr algn="ctr">
                        <a:buNone/>
                      </a:pPr>
                      <a:r>
                        <a:rPr lang="en-IN" sz="2000"/>
                        <a:t>&lt;c:forEach&gt;</a:t>
                      </a:r>
                    </a:p>
                  </a:txBody>
                  <a:tcPr marL="83680" marR="83680" marT="41840" marB="41840" anchor="ctr"/>
                </a:tc>
                <a:tc>
                  <a:txBody>
                    <a:bodyPr/>
                    <a:lstStyle/>
                    <a:p>
                      <a:pPr algn="ctr">
                        <a:buNone/>
                      </a:pPr>
                      <a:r>
                        <a:rPr lang="en-IN" sz="2000" dirty="0"/>
                        <a:t>Iteration</a:t>
                      </a:r>
                    </a:p>
                  </a:txBody>
                  <a:tcPr marL="83680" marR="83680" marT="41840" marB="41840" anchor="ctr"/>
                </a:tc>
                <a:extLst>
                  <a:ext uri="{0D108BD9-81ED-4DB2-BD59-A6C34878D82A}">
                    <a16:rowId xmlns:a16="http://schemas.microsoft.com/office/drawing/2014/main" val="207418166"/>
                  </a:ext>
                </a:extLst>
              </a:tr>
            </a:tbl>
          </a:graphicData>
        </a:graphic>
      </p:graphicFrame>
    </p:spTree>
    <p:extLst>
      <p:ext uri="{BB962C8B-B14F-4D97-AF65-F5344CB8AC3E}">
        <p14:creationId xmlns:p14="http://schemas.microsoft.com/office/powerpoint/2010/main" val="20135150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6B418-B59A-E0F6-1488-25A37543CC03}"/>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70E7BA68-4678-B295-1122-5380DBB91F79}"/>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Core Tags</a:t>
            </a:r>
          </a:p>
        </p:txBody>
      </p:sp>
      <p:sp>
        <p:nvSpPr>
          <p:cNvPr id="4" name="TextBox 6">
            <a:extLst>
              <a:ext uri="{FF2B5EF4-FFF2-40B4-BE49-F238E27FC236}">
                <a16:creationId xmlns:a16="http://schemas.microsoft.com/office/drawing/2014/main" id="{0E180464-5B55-12A2-1582-BF5A1CC153D3}"/>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BB9715E-ECC8-4909-DD26-02E4FB95D651}"/>
              </a:ext>
            </a:extLst>
          </p:cNvPr>
          <p:cNvSpPr txBox="1"/>
          <p:nvPr/>
        </p:nvSpPr>
        <p:spPr>
          <a:xfrm>
            <a:off x="0" y="2241550"/>
            <a:ext cx="8806543" cy="4524315"/>
          </a:xfrm>
          <a:prstGeom prst="rect">
            <a:avLst/>
          </a:prstGeom>
          <a:noFill/>
        </p:spPr>
        <p:txBody>
          <a:bodyPr wrap="square" rtlCol="0">
            <a:spAutoFit/>
          </a:bodyPr>
          <a:lstStyle/>
          <a:p>
            <a:r>
              <a:rPr lang="en-IN" sz="2400" b="1" dirty="0"/>
              <a:t>Example 1:</a:t>
            </a:r>
          </a:p>
          <a:p>
            <a:r>
              <a:rPr lang="en-IN" sz="2400" dirty="0"/>
              <a:t>&lt;</a:t>
            </a:r>
            <a:r>
              <a:rPr lang="en-IN" sz="2400" dirty="0" err="1"/>
              <a:t>c:set</a:t>
            </a:r>
            <a:r>
              <a:rPr lang="en-IN" sz="2400" dirty="0"/>
              <a:t> var="name" value="Gaurav" /&gt;</a:t>
            </a:r>
          </a:p>
          <a:p>
            <a:r>
              <a:rPr lang="en-IN" sz="2400" dirty="0"/>
              <a:t>${name}</a:t>
            </a:r>
          </a:p>
          <a:p>
            <a:r>
              <a:rPr lang="en-IN" sz="2400" dirty="0"/>
              <a:t>Output:</a:t>
            </a:r>
          </a:p>
          <a:p>
            <a:r>
              <a:rPr lang="en-IN" sz="2400" dirty="0"/>
              <a:t>Gaurav</a:t>
            </a:r>
          </a:p>
          <a:p>
            <a:endParaRPr lang="en-IN" sz="2400" dirty="0"/>
          </a:p>
          <a:p>
            <a:r>
              <a:rPr lang="en-IN" sz="2400" b="1" dirty="0"/>
              <a:t>Example 2:</a:t>
            </a:r>
          </a:p>
          <a:p>
            <a:r>
              <a:rPr lang="en-IN" sz="2400" dirty="0"/>
              <a:t>&lt;</a:t>
            </a:r>
            <a:r>
              <a:rPr lang="en-IN" sz="2400" dirty="0" err="1"/>
              <a:t>c:set</a:t>
            </a:r>
            <a:r>
              <a:rPr lang="en-IN" sz="2400" dirty="0"/>
              <a:t> var="username"</a:t>
            </a:r>
          </a:p>
          <a:p>
            <a:r>
              <a:rPr lang="en-IN" sz="2400" dirty="0"/>
              <a:t>       value="Gaurav"</a:t>
            </a:r>
          </a:p>
          <a:p>
            <a:r>
              <a:rPr lang="en-IN" sz="2400" dirty="0"/>
              <a:t>       scope="session" /&gt;</a:t>
            </a:r>
          </a:p>
          <a:p>
            <a:r>
              <a:rPr lang="en-IN" sz="2400" dirty="0"/>
              <a:t>${</a:t>
            </a:r>
            <a:r>
              <a:rPr lang="en-IN" sz="2400" dirty="0" err="1"/>
              <a:t>sessionScope.username</a:t>
            </a:r>
            <a:r>
              <a:rPr lang="en-IN" sz="2400" dirty="0"/>
              <a:t>}</a:t>
            </a:r>
          </a:p>
          <a:p>
            <a:r>
              <a:rPr lang="en-IN" sz="2400" dirty="0"/>
              <a:t>Output: Gaurav</a:t>
            </a:r>
          </a:p>
        </p:txBody>
      </p:sp>
    </p:spTree>
    <p:extLst>
      <p:ext uri="{BB962C8B-B14F-4D97-AF65-F5344CB8AC3E}">
        <p14:creationId xmlns:p14="http://schemas.microsoft.com/office/powerpoint/2010/main" val="2233733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03FA6-688C-4AA0-02FE-E45772664844}"/>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F789A46B-1050-0B91-4268-B3DA103EC150}"/>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Core Tags</a:t>
            </a:r>
          </a:p>
        </p:txBody>
      </p:sp>
      <p:sp>
        <p:nvSpPr>
          <p:cNvPr id="4" name="TextBox 6">
            <a:extLst>
              <a:ext uri="{FF2B5EF4-FFF2-40B4-BE49-F238E27FC236}">
                <a16:creationId xmlns:a16="http://schemas.microsoft.com/office/drawing/2014/main" id="{D4E366EB-CC14-8F71-FF65-FBA04DEAC2D1}"/>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40AE88E-46C7-58E0-5C54-9C2F6AC2E887}"/>
              </a:ext>
            </a:extLst>
          </p:cNvPr>
          <p:cNvSpPr txBox="1"/>
          <p:nvPr/>
        </p:nvSpPr>
        <p:spPr>
          <a:xfrm>
            <a:off x="0" y="2241550"/>
            <a:ext cx="8806543" cy="3785652"/>
          </a:xfrm>
          <a:prstGeom prst="rect">
            <a:avLst/>
          </a:prstGeom>
          <a:noFill/>
        </p:spPr>
        <p:txBody>
          <a:bodyPr wrap="square" rtlCol="0">
            <a:spAutoFit/>
          </a:bodyPr>
          <a:lstStyle/>
          <a:p>
            <a:r>
              <a:rPr lang="en-IN" sz="2400" b="1" dirty="0"/>
              <a:t>Example 3:</a:t>
            </a:r>
          </a:p>
          <a:p>
            <a:r>
              <a:rPr lang="da-DK" sz="2400" dirty="0"/>
              <a:t>&lt;c:set var="message" value="Hello" /&gt;</a:t>
            </a:r>
          </a:p>
          <a:p>
            <a:r>
              <a:rPr lang="da-DK" sz="2400" dirty="0"/>
              <a:t>${message}</a:t>
            </a:r>
          </a:p>
          <a:p>
            <a:r>
              <a:rPr lang="da-DK" sz="2400" dirty="0"/>
              <a:t>&lt;c:remove var="message" /&gt;</a:t>
            </a:r>
          </a:p>
          <a:p>
            <a:r>
              <a:rPr lang="da-DK" sz="2400" dirty="0"/>
              <a:t>${message}</a:t>
            </a:r>
          </a:p>
          <a:p>
            <a:endParaRPr lang="en-IN" sz="2400" dirty="0"/>
          </a:p>
          <a:p>
            <a:r>
              <a:rPr lang="en-IN" sz="2400" b="1" dirty="0"/>
              <a:t>Example 4:</a:t>
            </a:r>
          </a:p>
          <a:p>
            <a:r>
              <a:rPr lang="en-US" sz="2400" dirty="0"/>
              <a:t>&lt;</a:t>
            </a:r>
            <a:r>
              <a:rPr lang="en-US" sz="2400" dirty="0" err="1"/>
              <a:t>c:if</a:t>
            </a:r>
            <a:r>
              <a:rPr lang="en-US" sz="2400" dirty="0"/>
              <a:t> test="${marks &gt;= 40}"&gt;</a:t>
            </a:r>
          </a:p>
          <a:p>
            <a:r>
              <a:rPr lang="en-US" sz="2400" dirty="0"/>
              <a:t>    Pass</a:t>
            </a:r>
          </a:p>
          <a:p>
            <a:r>
              <a:rPr lang="en-US" sz="2400" dirty="0"/>
              <a:t>&lt;/</a:t>
            </a:r>
            <a:r>
              <a:rPr lang="en-US" sz="2400" dirty="0" err="1"/>
              <a:t>c:if</a:t>
            </a:r>
            <a:r>
              <a:rPr lang="en-US" sz="2400" dirty="0"/>
              <a:t>&gt;</a:t>
            </a:r>
            <a:endParaRPr lang="en-IN" sz="2400" dirty="0"/>
          </a:p>
        </p:txBody>
      </p:sp>
    </p:spTree>
    <p:extLst>
      <p:ext uri="{BB962C8B-B14F-4D97-AF65-F5344CB8AC3E}">
        <p14:creationId xmlns:p14="http://schemas.microsoft.com/office/powerpoint/2010/main" val="5875384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BB628-A7BE-6B18-410C-4CB7165A75D4}"/>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284FA316-D8D4-4698-CA0E-1F09131F6CF2}"/>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Core Tags</a:t>
            </a:r>
          </a:p>
        </p:txBody>
      </p:sp>
      <p:sp>
        <p:nvSpPr>
          <p:cNvPr id="4" name="TextBox 6">
            <a:extLst>
              <a:ext uri="{FF2B5EF4-FFF2-40B4-BE49-F238E27FC236}">
                <a16:creationId xmlns:a16="http://schemas.microsoft.com/office/drawing/2014/main" id="{A804D50F-6F6B-B771-FE4D-09F2D637EADF}"/>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AECE41B-26B8-D58B-E6CB-17C9E76EED90}"/>
              </a:ext>
            </a:extLst>
          </p:cNvPr>
          <p:cNvSpPr txBox="1"/>
          <p:nvPr/>
        </p:nvSpPr>
        <p:spPr>
          <a:xfrm>
            <a:off x="0" y="2241550"/>
            <a:ext cx="8806543" cy="4524315"/>
          </a:xfrm>
          <a:prstGeom prst="rect">
            <a:avLst/>
          </a:prstGeom>
          <a:noFill/>
        </p:spPr>
        <p:txBody>
          <a:bodyPr wrap="square" rtlCol="0">
            <a:spAutoFit/>
          </a:bodyPr>
          <a:lstStyle/>
          <a:p>
            <a:r>
              <a:rPr lang="en-IN" sz="2400" b="1" dirty="0"/>
              <a:t>Example 5:</a:t>
            </a:r>
          </a:p>
          <a:p>
            <a:r>
              <a:rPr lang="en-US" sz="2400" dirty="0"/>
              <a:t>&lt;</a:t>
            </a:r>
            <a:r>
              <a:rPr lang="en-US" sz="2400" dirty="0" err="1"/>
              <a:t>c:choose</a:t>
            </a:r>
            <a:r>
              <a:rPr lang="en-US" sz="2400" dirty="0"/>
              <a:t>&gt;</a:t>
            </a:r>
          </a:p>
          <a:p>
            <a:r>
              <a:rPr lang="en-US" sz="2400" dirty="0"/>
              <a:t>    &lt;</a:t>
            </a:r>
            <a:r>
              <a:rPr lang="en-US" sz="2400" dirty="0" err="1"/>
              <a:t>c:when</a:t>
            </a:r>
            <a:r>
              <a:rPr lang="en-US" sz="2400" dirty="0"/>
              <a:t> test="${marks &gt;= 80}"&gt;</a:t>
            </a:r>
          </a:p>
          <a:p>
            <a:r>
              <a:rPr lang="en-US" sz="2400" dirty="0"/>
              <a:t>        Grade A</a:t>
            </a:r>
          </a:p>
          <a:p>
            <a:r>
              <a:rPr lang="en-US" sz="2400" dirty="0"/>
              <a:t>    &lt;/</a:t>
            </a:r>
            <a:r>
              <a:rPr lang="en-US" sz="2400" dirty="0" err="1"/>
              <a:t>c:when</a:t>
            </a:r>
            <a:r>
              <a:rPr lang="en-US" sz="2400" dirty="0"/>
              <a:t>&gt;</a:t>
            </a:r>
          </a:p>
          <a:p>
            <a:r>
              <a:rPr lang="en-US" sz="2400" dirty="0"/>
              <a:t>    &lt;</a:t>
            </a:r>
            <a:r>
              <a:rPr lang="en-US" sz="2400" dirty="0" err="1"/>
              <a:t>c:when</a:t>
            </a:r>
            <a:r>
              <a:rPr lang="en-US" sz="2400" dirty="0"/>
              <a:t> test="${marks &gt;= 60}"&gt;</a:t>
            </a:r>
          </a:p>
          <a:p>
            <a:r>
              <a:rPr lang="en-US" sz="2400" dirty="0"/>
              <a:t>        Grade B</a:t>
            </a:r>
          </a:p>
          <a:p>
            <a:r>
              <a:rPr lang="en-US" sz="2400" dirty="0"/>
              <a:t>    &lt;/</a:t>
            </a:r>
            <a:r>
              <a:rPr lang="en-US" sz="2400" dirty="0" err="1"/>
              <a:t>c:when</a:t>
            </a:r>
            <a:r>
              <a:rPr lang="en-US" sz="2400" dirty="0"/>
              <a:t>&gt;</a:t>
            </a:r>
          </a:p>
          <a:p>
            <a:r>
              <a:rPr lang="en-US" sz="2400" dirty="0"/>
              <a:t>    &lt;</a:t>
            </a:r>
            <a:r>
              <a:rPr lang="en-US" sz="2400" dirty="0" err="1"/>
              <a:t>c:otherwise</a:t>
            </a:r>
            <a:r>
              <a:rPr lang="en-US" sz="2400" dirty="0"/>
              <a:t>&gt;</a:t>
            </a:r>
          </a:p>
          <a:p>
            <a:r>
              <a:rPr lang="en-US" sz="2400" dirty="0"/>
              <a:t>        Fail</a:t>
            </a:r>
          </a:p>
          <a:p>
            <a:r>
              <a:rPr lang="en-US" sz="2400" dirty="0"/>
              <a:t>    &lt;/</a:t>
            </a:r>
            <a:r>
              <a:rPr lang="en-US" sz="2400" dirty="0" err="1"/>
              <a:t>c:otherwise</a:t>
            </a:r>
            <a:r>
              <a:rPr lang="en-US" sz="2400" dirty="0"/>
              <a:t>&gt;</a:t>
            </a:r>
          </a:p>
          <a:p>
            <a:r>
              <a:rPr lang="en-US" sz="2400" dirty="0"/>
              <a:t>&lt;/</a:t>
            </a:r>
            <a:r>
              <a:rPr lang="en-US" sz="2400" dirty="0" err="1"/>
              <a:t>c:choose</a:t>
            </a:r>
            <a:r>
              <a:rPr lang="en-US" sz="2400" dirty="0"/>
              <a:t>&gt;</a:t>
            </a:r>
            <a:endParaRPr lang="en-IN" sz="2400" dirty="0"/>
          </a:p>
        </p:txBody>
      </p:sp>
    </p:spTree>
    <p:extLst>
      <p:ext uri="{BB962C8B-B14F-4D97-AF65-F5344CB8AC3E}">
        <p14:creationId xmlns:p14="http://schemas.microsoft.com/office/powerpoint/2010/main" val="33023322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200A1-2036-1183-A6D8-4EFB7AF3FA72}"/>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EAD9315E-FB66-B5CB-A9ED-1ABF6C738ECE}"/>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Core Tags</a:t>
            </a:r>
          </a:p>
        </p:txBody>
      </p:sp>
      <p:sp>
        <p:nvSpPr>
          <p:cNvPr id="4" name="TextBox 6">
            <a:extLst>
              <a:ext uri="{FF2B5EF4-FFF2-40B4-BE49-F238E27FC236}">
                <a16:creationId xmlns:a16="http://schemas.microsoft.com/office/drawing/2014/main" id="{3F89204B-C3E9-3E68-2C27-0F5BF8EC4C04}"/>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096682D-B9CC-37B2-347E-AB5C75EBF46D}"/>
              </a:ext>
            </a:extLst>
          </p:cNvPr>
          <p:cNvSpPr txBox="1"/>
          <p:nvPr/>
        </p:nvSpPr>
        <p:spPr>
          <a:xfrm>
            <a:off x="0" y="2241550"/>
            <a:ext cx="8806543" cy="3416320"/>
          </a:xfrm>
          <a:prstGeom prst="rect">
            <a:avLst/>
          </a:prstGeom>
          <a:noFill/>
        </p:spPr>
        <p:txBody>
          <a:bodyPr wrap="square" rtlCol="0">
            <a:spAutoFit/>
          </a:bodyPr>
          <a:lstStyle/>
          <a:p>
            <a:r>
              <a:rPr lang="en-IN" sz="2400" b="1" dirty="0"/>
              <a:t>Example 6:</a:t>
            </a:r>
          </a:p>
          <a:p>
            <a:r>
              <a:rPr lang="en-US" sz="2400" dirty="0"/>
              <a:t>&lt;</a:t>
            </a:r>
            <a:r>
              <a:rPr lang="en-US" sz="2400" dirty="0" err="1"/>
              <a:t>c:forEach</a:t>
            </a:r>
            <a:r>
              <a:rPr lang="en-US" sz="2400" dirty="0"/>
              <a:t> var="</a:t>
            </a:r>
            <a:r>
              <a:rPr lang="en-US" sz="2400" dirty="0" err="1"/>
              <a:t>i</a:t>
            </a:r>
            <a:r>
              <a:rPr lang="en-US" sz="2400" dirty="0"/>
              <a:t>" begin="1" end="5"&gt;</a:t>
            </a:r>
          </a:p>
          <a:p>
            <a:r>
              <a:rPr lang="en-US" sz="2400" dirty="0"/>
              <a:t>    ${</a:t>
            </a:r>
            <a:r>
              <a:rPr lang="en-US" sz="2400" dirty="0" err="1"/>
              <a:t>i</a:t>
            </a:r>
            <a:r>
              <a:rPr lang="en-US" sz="2400" dirty="0"/>
              <a:t>}&lt;</a:t>
            </a:r>
            <a:r>
              <a:rPr lang="en-US" sz="2400" dirty="0" err="1"/>
              <a:t>br</a:t>
            </a:r>
            <a:r>
              <a:rPr lang="en-US" sz="2400" dirty="0"/>
              <a:t>&gt;</a:t>
            </a:r>
          </a:p>
          <a:p>
            <a:r>
              <a:rPr lang="en-US" sz="2400" dirty="0"/>
              <a:t>&lt;/</a:t>
            </a:r>
            <a:r>
              <a:rPr lang="en-US" sz="2400" dirty="0" err="1"/>
              <a:t>c:forEach</a:t>
            </a:r>
            <a:r>
              <a:rPr lang="en-US" sz="2400" dirty="0"/>
              <a:t>&gt;</a:t>
            </a:r>
          </a:p>
          <a:p>
            <a:endParaRPr lang="en-US" sz="2400" dirty="0"/>
          </a:p>
          <a:p>
            <a:r>
              <a:rPr lang="en-IN" sz="2400" b="1" dirty="0"/>
              <a:t>Example 7:</a:t>
            </a:r>
          </a:p>
          <a:p>
            <a:r>
              <a:rPr lang="en-IN" sz="2400" dirty="0"/>
              <a:t>&lt;</a:t>
            </a:r>
            <a:r>
              <a:rPr lang="en-IN" sz="2400" dirty="0" err="1"/>
              <a:t>c:forEach</a:t>
            </a:r>
            <a:r>
              <a:rPr lang="en-IN" sz="2400" dirty="0"/>
              <a:t> var="student" items="${students}"&gt;</a:t>
            </a:r>
          </a:p>
          <a:p>
            <a:r>
              <a:rPr lang="en-IN" sz="2400" dirty="0"/>
              <a:t>    ${student}&lt;</a:t>
            </a:r>
            <a:r>
              <a:rPr lang="en-IN" sz="2400" dirty="0" err="1"/>
              <a:t>br</a:t>
            </a:r>
            <a:r>
              <a:rPr lang="en-IN" sz="2400" dirty="0"/>
              <a:t>&gt;</a:t>
            </a:r>
          </a:p>
          <a:p>
            <a:r>
              <a:rPr lang="en-IN" sz="2400" dirty="0"/>
              <a:t>&lt;/</a:t>
            </a:r>
            <a:r>
              <a:rPr lang="en-IN" sz="2400" dirty="0" err="1"/>
              <a:t>c:forEach</a:t>
            </a:r>
            <a:r>
              <a:rPr lang="en-IN" sz="2400" dirty="0"/>
              <a:t>&gt;</a:t>
            </a:r>
          </a:p>
        </p:txBody>
      </p:sp>
    </p:spTree>
    <p:extLst>
      <p:ext uri="{BB962C8B-B14F-4D97-AF65-F5344CB8AC3E}">
        <p14:creationId xmlns:p14="http://schemas.microsoft.com/office/powerpoint/2010/main" val="9261275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910B-D282-65FD-22A2-89F1E19AC4E1}"/>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3E3BA1DF-D6F9-513D-BEC6-E878395B6A7A}"/>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Core Tags</a:t>
            </a:r>
          </a:p>
        </p:txBody>
      </p:sp>
      <p:sp>
        <p:nvSpPr>
          <p:cNvPr id="4" name="TextBox 6">
            <a:extLst>
              <a:ext uri="{FF2B5EF4-FFF2-40B4-BE49-F238E27FC236}">
                <a16:creationId xmlns:a16="http://schemas.microsoft.com/office/drawing/2014/main" id="{7DBD95DB-562D-BA9A-F485-EF756A80A658}"/>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BE38BBF-E950-B7F3-1891-337C34683756}"/>
              </a:ext>
            </a:extLst>
          </p:cNvPr>
          <p:cNvSpPr txBox="1"/>
          <p:nvPr/>
        </p:nvSpPr>
        <p:spPr>
          <a:xfrm>
            <a:off x="0" y="2241550"/>
            <a:ext cx="8806543" cy="3785652"/>
          </a:xfrm>
          <a:prstGeom prst="rect">
            <a:avLst/>
          </a:prstGeom>
          <a:noFill/>
        </p:spPr>
        <p:txBody>
          <a:bodyPr wrap="square" rtlCol="0">
            <a:spAutoFit/>
          </a:bodyPr>
          <a:lstStyle/>
          <a:p>
            <a:r>
              <a:rPr lang="en-IN" sz="2400" b="1" dirty="0"/>
              <a:t>Example 8:</a:t>
            </a:r>
          </a:p>
          <a:p>
            <a:r>
              <a:rPr lang="en-IN" sz="2400" dirty="0"/>
              <a:t>&lt;</a:t>
            </a:r>
            <a:r>
              <a:rPr lang="en-IN" sz="2400" dirty="0" err="1"/>
              <a:t>c:url</a:t>
            </a:r>
            <a:r>
              <a:rPr lang="en-IN" sz="2400" dirty="0"/>
              <a:t> var="</a:t>
            </a:r>
            <a:r>
              <a:rPr lang="en-IN" sz="2400" dirty="0" err="1"/>
              <a:t>loginUrl</a:t>
            </a:r>
            <a:r>
              <a:rPr lang="en-IN" sz="2400" dirty="0"/>
              <a:t>" value="</a:t>
            </a:r>
            <a:r>
              <a:rPr lang="en-IN" sz="2400" dirty="0" err="1"/>
              <a:t>login.jsp</a:t>
            </a:r>
            <a:r>
              <a:rPr lang="en-IN" sz="2400" dirty="0"/>
              <a:t>" /&gt;</a:t>
            </a:r>
          </a:p>
          <a:p>
            <a:endParaRPr lang="en-IN" sz="2400" dirty="0"/>
          </a:p>
          <a:p>
            <a:r>
              <a:rPr lang="en-IN" sz="2400" b="1" dirty="0"/>
              <a:t>Example 9:</a:t>
            </a:r>
            <a:endParaRPr lang="en-IN" sz="2400" dirty="0"/>
          </a:p>
          <a:p>
            <a:r>
              <a:rPr lang="en-IN" sz="2400" dirty="0"/>
              <a:t>&lt;</a:t>
            </a:r>
            <a:r>
              <a:rPr lang="en-IN" sz="2400" dirty="0" err="1"/>
              <a:t>c:url</a:t>
            </a:r>
            <a:r>
              <a:rPr lang="en-IN" sz="2400" dirty="0"/>
              <a:t> var="</a:t>
            </a:r>
            <a:r>
              <a:rPr lang="en-IN" sz="2400" dirty="0" err="1"/>
              <a:t>url</a:t>
            </a:r>
            <a:r>
              <a:rPr lang="en-IN" sz="2400" dirty="0"/>
              <a:t>" value="</a:t>
            </a:r>
            <a:r>
              <a:rPr lang="en-IN" sz="2400" dirty="0" err="1"/>
              <a:t>student.jsp</a:t>
            </a:r>
            <a:r>
              <a:rPr lang="en-IN" sz="2400" dirty="0"/>
              <a:t>"&gt;</a:t>
            </a:r>
          </a:p>
          <a:p>
            <a:r>
              <a:rPr lang="en-IN" sz="2400" dirty="0"/>
              <a:t>    &lt;</a:t>
            </a:r>
            <a:r>
              <a:rPr lang="en-IN" sz="2400" dirty="0" err="1"/>
              <a:t>c:param</a:t>
            </a:r>
            <a:r>
              <a:rPr lang="en-IN" sz="2400" dirty="0"/>
              <a:t> name="id" value="101" /&gt;</a:t>
            </a:r>
          </a:p>
          <a:p>
            <a:r>
              <a:rPr lang="en-IN" sz="2400" dirty="0"/>
              <a:t>&lt;/</a:t>
            </a:r>
            <a:r>
              <a:rPr lang="en-IN" sz="2400" dirty="0" err="1"/>
              <a:t>c:url</a:t>
            </a:r>
            <a:r>
              <a:rPr lang="en-IN" sz="2400" dirty="0"/>
              <a:t>&gt;</a:t>
            </a:r>
          </a:p>
          <a:p>
            <a:endParaRPr lang="en-IN" sz="2400" dirty="0"/>
          </a:p>
          <a:p>
            <a:r>
              <a:rPr lang="en-IN" sz="2400" b="1" dirty="0"/>
              <a:t>Example 10:</a:t>
            </a:r>
            <a:endParaRPr lang="en-IN" sz="2400" dirty="0"/>
          </a:p>
          <a:p>
            <a:r>
              <a:rPr lang="nl-NL" sz="2400" dirty="0"/>
              <a:t>&lt;c:redirect url="login.jsp" /&gt;</a:t>
            </a:r>
            <a:endParaRPr lang="en-IN" sz="2400" dirty="0"/>
          </a:p>
        </p:txBody>
      </p:sp>
    </p:spTree>
    <p:extLst>
      <p:ext uri="{BB962C8B-B14F-4D97-AF65-F5344CB8AC3E}">
        <p14:creationId xmlns:p14="http://schemas.microsoft.com/office/powerpoint/2010/main" val="6927519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5AF55-87F1-8648-FAD8-606CAAC7D194}"/>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7CAFF768-95DE-4FE0-0140-8AF0ECA20542}"/>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Formatting Library</a:t>
            </a:r>
          </a:p>
        </p:txBody>
      </p:sp>
      <p:sp>
        <p:nvSpPr>
          <p:cNvPr id="4" name="TextBox 6">
            <a:extLst>
              <a:ext uri="{FF2B5EF4-FFF2-40B4-BE49-F238E27FC236}">
                <a16:creationId xmlns:a16="http://schemas.microsoft.com/office/drawing/2014/main" id="{F3074718-9F2B-7109-12A3-DB9C227F1067}"/>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DA4DF02-0B9C-B01D-D622-B36D084C3C3C}"/>
              </a:ext>
            </a:extLst>
          </p:cNvPr>
          <p:cNvSpPr txBox="1"/>
          <p:nvPr/>
        </p:nvSpPr>
        <p:spPr>
          <a:xfrm>
            <a:off x="0" y="2241550"/>
            <a:ext cx="8806543" cy="452431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Syntax:</a:t>
            </a:r>
          </a:p>
          <a:p>
            <a:r>
              <a:rPr lang="en-IN" sz="2400" dirty="0">
                <a:latin typeface="Times New Roman" panose="02020603050405020304" pitchFamily="18" charset="0"/>
                <a:cs typeface="Times New Roman" panose="02020603050405020304" pitchFamily="18" charset="0"/>
              </a:rPr>
              <a:t>&lt;%@ </a:t>
            </a:r>
            <a:r>
              <a:rPr lang="en-IN" sz="2400" dirty="0" err="1">
                <a:latin typeface="Times New Roman" panose="02020603050405020304" pitchFamily="18" charset="0"/>
                <a:cs typeface="Times New Roman" panose="02020603050405020304" pitchFamily="18" charset="0"/>
              </a:rPr>
              <a:t>taglib</a:t>
            </a:r>
            <a:r>
              <a:rPr lang="en-IN" sz="2400" dirty="0">
                <a:latin typeface="Times New Roman" panose="02020603050405020304" pitchFamily="18" charset="0"/>
                <a:cs typeface="Times New Roman" panose="02020603050405020304" pitchFamily="18" charset="0"/>
              </a:rPr>
              <a:t> prefix="</a:t>
            </a:r>
            <a:r>
              <a:rPr lang="en-IN" sz="2400" dirty="0" err="1">
                <a:latin typeface="Times New Roman" panose="02020603050405020304" pitchFamily="18" charset="0"/>
                <a:cs typeface="Times New Roman" panose="02020603050405020304" pitchFamily="18" charset="0"/>
              </a:rPr>
              <a:t>fmt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uri</a:t>
            </a:r>
            <a:r>
              <a:rPr lang="en-IN" sz="2400" dirty="0">
                <a:latin typeface="Times New Roman" panose="02020603050405020304" pitchFamily="18" charset="0"/>
                <a:cs typeface="Times New Roman" panose="02020603050405020304" pitchFamily="18" charset="0"/>
              </a:rPr>
              <a:t>="..." %&gt;</a:t>
            </a:r>
          </a:p>
          <a:p>
            <a:r>
              <a:rPr lang="en-IN" sz="2400" b="1" dirty="0">
                <a:latin typeface="Times New Roman" panose="02020603050405020304" pitchFamily="18" charset="0"/>
                <a:cs typeface="Times New Roman" panose="02020603050405020304" pitchFamily="18" charset="0"/>
              </a:rPr>
              <a:t>Used for:</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Number formatting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Date/time formatting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Internationalization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Localization</a:t>
            </a:r>
          </a:p>
          <a:p>
            <a:pPr lvl="0"/>
            <a:r>
              <a:rPr lang="en-IN" sz="2400" b="1" dirty="0">
                <a:latin typeface="Times New Roman" panose="02020603050405020304" pitchFamily="18" charset="0"/>
                <a:cs typeface="Times New Roman" panose="02020603050405020304" pitchFamily="18" charset="0"/>
              </a:rPr>
              <a:t>Important tags:</a:t>
            </a:r>
          </a:p>
          <a:p>
            <a:pPr lvl="0"/>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fmt:formatNumber</a:t>
            </a:r>
            <a:r>
              <a:rPr lang="en-IN" sz="2400" dirty="0">
                <a:latin typeface="Times New Roman" panose="02020603050405020304" pitchFamily="18" charset="0"/>
                <a:cs typeface="Times New Roman" panose="02020603050405020304" pitchFamily="18" charset="0"/>
              </a:rPr>
              <a:t>&gt;</a:t>
            </a:r>
          </a:p>
          <a:p>
            <a:pPr lvl="0"/>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fmt:formatDate</a:t>
            </a:r>
            <a:r>
              <a:rPr lang="en-IN" sz="2400" dirty="0">
                <a:latin typeface="Times New Roman" panose="02020603050405020304" pitchFamily="18" charset="0"/>
                <a:cs typeface="Times New Roman" panose="02020603050405020304" pitchFamily="18" charset="0"/>
              </a:rPr>
              <a:t>&gt;</a:t>
            </a:r>
          </a:p>
          <a:p>
            <a:pPr lvl="0"/>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fmt:parseNumber</a:t>
            </a:r>
            <a:r>
              <a:rPr lang="en-IN" sz="2400" dirty="0">
                <a:latin typeface="Times New Roman" panose="02020603050405020304" pitchFamily="18" charset="0"/>
                <a:cs typeface="Times New Roman" panose="02020603050405020304" pitchFamily="18" charset="0"/>
              </a:rPr>
              <a:t>&gt;</a:t>
            </a:r>
          </a:p>
          <a:p>
            <a:pPr lvl="0"/>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fmt:parseDate</a:t>
            </a:r>
            <a:r>
              <a:rPr lang="en-IN" sz="2400"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19824448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81A3-09A4-919F-F949-189A7013CEE5}"/>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C3939B8-5739-8A4F-1759-0A216A95133B}"/>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Formatting Library</a:t>
            </a:r>
          </a:p>
        </p:txBody>
      </p:sp>
      <p:sp>
        <p:nvSpPr>
          <p:cNvPr id="4" name="TextBox 6">
            <a:extLst>
              <a:ext uri="{FF2B5EF4-FFF2-40B4-BE49-F238E27FC236}">
                <a16:creationId xmlns:a16="http://schemas.microsoft.com/office/drawing/2014/main" id="{E4F37232-1B28-E876-A746-DC67381A58B0}"/>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990F39A-CA9A-B1F3-A123-FFC3FC4A677D}"/>
              </a:ext>
            </a:extLst>
          </p:cNvPr>
          <p:cNvSpPr txBox="1"/>
          <p:nvPr/>
        </p:nvSpPr>
        <p:spPr>
          <a:xfrm>
            <a:off x="0" y="2241550"/>
            <a:ext cx="8806543" cy="452431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Example 1:</a:t>
            </a:r>
          </a:p>
          <a:p>
            <a:r>
              <a:rPr lang="en-US" sz="2400" dirty="0">
                <a:latin typeface="Times New Roman" panose="02020603050405020304" pitchFamily="18" charset="0"/>
                <a:cs typeface="Times New Roman" panose="02020603050405020304" pitchFamily="18" charset="0"/>
              </a:rPr>
              <a:t>&lt;</a:t>
            </a:r>
            <a:r>
              <a:rPr lang="en-US" sz="2400" dirty="0" err="1">
                <a:latin typeface="Times New Roman" panose="02020603050405020304" pitchFamily="18" charset="0"/>
                <a:cs typeface="Times New Roman" panose="02020603050405020304" pitchFamily="18" charset="0"/>
              </a:rPr>
              <a:t>fmt:formatNumber</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value="${price}"</a:t>
            </a:r>
          </a:p>
          <a:p>
            <a:r>
              <a:rPr lang="en-US" sz="2400" dirty="0">
                <a:latin typeface="Times New Roman" panose="02020603050405020304" pitchFamily="18" charset="0"/>
                <a:cs typeface="Times New Roman" panose="02020603050405020304" pitchFamily="18" charset="0"/>
              </a:rPr>
              <a:t>    type="currency" /&gt;</a:t>
            </a:r>
          </a:p>
          <a:p>
            <a:r>
              <a:rPr lang="en-US" sz="2400" b="1" dirty="0">
                <a:latin typeface="Times New Roman" panose="02020603050405020304" pitchFamily="18" charset="0"/>
                <a:cs typeface="Times New Roman" panose="02020603050405020304" pitchFamily="18" charset="0"/>
              </a:rPr>
              <a:t>Example 2:</a:t>
            </a:r>
          </a:p>
          <a:p>
            <a:r>
              <a:rPr lang="en-US" sz="2400" dirty="0">
                <a:latin typeface="Times New Roman" panose="02020603050405020304" pitchFamily="18" charset="0"/>
                <a:cs typeface="Times New Roman" panose="02020603050405020304" pitchFamily="18" charset="0"/>
              </a:rPr>
              <a:t>&lt;</a:t>
            </a:r>
            <a:r>
              <a:rPr lang="en-US" sz="2400" dirty="0" err="1">
                <a:latin typeface="Times New Roman" panose="02020603050405020304" pitchFamily="18" charset="0"/>
                <a:cs typeface="Times New Roman" panose="02020603050405020304" pitchFamily="18" charset="0"/>
              </a:rPr>
              <a:t>fmt:formatNumber</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value="${percentage}"</a:t>
            </a:r>
          </a:p>
          <a:p>
            <a:r>
              <a:rPr lang="en-US" sz="2400" dirty="0">
                <a:latin typeface="Times New Roman" panose="02020603050405020304" pitchFamily="18" charset="0"/>
                <a:cs typeface="Times New Roman" panose="02020603050405020304" pitchFamily="18" charset="0"/>
              </a:rPr>
              <a:t>    type="percent" /&gt;</a:t>
            </a:r>
          </a:p>
          <a:p>
            <a:r>
              <a:rPr lang="en-US" sz="2400" b="1" dirty="0">
                <a:latin typeface="Times New Roman" panose="02020603050405020304" pitchFamily="18" charset="0"/>
                <a:cs typeface="Times New Roman" panose="02020603050405020304" pitchFamily="18" charset="0"/>
              </a:rPr>
              <a:t>Example 3:</a:t>
            </a:r>
          </a:p>
          <a:p>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fmt:formatDate</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value="${today}"</a:t>
            </a:r>
          </a:p>
          <a:p>
            <a:r>
              <a:rPr lang="en-IN" sz="2400" dirty="0">
                <a:latin typeface="Times New Roman" panose="02020603050405020304" pitchFamily="18" charset="0"/>
                <a:cs typeface="Times New Roman" panose="02020603050405020304" pitchFamily="18" charset="0"/>
              </a:rPr>
              <a:t>    pattern="dd-MM-</a:t>
            </a:r>
            <a:r>
              <a:rPr lang="en-IN" sz="2400" dirty="0" err="1">
                <a:latin typeface="Times New Roman" panose="02020603050405020304" pitchFamily="18" charset="0"/>
                <a:cs typeface="Times New Roman" panose="02020603050405020304" pitchFamily="18" charset="0"/>
              </a:rPr>
              <a:t>yyyy</a:t>
            </a:r>
            <a:r>
              <a:rPr lang="en-IN" sz="2400" dirty="0">
                <a:latin typeface="Times New Roman" panose="02020603050405020304" pitchFamily="18" charset="0"/>
                <a:cs typeface="Times New Roman" panose="02020603050405020304" pitchFamily="18" charset="0"/>
              </a:rPr>
              <a:t>" /&gt;</a:t>
            </a:r>
          </a:p>
        </p:txBody>
      </p:sp>
    </p:spTree>
    <p:extLst>
      <p:ext uri="{BB962C8B-B14F-4D97-AF65-F5344CB8AC3E}">
        <p14:creationId xmlns:p14="http://schemas.microsoft.com/office/powerpoint/2010/main" val="27508515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EB7BC-6893-15B9-B16A-FC691239EAD0}"/>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292D205D-3764-5186-E25F-846F14009F2A}"/>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Formatting Library</a:t>
            </a:r>
          </a:p>
        </p:txBody>
      </p:sp>
      <p:sp>
        <p:nvSpPr>
          <p:cNvPr id="4" name="TextBox 6">
            <a:extLst>
              <a:ext uri="{FF2B5EF4-FFF2-40B4-BE49-F238E27FC236}">
                <a16:creationId xmlns:a16="http://schemas.microsoft.com/office/drawing/2014/main" id="{C4D3E687-79B9-CB01-AF2D-1281AA6C5DE6}"/>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0AA1031-0DC5-7561-0534-AC07C9A00D9A}"/>
              </a:ext>
            </a:extLst>
          </p:cNvPr>
          <p:cNvSpPr txBox="1"/>
          <p:nvPr/>
        </p:nvSpPr>
        <p:spPr>
          <a:xfrm>
            <a:off x="0" y="2241550"/>
            <a:ext cx="8806543" cy="452431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Example 1:</a:t>
            </a:r>
          </a:p>
          <a:p>
            <a:r>
              <a:rPr lang="en-US" sz="2400" dirty="0">
                <a:latin typeface="Times New Roman" panose="02020603050405020304" pitchFamily="18" charset="0"/>
                <a:cs typeface="Times New Roman" panose="02020603050405020304" pitchFamily="18" charset="0"/>
              </a:rPr>
              <a:t>&lt;</a:t>
            </a:r>
            <a:r>
              <a:rPr lang="en-US" sz="2400" dirty="0" err="1">
                <a:latin typeface="Times New Roman" panose="02020603050405020304" pitchFamily="18" charset="0"/>
                <a:cs typeface="Times New Roman" panose="02020603050405020304" pitchFamily="18" charset="0"/>
              </a:rPr>
              <a:t>fmt:formatNumber</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value="${price}"</a:t>
            </a:r>
          </a:p>
          <a:p>
            <a:r>
              <a:rPr lang="en-US" sz="2400" dirty="0">
                <a:latin typeface="Times New Roman" panose="02020603050405020304" pitchFamily="18" charset="0"/>
                <a:cs typeface="Times New Roman" panose="02020603050405020304" pitchFamily="18" charset="0"/>
              </a:rPr>
              <a:t>    type="currency" /&gt;</a:t>
            </a:r>
          </a:p>
          <a:p>
            <a:r>
              <a:rPr lang="en-US" sz="2400" b="1" dirty="0">
                <a:latin typeface="Times New Roman" panose="02020603050405020304" pitchFamily="18" charset="0"/>
                <a:cs typeface="Times New Roman" panose="02020603050405020304" pitchFamily="18" charset="0"/>
              </a:rPr>
              <a:t>Example 2:</a:t>
            </a:r>
          </a:p>
          <a:p>
            <a:r>
              <a:rPr lang="en-US" sz="2400" dirty="0">
                <a:latin typeface="Times New Roman" panose="02020603050405020304" pitchFamily="18" charset="0"/>
                <a:cs typeface="Times New Roman" panose="02020603050405020304" pitchFamily="18" charset="0"/>
              </a:rPr>
              <a:t>&lt;</a:t>
            </a:r>
            <a:r>
              <a:rPr lang="en-US" sz="2400" dirty="0" err="1">
                <a:latin typeface="Times New Roman" panose="02020603050405020304" pitchFamily="18" charset="0"/>
                <a:cs typeface="Times New Roman" panose="02020603050405020304" pitchFamily="18" charset="0"/>
              </a:rPr>
              <a:t>fmt:formatNumber</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value="${percentage}"</a:t>
            </a:r>
          </a:p>
          <a:p>
            <a:r>
              <a:rPr lang="en-US" sz="2400" dirty="0">
                <a:latin typeface="Times New Roman" panose="02020603050405020304" pitchFamily="18" charset="0"/>
                <a:cs typeface="Times New Roman" panose="02020603050405020304" pitchFamily="18" charset="0"/>
              </a:rPr>
              <a:t>    type="percent" /&gt;</a:t>
            </a:r>
          </a:p>
          <a:p>
            <a:r>
              <a:rPr lang="en-US" sz="2400" b="1" dirty="0">
                <a:latin typeface="Times New Roman" panose="02020603050405020304" pitchFamily="18" charset="0"/>
                <a:cs typeface="Times New Roman" panose="02020603050405020304" pitchFamily="18" charset="0"/>
              </a:rPr>
              <a:t>Example 3:</a:t>
            </a:r>
          </a:p>
          <a:p>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fmt:formatDate</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value="${today}"</a:t>
            </a:r>
          </a:p>
          <a:p>
            <a:r>
              <a:rPr lang="en-IN" sz="2400" dirty="0">
                <a:latin typeface="Times New Roman" panose="02020603050405020304" pitchFamily="18" charset="0"/>
                <a:cs typeface="Times New Roman" panose="02020603050405020304" pitchFamily="18" charset="0"/>
              </a:rPr>
              <a:t>    pattern="dd-MM-</a:t>
            </a:r>
            <a:r>
              <a:rPr lang="en-IN" sz="2400" dirty="0" err="1">
                <a:latin typeface="Times New Roman" panose="02020603050405020304" pitchFamily="18" charset="0"/>
                <a:cs typeface="Times New Roman" panose="02020603050405020304" pitchFamily="18" charset="0"/>
              </a:rPr>
              <a:t>yyyy</a:t>
            </a:r>
            <a:r>
              <a:rPr lang="en-IN" sz="2400" dirty="0">
                <a:latin typeface="Times New Roman" panose="02020603050405020304" pitchFamily="18" charset="0"/>
                <a:cs typeface="Times New Roman" panose="02020603050405020304" pitchFamily="18" charset="0"/>
              </a:rPr>
              <a:t>" /&gt;</a:t>
            </a:r>
          </a:p>
        </p:txBody>
      </p:sp>
    </p:spTree>
    <p:extLst>
      <p:ext uri="{BB962C8B-B14F-4D97-AF65-F5344CB8AC3E}">
        <p14:creationId xmlns:p14="http://schemas.microsoft.com/office/powerpoint/2010/main" val="1190605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3CDDE-0BF3-5C75-807D-0C482BB00167}"/>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75AD9467-6D89-3EA6-2E60-F6520B6C8DE1}"/>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Functions</a:t>
            </a:r>
          </a:p>
        </p:txBody>
      </p:sp>
      <p:sp>
        <p:nvSpPr>
          <p:cNvPr id="4" name="TextBox 6">
            <a:extLst>
              <a:ext uri="{FF2B5EF4-FFF2-40B4-BE49-F238E27FC236}">
                <a16:creationId xmlns:a16="http://schemas.microsoft.com/office/drawing/2014/main" id="{D86FE9F8-E4F2-AEB3-03B2-2001895049B5}"/>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ABD9D4E-3827-27EA-5741-5C0763AF7F8C}"/>
              </a:ext>
            </a:extLst>
          </p:cNvPr>
          <p:cNvSpPr txBox="1"/>
          <p:nvPr/>
        </p:nvSpPr>
        <p:spPr>
          <a:xfrm>
            <a:off x="0" y="2241550"/>
            <a:ext cx="8806543" cy="452431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Functions are mainly used for String and collection operations.</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Syntax:</a:t>
            </a:r>
          </a:p>
          <a:p>
            <a:r>
              <a:rPr lang="en-US" sz="2400" dirty="0">
                <a:latin typeface="Times New Roman" panose="02020603050405020304" pitchFamily="18" charset="0"/>
                <a:cs typeface="Times New Roman" panose="02020603050405020304" pitchFamily="18" charset="0"/>
              </a:rPr>
              <a:t>&lt;%@ </a:t>
            </a:r>
            <a:r>
              <a:rPr lang="en-US" sz="2400" dirty="0" err="1">
                <a:latin typeface="Times New Roman" panose="02020603050405020304" pitchFamily="18" charset="0"/>
                <a:cs typeface="Times New Roman" panose="02020603050405020304" pitchFamily="18" charset="0"/>
              </a:rPr>
              <a:t>taglib</a:t>
            </a:r>
            <a:r>
              <a:rPr lang="en-US" sz="2400" dirty="0">
                <a:latin typeface="Times New Roman" panose="02020603050405020304" pitchFamily="18" charset="0"/>
                <a:cs typeface="Times New Roman" panose="02020603050405020304" pitchFamily="18" charset="0"/>
              </a:rPr>
              <a:t> prefix="</a:t>
            </a:r>
            <a:r>
              <a:rPr lang="en-US" sz="2400" dirty="0" err="1">
                <a:latin typeface="Times New Roman" panose="02020603050405020304" pitchFamily="18" charset="0"/>
                <a:cs typeface="Times New Roman" panose="02020603050405020304" pitchFamily="18" charset="0"/>
              </a:rPr>
              <a:t>fn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uri</a:t>
            </a:r>
            <a:r>
              <a:rPr lang="en-US" sz="2400" dirty="0">
                <a:latin typeface="Times New Roman" panose="02020603050405020304" pitchFamily="18" charset="0"/>
                <a:cs typeface="Times New Roman" panose="02020603050405020304" pitchFamily="18" charset="0"/>
              </a:rPr>
              <a:t>="..." %&gt;</a:t>
            </a:r>
          </a:p>
          <a:p>
            <a:r>
              <a:rPr lang="en-US" sz="2400" b="1" dirty="0">
                <a:latin typeface="Times New Roman" panose="02020603050405020304" pitchFamily="18" charset="0"/>
                <a:cs typeface="Times New Roman" panose="02020603050405020304" pitchFamily="18" charset="0"/>
              </a:rPr>
              <a:t>Important Tags:</a:t>
            </a:r>
          </a:p>
          <a:p>
            <a:r>
              <a:rPr lang="en-IN" sz="2400" dirty="0" err="1">
                <a:latin typeface="Times New Roman" panose="02020603050405020304" pitchFamily="18" charset="0"/>
                <a:cs typeface="Times New Roman" panose="02020603050405020304" pitchFamily="18" charset="0"/>
              </a:rPr>
              <a:t>fn:length</a:t>
            </a:r>
            <a:r>
              <a:rPr lang="en-IN" sz="2400" dirty="0">
                <a:latin typeface="Times New Roman" panose="02020603050405020304" pitchFamily="18" charset="0"/>
                <a:cs typeface="Times New Roman" panose="02020603050405020304" pitchFamily="18" charset="0"/>
              </a:rPr>
              <a:t>()</a:t>
            </a:r>
          </a:p>
          <a:p>
            <a:r>
              <a:rPr lang="en-IN" sz="2400" dirty="0" err="1">
                <a:latin typeface="Times New Roman" panose="02020603050405020304" pitchFamily="18" charset="0"/>
                <a:cs typeface="Times New Roman" panose="02020603050405020304" pitchFamily="18" charset="0"/>
              </a:rPr>
              <a:t>fn:toUpperCase</a:t>
            </a:r>
            <a:r>
              <a:rPr lang="en-IN" sz="2400" dirty="0">
                <a:latin typeface="Times New Roman" panose="02020603050405020304" pitchFamily="18" charset="0"/>
                <a:cs typeface="Times New Roman" panose="02020603050405020304" pitchFamily="18" charset="0"/>
              </a:rPr>
              <a:t>()</a:t>
            </a:r>
          </a:p>
          <a:p>
            <a:r>
              <a:rPr lang="en-IN" sz="2400" dirty="0" err="1">
                <a:latin typeface="Times New Roman" panose="02020603050405020304" pitchFamily="18" charset="0"/>
                <a:cs typeface="Times New Roman" panose="02020603050405020304" pitchFamily="18" charset="0"/>
              </a:rPr>
              <a:t>fn:toLowerCase</a:t>
            </a:r>
            <a:r>
              <a:rPr lang="en-IN" sz="2400" dirty="0">
                <a:latin typeface="Times New Roman" panose="02020603050405020304" pitchFamily="18" charset="0"/>
                <a:cs typeface="Times New Roman" panose="02020603050405020304" pitchFamily="18" charset="0"/>
              </a:rPr>
              <a:t>()</a:t>
            </a:r>
          </a:p>
          <a:p>
            <a:r>
              <a:rPr lang="en-IN" sz="2400" dirty="0" err="1">
                <a:latin typeface="Times New Roman" panose="02020603050405020304" pitchFamily="18" charset="0"/>
                <a:cs typeface="Times New Roman" panose="02020603050405020304" pitchFamily="18" charset="0"/>
              </a:rPr>
              <a:t>fn:contains</a:t>
            </a:r>
            <a:r>
              <a:rPr lang="en-IN" sz="2400" dirty="0">
                <a:latin typeface="Times New Roman" panose="02020603050405020304" pitchFamily="18" charset="0"/>
                <a:cs typeface="Times New Roman" panose="02020603050405020304" pitchFamily="18" charset="0"/>
              </a:rPr>
              <a:t>()</a:t>
            </a:r>
          </a:p>
          <a:p>
            <a:r>
              <a:rPr lang="en-IN" sz="2400" dirty="0" err="1">
                <a:latin typeface="Times New Roman" panose="02020603050405020304" pitchFamily="18" charset="0"/>
                <a:cs typeface="Times New Roman" panose="02020603050405020304" pitchFamily="18" charset="0"/>
              </a:rPr>
              <a:t>fn:startsWith</a:t>
            </a:r>
            <a:r>
              <a:rPr lang="en-IN" sz="2400" dirty="0">
                <a:latin typeface="Times New Roman" panose="02020603050405020304" pitchFamily="18" charset="0"/>
                <a:cs typeface="Times New Roman" panose="02020603050405020304" pitchFamily="18" charset="0"/>
              </a:rPr>
              <a:t>()</a:t>
            </a:r>
          </a:p>
          <a:p>
            <a:r>
              <a:rPr lang="en-IN" sz="2400" dirty="0" err="1">
                <a:latin typeface="Times New Roman" panose="02020603050405020304" pitchFamily="18" charset="0"/>
                <a:cs typeface="Times New Roman" panose="02020603050405020304" pitchFamily="18" charset="0"/>
              </a:rPr>
              <a:t>fn:endsWith</a:t>
            </a:r>
            <a:r>
              <a:rPr lang="en-IN" sz="2400" dirty="0">
                <a:latin typeface="Times New Roman" panose="02020603050405020304" pitchFamily="18" charset="0"/>
                <a:cs typeface="Times New Roman" panose="02020603050405020304" pitchFamily="18" charset="0"/>
              </a:rPr>
              <a:t>()</a:t>
            </a:r>
          </a:p>
          <a:p>
            <a:r>
              <a:rPr lang="en-IN" sz="2400" dirty="0" err="1">
                <a:latin typeface="Times New Roman" panose="02020603050405020304" pitchFamily="18" charset="0"/>
                <a:cs typeface="Times New Roman" panose="02020603050405020304" pitchFamily="18" charset="0"/>
              </a:rPr>
              <a:t>fn:substring</a:t>
            </a:r>
            <a:r>
              <a:rPr lang="en-IN" sz="2400" dirty="0">
                <a:latin typeface="Times New Roman" panose="02020603050405020304" pitchFamily="18" charset="0"/>
                <a:cs typeface="Times New Roman" panose="02020603050405020304" pitchFamily="18" charset="0"/>
              </a:rPr>
              <a:t>()</a:t>
            </a:r>
          </a:p>
          <a:p>
            <a:r>
              <a:rPr lang="en-IN" sz="2400" dirty="0" err="1">
                <a:latin typeface="Times New Roman" panose="02020603050405020304" pitchFamily="18" charset="0"/>
                <a:cs typeface="Times New Roman" panose="02020603050405020304" pitchFamily="18" charset="0"/>
              </a:rPr>
              <a:t>fn:trim</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127555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AD9DB-3BC9-455C-A559-1475C7C438AD}"/>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6BE5154-1949-FAFC-F787-975CA9C86C53}"/>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Functions</a:t>
            </a:r>
          </a:p>
        </p:txBody>
      </p:sp>
      <p:sp>
        <p:nvSpPr>
          <p:cNvPr id="4" name="TextBox 6">
            <a:extLst>
              <a:ext uri="{FF2B5EF4-FFF2-40B4-BE49-F238E27FC236}">
                <a16:creationId xmlns:a16="http://schemas.microsoft.com/office/drawing/2014/main" id="{3AFB5B24-3B20-039E-16FF-C879C9D9B7A1}"/>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24F766-BBF9-43F8-FAD0-3CBCD68BDA8D}"/>
              </a:ext>
            </a:extLst>
          </p:cNvPr>
          <p:cNvSpPr txBox="1"/>
          <p:nvPr/>
        </p:nvSpPr>
        <p:spPr>
          <a:xfrm>
            <a:off x="0" y="2241550"/>
            <a:ext cx="8806543" cy="2246769"/>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Examples:</a:t>
            </a:r>
          </a:p>
          <a:p>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fn:length</a:t>
            </a:r>
            <a:r>
              <a:rPr lang="en-IN" sz="2800" dirty="0">
                <a:latin typeface="Times New Roman" panose="02020603050405020304" pitchFamily="18" charset="0"/>
                <a:cs typeface="Times New Roman" panose="02020603050405020304" pitchFamily="18" charset="0"/>
              </a:rPr>
              <a:t>(name)}</a:t>
            </a:r>
          </a:p>
          <a:p>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fn:toUpperCase</a:t>
            </a:r>
            <a:r>
              <a:rPr lang="en-IN" sz="2800" dirty="0">
                <a:latin typeface="Times New Roman" panose="02020603050405020304" pitchFamily="18" charset="0"/>
                <a:cs typeface="Times New Roman" panose="02020603050405020304" pitchFamily="18" charset="0"/>
              </a:rPr>
              <a:t>(name)}</a:t>
            </a:r>
          </a:p>
          <a:p>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fn:toLowerCase</a:t>
            </a:r>
            <a:r>
              <a:rPr lang="en-IN" sz="2800" dirty="0">
                <a:latin typeface="Times New Roman" panose="02020603050405020304" pitchFamily="18" charset="0"/>
                <a:cs typeface="Times New Roman" panose="02020603050405020304" pitchFamily="18" charset="0"/>
              </a:rPr>
              <a:t>(name)}</a:t>
            </a:r>
          </a:p>
          <a:p>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fn:contains</a:t>
            </a:r>
            <a:r>
              <a:rPr lang="en-IN" sz="2800" dirty="0">
                <a:latin typeface="Times New Roman" panose="02020603050405020304" pitchFamily="18" charset="0"/>
                <a:cs typeface="Times New Roman" panose="02020603050405020304" pitchFamily="18" charset="0"/>
              </a:rPr>
              <a:t>(name, "Gaurav")}</a:t>
            </a:r>
          </a:p>
        </p:txBody>
      </p:sp>
    </p:spTree>
    <p:extLst>
      <p:ext uri="{BB962C8B-B14F-4D97-AF65-F5344CB8AC3E}">
        <p14:creationId xmlns:p14="http://schemas.microsoft.com/office/powerpoint/2010/main" val="27047815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C321F-DF28-612D-F8C1-F74E0C123E70}"/>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37E403A3-D180-12BB-A863-FB435F5B9B75}"/>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SQL Tags</a:t>
            </a:r>
          </a:p>
        </p:txBody>
      </p:sp>
      <p:sp>
        <p:nvSpPr>
          <p:cNvPr id="4" name="TextBox 6">
            <a:extLst>
              <a:ext uri="{FF2B5EF4-FFF2-40B4-BE49-F238E27FC236}">
                <a16:creationId xmlns:a16="http://schemas.microsoft.com/office/drawing/2014/main" id="{BC9E2A7D-AAF5-062F-8DC7-91799B5515E0}"/>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3AB79D4-6828-C093-8383-C443A91B7DDC}"/>
              </a:ext>
            </a:extLst>
          </p:cNvPr>
          <p:cNvSpPr txBox="1"/>
          <p:nvPr/>
        </p:nvSpPr>
        <p:spPr>
          <a:xfrm>
            <a:off x="0" y="2241550"/>
            <a:ext cx="8806543" cy="4524315"/>
          </a:xfrm>
          <a:prstGeom prst="rect">
            <a:avLst/>
          </a:prstGeom>
          <a:noFill/>
        </p:spPr>
        <p:txBody>
          <a:bodyPr wrap="square" rtlCol="0">
            <a:spAutoFit/>
          </a:bodyPr>
          <a:lstStyle/>
          <a:p>
            <a:pPr lvl="0"/>
            <a:r>
              <a:rPr lang="en-IN" sz="3200" dirty="0">
                <a:latin typeface="Times New Roman" panose="02020603050405020304" pitchFamily="18" charset="0"/>
                <a:cs typeface="Times New Roman" panose="02020603050405020304" pitchFamily="18" charset="0"/>
              </a:rPr>
              <a:t>JSTL provides SQL tags for performing basic database operations directly from a JSP page. </a:t>
            </a:r>
          </a:p>
          <a:p>
            <a:pPr lvl="0"/>
            <a:r>
              <a:rPr lang="en-IN" sz="3200" dirty="0">
                <a:latin typeface="Times New Roman" panose="02020603050405020304" pitchFamily="18" charset="0"/>
                <a:cs typeface="Times New Roman" panose="02020603050405020304" pitchFamily="18" charset="0"/>
              </a:rPr>
              <a:t>These tags can be used to: </a:t>
            </a:r>
          </a:p>
          <a:p>
            <a:pPr marL="914400" lvl="1"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Establish a database connection </a:t>
            </a:r>
          </a:p>
          <a:p>
            <a:pPr marL="914400" lvl="1"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Execute SELECT queries </a:t>
            </a:r>
          </a:p>
          <a:p>
            <a:pPr marL="914400" lvl="1"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Execute INSERT, UPDATE, and DELETE statements </a:t>
            </a:r>
          </a:p>
          <a:p>
            <a:pPr marL="914400" lvl="1"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Pass parameters safely to SQL statements </a:t>
            </a:r>
          </a:p>
          <a:p>
            <a:pPr lvl="0"/>
            <a:r>
              <a:rPr lang="en-IN" sz="3200" dirty="0">
                <a:latin typeface="Times New Roman" panose="02020603050405020304" pitchFamily="18" charset="0"/>
                <a:cs typeface="Times New Roman" panose="02020603050405020304" pitchFamily="18" charset="0"/>
              </a:rPr>
              <a:t>SQL tags use the prefix </a:t>
            </a:r>
            <a:r>
              <a:rPr lang="en-IN" sz="3200" dirty="0" err="1">
                <a:latin typeface="Times New Roman" panose="02020603050405020304" pitchFamily="18" charset="0"/>
                <a:cs typeface="Times New Roman" panose="02020603050405020304" pitchFamily="18" charset="0"/>
              </a:rPr>
              <a:t>sql</a:t>
            </a:r>
            <a:r>
              <a:rPr lang="en-IN"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423647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AFAEB-3FD5-090A-0C4D-5C8F5D4899AE}"/>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BAC4D1F4-6640-0161-6F9A-AF2B3585D1B0}"/>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SQL Tags</a:t>
            </a:r>
          </a:p>
        </p:txBody>
      </p:sp>
      <p:sp>
        <p:nvSpPr>
          <p:cNvPr id="4" name="TextBox 6">
            <a:extLst>
              <a:ext uri="{FF2B5EF4-FFF2-40B4-BE49-F238E27FC236}">
                <a16:creationId xmlns:a16="http://schemas.microsoft.com/office/drawing/2014/main" id="{6AD10FEC-B446-7B03-4EB3-18A87E776567}"/>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DB425D4-0B6B-75BE-222E-1F16FA5E79B5}"/>
              </a:ext>
            </a:extLst>
          </p:cNvPr>
          <p:cNvSpPr txBox="1"/>
          <p:nvPr/>
        </p:nvSpPr>
        <p:spPr>
          <a:xfrm>
            <a:off x="0" y="2241550"/>
            <a:ext cx="8806543" cy="1077218"/>
          </a:xfrm>
          <a:prstGeom prst="rect">
            <a:avLst/>
          </a:prstGeom>
          <a:noFill/>
        </p:spPr>
        <p:txBody>
          <a:bodyPr wrap="square" rtlCol="0">
            <a:spAutoFit/>
          </a:bodyPr>
          <a:lstStyle/>
          <a:p>
            <a:pPr lvl="0"/>
            <a:r>
              <a:rPr lang="en-IN" sz="3200" b="1" dirty="0">
                <a:latin typeface="Times New Roman" panose="02020603050405020304" pitchFamily="18" charset="0"/>
                <a:cs typeface="Times New Roman" panose="02020603050405020304" pitchFamily="18" charset="0"/>
              </a:rPr>
              <a:t>Syntax:</a:t>
            </a:r>
          </a:p>
          <a:p>
            <a:pPr lvl="0"/>
            <a:r>
              <a:rPr lang="en-IN" sz="3200" dirty="0">
                <a:latin typeface="Times New Roman" panose="02020603050405020304" pitchFamily="18" charset="0"/>
                <a:cs typeface="Times New Roman" panose="02020603050405020304" pitchFamily="18" charset="0"/>
              </a:rPr>
              <a:t>&lt;%@ </a:t>
            </a:r>
            <a:r>
              <a:rPr lang="en-IN" sz="3200" dirty="0" err="1">
                <a:latin typeface="Times New Roman" panose="02020603050405020304" pitchFamily="18" charset="0"/>
                <a:cs typeface="Times New Roman" panose="02020603050405020304" pitchFamily="18" charset="0"/>
              </a:rPr>
              <a:t>taglib</a:t>
            </a:r>
            <a:r>
              <a:rPr lang="en-IN" sz="3200" dirty="0">
                <a:latin typeface="Times New Roman" panose="02020603050405020304" pitchFamily="18" charset="0"/>
                <a:cs typeface="Times New Roman" panose="02020603050405020304" pitchFamily="18" charset="0"/>
              </a:rPr>
              <a:t> prefix="</a:t>
            </a:r>
            <a:r>
              <a:rPr lang="en-IN" sz="3200" dirty="0" err="1">
                <a:latin typeface="Times New Roman" panose="02020603050405020304" pitchFamily="18" charset="0"/>
                <a:cs typeface="Times New Roman" panose="02020603050405020304" pitchFamily="18" charset="0"/>
              </a:rPr>
              <a:t>sql</a:t>
            </a:r>
            <a:r>
              <a:rPr lang="en-IN" sz="3200" dirty="0">
                <a:latin typeface="Times New Roman" panose="02020603050405020304" pitchFamily="18" charset="0"/>
                <a:cs typeface="Times New Roman" panose="02020603050405020304" pitchFamily="18" charset="0"/>
              </a:rPr>
              <a:t>" </a:t>
            </a:r>
            <a:r>
              <a:rPr lang="en-IN" sz="3200" dirty="0" err="1">
                <a:latin typeface="Times New Roman" panose="02020603050405020304" pitchFamily="18" charset="0"/>
                <a:cs typeface="Times New Roman" panose="02020603050405020304" pitchFamily="18" charset="0"/>
              </a:rPr>
              <a:t>uri</a:t>
            </a:r>
            <a:r>
              <a:rPr lang="en-IN" sz="3200" dirty="0">
                <a:latin typeface="Times New Roman" panose="02020603050405020304" pitchFamily="18" charset="0"/>
                <a:cs typeface="Times New Roman" panose="02020603050405020304" pitchFamily="18" charset="0"/>
              </a:rPr>
              <a:t>="</a:t>
            </a:r>
            <a:r>
              <a:rPr lang="en-IN" sz="3200" dirty="0" err="1">
                <a:latin typeface="Times New Roman" panose="02020603050405020304" pitchFamily="18" charset="0"/>
                <a:cs typeface="Times New Roman" panose="02020603050405020304" pitchFamily="18" charset="0"/>
              </a:rPr>
              <a:t>jakarta.tags.sql</a:t>
            </a:r>
            <a:r>
              <a:rPr lang="en-IN" sz="3200" dirty="0">
                <a:latin typeface="Times New Roman" panose="02020603050405020304" pitchFamily="18" charset="0"/>
                <a:cs typeface="Times New Roman" panose="02020603050405020304" pitchFamily="18" charset="0"/>
              </a:rPr>
              <a:t>" %&gt;</a:t>
            </a:r>
          </a:p>
        </p:txBody>
      </p:sp>
      <p:graphicFrame>
        <p:nvGraphicFramePr>
          <p:cNvPr id="2" name="Table 1">
            <a:extLst>
              <a:ext uri="{FF2B5EF4-FFF2-40B4-BE49-F238E27FC236}">
                <a16:creationId xmlns:a16="http://schemas.microsoft.com/office/drawing/2014/main" id="{6B39EA60-BCD4-EF63-B8E6-74D208121614}"/>
              </a:ext>
            </a:extLst>
          </p:cNvPr>
          <p:cNvGraphicFramePr>
            <a:graphicFrameLocks noGrp="1"/>
          </p:cNvGraphicFramePr>
          <p:nvPr>
            <p:extLst>
              <p:ext uri="{D42A27DB-BD31-4B8C-83A1-F6EECF244321}">
                <p14:modId xmlns:p14="http://schemas.microsoft.com/office/powerpoint/2010/main" val="1521344073"/>
              </p:ext>
            </p:extLst>
          </p:nvPr>
        </p:nvGraphicFramePr>
        <p:xfrm>
          <a:off x="236765" y="3428999"/>
          <a:ext cx="8428264" cy="3080658"/>
        </p:xfrm>
        <a:graphic>
          <a:graphicData uri="http://schemas.openxmlformats.org/drawingml/2006/table">
            <a:tbl>
              <a:tblPr>
                <a:tableStyleId>{08FB837D-C827-4EFA-A057-4D05807E0F7C}</a:tableStyleId>
              </a:tblPr>
              <a:tblGrid>
                <a:gridCol w="4214132">
                  <a:extLst>
                    <a:ext uri="{9D8B030D-6E8A-4147-A177-3AD203B41FA5}">
                      <a16:colId xmlns:a16="http://schemas.microsoft.com/office/drawing/2014/main" val="1487636356"/>
                    </a:ext>
                  </a:extLst>
                </a:gridCol>
                <a:gridCol w="4214132">
                  <a:extLst>
                    <a:ext uri="{9D8B030D-6E8A-4147-A177-3AD203B41FA5}">
                      <a16:colId xmlns:a16="http://schemas.microsoft.com/office/drawing/2014/main" val="962466061"/>
                    </a:ext>
                  </a:extLst>
                </a:gridCol>
              </a:tblGrid>
              <a:tr h="440094">
                <a:tc>
                  <a:txBody>
                    <a:bodyPr/>
                    <a:lstStyle/>
                    <a:p>
                      <a:pPr algn="ctr">
                        <a:buNone/>
                      </a:pPr>
                      <a:r>
                        <a:rPr lang="en-IN" sz="2000" b="1"/>
                        <a:t>Tag</a:t>
                      </a:r>
                    </a:p>
                  </a:txBody>
                  <a:tcPr anchor="ctr"/>
                </a:tc>
                <a:tc>
                  <a:txBody>
                    <a:bodyPr/>
                    <a:lstStyle/>
                    <a:p>
                      <a:pPr algn="ctr">
                        <a:buNone/>
                      </a:pPr>
                      <a:r>
                        <a:rPr lang="en-IN" sz="2000" b="1" dirty="0"/>
                        <a:t>Purpose</a:t>
                      </a:r>
                    </a:p>
                  </a:txBody>
                  <a:tcPr anchor="ctr"/>
                </a:tc>
                <a:extLst>
                  <a:ext uri="{0D108BD9-81ED-4DB2-BD59-A6C34878D82A}">
                    <a16:rowId xmlns:a16="http://schemas.microsoft.com/office/drawing/2014/main" val="607276552"/>
                  </a:ext>
                </a:extLst>
              </a:tr>
              <a:tr h="440094">
                <a:tc>
                  <a:txBody>
                    <a:bodyPr/>
                    <a:lstStyle/>
                    <a:p>
                      <a:pPr algn="ctr">
                        <a:buNone/>
                      </a:pPr>
                      <a:r>
                        <a:rPr lang="en-IN" sz="2000" dirty="0"/>
                        <a:t>&lt;</a:t>
                      </a:r>
                      <a:r>
                        <a:rPr lang="en-IN" sz="2000" dirty="0" err="1"/>
                        <a:t>sql:setDataSource</a:t>
                      </a:r>
                      <a:r>
                        <a:rPr lang="en-IN" sz="2000" dirty="0"/>
                        <a:t>&gt;</a:t>
                      </a:r>
                    </a:p>
                  </a:txBody>
                  <a:tcPr anchor="ctr"/>
                </a:tc>
                <a:tc>
                  <a:txBody>
                    <a:bodyPr/>
                    <a:lstStyle/>
                    <a:p>
                      <a:pPr algn="ctr">
                        <a:buNone/>
                      </a:pPr>
                      <a:r>
                        <a:rPr lang="en-IN" sz="2000"/>
                        <a:t>Creates/configures a DataSource</a:t>
                      </a:r>
                    </a:p>
                  </a:txBody>
                  <a:tcPr anchor="ctr"/>
                </a:tc>
                <a:extLst>
                  <a:ext uri="{0D108BD9-81ED-4DB2-BD59-A6C34878D82A}">
                    <a16:rowId xmlns:a16="http://schemas.microsoft.com/office/drawing/2014/main" val="3012744115"/>
                  </a:ext>
                </a:extLst>
              </a:tr>
              <a:tr h="440094">
                <a:tc>
                  <a:txBody>
                    <a:bodyPr/>
                    <a:lstStyle/>
                    <a:p>
                      <a:pPr algn="ctr">
                        <a:buNone/>
                      </a:pPr>
                      <a:r>
                        <a:rPr lang="en-IN" sz="2000"/>
                        <a:t>&lt;sql:query&gt;</a:t>
                      </a:r>
                    </a:p>
                  </a:txBody>
                  <a:tcPr anchor="ctr"/>
                </a:tc>
                <a:tc>
                  <a:txBody>
                    <a:bodyPr/>
                    <a:lstStyle/>
                    <a:p>
                      <a:pPr algn="ctr">
                        <a:buNone/>
                      </a:pPr>
                      <a:r>
                        <a:rPr lang="en-IN" sz="2000"/>
                        <a:t>Executes SELECT queries</a:t>
                      </a:r>
                    </a:p>
                  </a:txBody>
                  <a:tcPr anchor="ctr"/>
                </a:tc>
                <a:extLst>
                  <a:ext uri="{0D108BD9-81ED-4DB2-BD59-A6C34878D82A}">
                    <a16:rowId xmlns:a16="http://schemas.microsoft.com/office/drawing/2014/main" val="4007072476"/>
                  </a:ext>
                </a:extLst>
              </a:tr>
              <a:tr h="440094">
                <a:tc>
                  <a:txBody>
                    <a:bodyPr/>
                    <a:lstStyle/>
                    <a:p>
                      <a:pPr algn="ctr">
                        <a:buNone/>
                      </a:pPr>
                      <a:r>
                        <a:rPr lang="en-IN" sz="2000"/>
                        <a:t>&lt;sql:update&gt;</a:t>
                      </a:r>
                    </a:p>
                  </a:txBody>
                  <a:tcPr anchor="ctr"/>
                </a:tc>
                <a:tc>
                  <a:txBody>
                    <a:bodyPr/>
                    <a:lstStyle/>
                    <a:p>
                      <a:pPr algn="ctr">
                        <a:buNone/>
                      </a:pPr>
                      <a:r>
                        <a:rPr lang="en-IN" sz="2000" dirty="0"/>
                        <a:t>Executes INSERT/UPDATE/DELETE</a:t>
                      </a:r>
                    </a:p>
                  </a:txBody>
                  <a:tcPr anchor="ctr"/>
                </a:tc>
                <a:extLst>
                  <a:ext uri="{0D108BD9-81ED-4DB2-BD59-A6C34878D82A}">
                    <a16:rowId xmlns:a16="http://schemas.microsoft.com/office/drawing/2014/main" val="3628265169"/>
                  </a:ext>
                </a:extLst>
              </a:tr>
              <a:tr h="440094">
                <a:tc>
                  <a:txBody>
                    <a:bodyPr/>
                    <a:lstStyle/>
                    <a:p>
                      <a:pPr algn="ctr">
                        <a:buNone/>
                      </a:pPr>
                      <a:r>
                        <a:rPr lang="en-IN" sz="2000"/>
                        <a:t>&lt;sql:param&gt;</a:t>
                      </a:r>
                    </a:p>
                  </a:txBody>
                  <a:tcPr anchor="ctr"/>
                </a:tc>
                <a:tc>
                  <a:txBody>
                    <a:bodyPr/>
                    <a:lstStyle/>
                    <a:p>
                      <a:pPr algn="ctr">
                        <a:buNone/>
                      </a:pPr>
                      <a:r>
                        <a:rPr lang="en-IN" sz="2000"/>
                        <a:t>Supplies parameters to SQL</a:t>
                      </a:r>
                    </a:p>
                  </a:txBody>
                  <a:tcPr anchor="ctr"/>
                </a:tc>
                <a:extLst>
                  <a:ext uri="{0D108BD9-81ED-4DB2-BD59-A6C34878D82A}">
                    <a16:rowId xmlns:a16="http://schemas.microsoft.com/office/drawing/2014/main" val="2167404331"/>
                  </a:ext>
                </a:extLst>
              </a:tr>
              <a:tr h="440094">
                <a:tc>
                  <a:txBody>
                    <a:bodyPr/>
                    <a:lstStyle/>
                    <a:p>
                      <a:pPr algn="ctr">
                        <a:buNone/>
                      </a:pPr>
                      <a:r>
                        <a:rPr lang="en-IN" sz="2000"/>
                        <a:t>&lt;sql:dateParam&gt;</a:t>
                      </a:r>
                    </a:p>
                  </a:txBody>
                  <a:tcPr anchor="ctr"/>
                </a:tc>
                <a:tc>
                  <a:txBody>
                    <a:bodyPr/>
                    <a:lstStyle/>
                    <a:p>
                      <a:pPr algn="ctr">
                        <a:buNone/>
                      </a:pPr>
                      <a:r>
                        <a:rPr lang="en-IN" sz="2000"/>
                        <a:t>Supplies date/time parameters</a:t>
                      </a:r>
                    </a:p>
                  </a:txBody>
                  <a:tcPr anchor="ctr"/>
                </a:tc>
                <a:extLst>
                  <a:ext uri="{0D108BD9-81ED-4DB2-BD59-A6C34878D82A}">
                    <a16:rowId xmlns:a16="http://schemas.microsoft.com/office/drawing/2014/main" val="1936718391"/>
                  </a:ext>
                </a:extLst>
              </a:tr>
              <a:tr h="440094">
                <a:tc>
                  <a:txBody>
                    <a:bodyPr/>
                    <a:lstStyle/>
                    <a:p>
                      <a:pPr algn="ctr">
                        <a:buNone/>
                      </a:pPr>
                      <a:r>
                        <a:rPr lang="en-IN" sz="2000"/>
                        <a:t>&lt;sql:transaction&gt;</a:t>
                      </a:r>
                    </a:p>
                  </a:txBody>
                  <a:tcPr anchor="ctr"/>
                </a:tc>
                <a:tc>
                  <a:txBody>
                    <a:bodyPr/>
                    <a:lstStyle/>
                    <a:p>
                      <a:pPr algn="ctr">
                        <a:buNone/>
                      </a:pPr>
                      <a:r>
                        <a:rPr lang="en-IN" sz="2000" dirty="0"/>
                        <a:t>Groups operations into a transaction</a:t>
                      </a:r>
                    </a:p>
                  </a:txBody>
                  <a:tcPr anchor="ctr"/>
                </a:tc>
                <a:extLst>
                  <a:ext uri="{0D108BD9-81ED-4DB2-BD59-A6C34878D82A}">
                    <a16:rowId xmlns:a16="http://schemas.microsoft.com/office/drawing/2014/main" val="696332070"/>
                  </a:ext>
                </a:extLst>
              </a:tr>
            </a:tbl>
          </a:graphicData>
        </a:graphic>
      </p:graphicFrame>
    </p:spTree>
    <p:extLst>
      <p:ext uri="{BB962C8B-B14F-4D97-AF65-F5344CB8AC3E}">
        <p14:creationId xmlns:p14="http://schemas.microsoft.com/office/powerpoint/2010/main" val="34096133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CFC32-27D9-9C27-77AB-9E932B49FA60}"/>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8942D33D-7E44-C627-BBBE-E4798A3919C0}"/>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SQL Tags</a:t>
            </a:r>
          </a:p>
        </p:txBody>
      </p:sp>
      <p:sp>
        <p:nvSpPr>
          <p:cNvPr id="4" name="TextBox 6">
            <a:extLst>
              <a:ext uri="{FF2B5EF4-FFF2-40B4-BE49-F238E27FC236}">
                <a16:creationId xmlns:a16="http://schemas.microsoft.com/office/drawing/2014/main" id="{95EEB45F-7D7C-65C6-2033-1852F88438BE}"/>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73DE88-20ED-012F-036B-0E40BFFF4DAF}"/>
              </a:ext>
            </a:extLst>
          </p:cNvPr>
          <p:cNvSpPr txBox="1"/>
          <p:nvPr/>
        </p:nvSpPr>
        <p:spPr>
          <a:xfrm>
            <a:off x="0" y="2241550"/>
            <a:ext cx="8806543" cy="4832092"/>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JSTL SQL tags are useful for learning/demo purposes, but in a properly designed application we generally prefer Servlet → DAO → Database rather than putting SQL directly into JSP.</a:t>
            </a:r>
          </a:p>
          <a:p>
            <a:r>
              <a:rPr lang="en-IN" sz="2800" b="1" dirty="0">
                <a:latin typeface="Times New Roman" panose="02020603050405020304" pitchFamily="18" charset="0"/>
                <a:cs typeface="Times New Roman" panose="02020603050405020304" pitchFamily="18" charset="0"/>
              </a:rPr>
              <a:t>Example:</a:t>
            </a:r>
          </a:p>
          <a:p>
            <a:r>
              <a:rPr lang="en-IN" sz="2800" dirty="0">
                <a:latin typeface="Times New Roman" panose="02020603050405020304" pitchFamily="18" charset="0"/>
                <a:cs typeface="Times New Roman" panose="02020603050405020304" pitchFamily="18" charset="0"/>
              </a:rPr>
              <a:t>&lt;</a:t>
            </a:r>
            <a:r>
              <a:rPr lang="en-IN" sz="2800" dirty="0" err="1">
                <a:latin typeface="Times New Roman" panose="02020603050405020304" pitchFamily="18" charset="0"/>
                <a:cs typeface="Times New Roman" panose="02020603050405020304" pitchFamily="18" charset="0"/>
              </a:rPr>
              <a:t>sql:setDataSource</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    var="</a:t>
            </a:r>
            <a:r>
              <a:rPr lang="en-IN" sz="2800" dirty="0" err="1">
                <a:latin typeface="Times New Roman" panose="02020603050405020304" pitchFamily="18" charset="0"/>
                <a:cs typeface="Times New Roman" panose="02020603050405020304" pitchFamily="18" charset="0"/>
              </a:rPr>
              <a:t>db</a:t>
            </a:r>
            <a:r>
              <a:rPr lang="en-IN" sz="2800" dirty="0">
                <a:latin typeface="Times New Roman" panose="02020603050405020304" pitchFamily="18" charset="0"/>
                <a:cs typeface="Times New Roman" panose="02020603050405020304" pitchFamily="18" charset="0"/>
              </a:rPr>
              <a:t>"</a:t>
            </a:r>
          </a:p>
          <a:p>
            <a:r>
              <a:rPr lang="en-IN" sz="2800" dirty="0">
                <a:latin typeface="Times New Roman" panose="02020603050405020304" pitchFamily="18" charset="0"/>
                <a:cs typeface="Times New Roman" panose="02020603050405020304" pitchFamily="18" charset="0"/>
              </a:rPr>
              <a:t>    driver="</a:t>
            </a:r>
            <a:r>
              <a:rPr lang="en-IN" sz="2800" dirty="0" err="1">
                <a:latin typeface="Times New Roman" panose="02020603050405020304" pitchFamily="18" charset="0"/>
                <a:cs typeface="Times New Roman" panose="02020603050405020304" pitchFamily="18" charset="0"/>
              </a:rPr>
              <a:t>com.mysql.cj.jdbc.Driver</a:t>
            </a:r>
            <a:r>
              <a:rPr lang="en-IN" sz="2800" dirty="0">
                <a:latin typeface="Times New Roman" panose="02020603050405020304" pitchFamily="18" charset="0"/>
                <a:cs typeface="Times New Roman" panose="02020603050405020304" pitchFamily="18" charset="0"/>
              </a:rPr>
              <a:t>"</a:t>
            </a:r>
          </a:p>
          <a:p>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url</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jdbc:mysql</a:t>
            </a:r>
            <a:r>
              <a:rPr lang="en-IN" sz="2800" dirty="0">
                <a:latin typeface="Times New Roman" panose="02020603050405020304" pitchFamily="18" charset="0"/>
                <a:cs typeface="Times New Roman" panose="02020603050405020304" pitchFamily="18" charset="0"/>
              </a:rPr>
              <a:t>://localhost:3306/college"</a:t>
            </a:r>
          </a:p>
          <a:p>
            <a:r>
              <a:rPr lang="en-IN" sz="2800" dirty="0">
                <a:latin typeface="Times New Roman" panose="02020603050405020304" pitchFamily="18" charset="0"/>
                <a:cs typeface="Times New Roman" panose="02020603050405020304" pitchFamily="18" charset="0"/>
              </a:rPr>
              <a:t>    user="root"</a:t>
            </a:r>
          </a:p>
          <a:p>
            <a:r>
              <a:rPr lang="en-IN" sz="2800" dirty="0">
                <a:latin typeface="Times New Roman" panose="02020603050405020304" pitchFamily="18" charset="0"/>
                <a:cs typeface="Times New Roman" panose="02020603050405020304" pitchFamily="18" charset="0"/>
              </a:rPr>
              <a:t>    password="root" /&gt;</a:t>
            </a:r>
          </a:p>
        </p:txBody>
      </p:sp>
    </p:spTree>
    <p:extLst>
      <p:ext uri="{BB962C8B-B14F-4D97-AF65-F5344CB8AC3E}">
        <p14:creationId xmlns:p14="http://schemas.microsoft.com/office/powerpoint/2010/main" val="2874401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3710A-E008-07DE-95AE-23A23769914A}"/>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1172269C-53E0-6C08-F959-E50BF72C76D1}"/>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SQL Tags</a:t>
            </a:r>
          </a:p>
        </p:txBody>
      </p:sp>
      <p:sp>
        <p:nvSpPr>
          <p:cNvPr id="4" name="TextBox 6">
            <a:extLst>
              <a:ext uri="{FF2B5EF4-FFF2-40B4-BE49-F238E27FC236}">
                <a16:creationId xmlns:a16="http://schemas.microsoft.com/office/drawing/2014/main" id="{6C8DD429-FA8E-7064-789D-6666ECC9C191}"/>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7147D3A-FB55-D391-7BE3-FF887DF982ED}"/>
              </a:ext>
            </a:extLst>
          </p:cNvPr>
          <p:cNvSpPr txBox="1"/>
          <p:nvPr/>
        </p:nvSpPr>
        <p:spPr>
          <a:xfrm>
            <a:off x="0" y="2241550"/>
            <a:ext cx="8806543" cy="4832092"/>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After creating connection:</a:t>
            </a:r>
          </a:p>
          <a:p>
            <a:r>
              <a:rPr lang="en-IN" sz="2800" dirty="0">
                <a:latin typeface="Times New Roman" panose="02020603050405020304" pitchFamily="18" charset="0"/>
                <a:cs typeface="Times New Roman" panose="02020603050405020304" pitchFamily="18" charset="0"/>
              </a:rPr>
              <a:t>&lt;</a:t>
            </a:r>
            <a:r>
              <a:rPr lang="en-IN" sz="2800" dirty="0" err="1">
                <a:latin typeface="Times New Roman" panose="02020603050405020304" pitchFamily="18" charset="0"/>
                <a:cs typeface="Times New Roman" panose="02020603050405020304" pitchFamily="18" charset="0"/>
              </a:rPr>
              <a:t>sql:query</a:t>
            </a:r>
            <a:r>
              <a:rPr lang="en-IN" sz="2800" dirty="0">
                <a:latin typeface="Times New Roman" panose="02020603050405020304" pitchFamily="18" charset="0"/>
                <a:cs typeface="Times New Roman" panose="02020603050405020304" pitchFamily="18" charset="0"/>
              </a:rPr>
              <a:t> var="result" </a:t>
            </a:r>
            <a:r>
              <a:rPr lang="en-IN" sz="2800" dirty="0" err="1">
                <a:latin typeface="Times New Roman" panose="02020603050405020304" pitchFamily="18" charset="0"/>
                <a:cs typeface="Times New Roman" panose="02020603050405020304" pitchFamily="18" charset="0"/>
              </a:rPr>
              <a:t>dataSource</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db</a:t>
            </a:r>
            <a:r>
              <a:rPr lang="en-IN" sz="2800" dirty="0">
                <a:latin typeface="Times New Roman" panose="02020603050405020304" pitchFamily="18" charset="0"/>
                <a:cs typeface="Times New Roman" panose="02020603050405020304" pitchFamily="18" charset="0"/>
              </a:rPr>
              <a:t>}"&gt;</a:t>
            </a:r>
          </a:p>
          <a:p>
            <a:r>
              <a:rPr lang="en-IN" sz="2800" dirty="0">
                <a:latin typeface="Times New Roman" panose="02020603050405020304" pitchFamily="18" charset="0"/>
                <a:cs typeface="Times New Roman" panose="02020603050405020304" pitchFamily="18" charset="0"/>
              </a:rPr>
              <a:t>    SELECT * FROM student</a:t>
            </a:r>
          </a:p>
          <a:p>
            <a:r>
              <a:rPr lang="en-IN" sz="2800" dirty="0">
                <a:latin typeface="Times New Roman" panose="02020603050405020304" pitchFamily="18" charset="0"/>
                <a:cs typeface="Times New Roman" panose="02020603050405020304" pitchFamily="18" charset="0"/>
              </a:rPr>
              <a:t>&lt;/</a:t>
            </a:r>
            <a:r>
              <a:rPr lang="en-IN" sz="2800" dirty="0" err="1">
                <a:latin typeface="Times New Roman" panose="02020603050405020304" pitchFamily="18" charset="0"/>
                <a:cs typeface="Times New Roman" panose="02020603050405020304" pitchFamily="18" charset="0"/>
              </a:rPr>
              <a:t>sql:query</a:t>
            </a:r>
            <a:r>
              <a:rPr lang="en-IN" sz="2800" dirty="0">
                <a:latin typeface="Times New Roman" panose="02020603050405020304" pitchFamily="18" charset="0"/>
                <a:cs typeface="Times New Roman" panose="02020603050405020304" pitchFamily="18" charset="0"/>
              </a:rPr>
              <a:t>&gt;</a:t>
            </a:r>
          </a:p>
          <a:p>
            <a:r>
              <a:rPr lang="en-IN" sz="2800" b="1" dirty="0">
                <a:latin typeface="Times New Roman" panose="02020603050405020304" pitchFamily="18" charset="0"/>
                <a:cs typeface="Times New Roman" panose="02020603050405020304" pitchFamily="18" charset="0"/>
              </a:rPr>
              <a:t>After executing query:</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&lt;</a:t>
            </a:r>
            <a:r>
              <a:rPr lang="en-IN" sz="2800" dirty="0" err="1">
                <a:latin typeface="Times New Roman" panose="02020603050405020304" pitchFamily="18" charset="0"/>
                <a:cs typeface="Times New Roman" panose="02020603050405020304" pitchFamily="18" charset="0"/>
              </a:rPr>
              <a:t>c:forEach</a:t>
            </a:r>
            <a:r>
              <a:rPr lang="en-IN" sz="2800" dirty="0">
                <a:latin typeface="Times New Roman" panose="02020603050405020304" pitchFamily="18" charset="0"/>
                <a:cs typeface="Times New Roman" panose="02020603050405020304" pitchFamily="18" charset="0"/>
              </a:rPr>
              <a:t> var="row" items="${</a:t>
            </a:r>
            <a:r>
              <a:rPr lang="en-IN" sz="2800" dirty="0" err="1">
                <a:latin typeface="Times New Roman" panose="02020603050405020304" pitchFamily="18" charset="0"/>
                <a:cs typeface="Times New Roman" panose="02020603050405020304" pitchFamily="18" charset="0"/>
              </a:rPr>
              <a:t>result.rows</a:t>
            </a:r>
            <a:r>
              <a:rPr lang="en-IN" sz="2800" dirty="0">
                <a:latin typeface="Times New Roman" panose="02020603050405020304" pitchFamily="18" charset="0"/>
                <a:cs typeface="Times New Roman" panose="02020603050405020304" pitchFamily="18" charset="0"/>
              </a:rPr>
              <a:t>}"&gt;</a:t>
            </a:r>
          </a:p>
          <a:p>
            <a:r>
              <a:rPr lang="en-IN" sz="2800" dirty="0">
                <a:latin typeface="Times New Roman" panose="02020603050405020304" pitchFamily="18" charset="0"/>
                <a:cs typeface="Times New Roman" panose="02020603050405020304" pitchFamily="18" charset="0"/>
              </a:rPr>
              <a:t>    ${row.id}</a:t>
            </a:r>
          </a:p>
          <a:p>
            <a:r>
              <a:rPr lang="en-IN" sz="2800" dirty="0">
                <a:latin typeface="Times New Roman" panose="02020603050405020304" pitchFamily="18" charset="0"/>
                <a:cs typeface="Times New Roman" panose="02020603050405020304" pitchFamily="18" charset="0"/>
              </a:rPr>
              <a:t>    ${row.name}</a:t>
            </a:r>
          </a:p>
          <a:p>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row.email</a:t>
            </a:r>
            <a:r>
              <a:rPr lang="en-IN" sz="2800" dirty="0">
                <a:latin typeface="Times New Roman" panose="02020603050405020304" pitchFamily="18" charset="0"/>
                <a:cs typeface="Times New Roman" panose="02020603050405020304" pitchFamily="18" charset="0"/>
              </a:rPr>
              <a:t>}</a:t>
            </a:r>
          </a:p>
          <a:p>
            <a:r>
              <a:rPr lang="en-IN" sz="2800" dirty="0">
                <a:latin typeface="Times New Roman" panose="02020603050405020304" pitchFamily="18" charset="0"/>
                <a:cs typeface="Times New Roman" panose="02020603050405020304" pitchFamily="18" charset="0"/>
              </a:rPr>
              <a:t>    &lt;</a:t>
            </a:r>
            <a:r>
              <a:rPr lang="en-IN" sz="2800" dirty="0" err="1">
                <a:latin typeface="Times New Roman" panose="02020603050405020304" pitchFamily="18" charset="0"/>
                <a:cs typeface="Times New Roman" panose="02020603050405020304" pitchFamily="18" charset="0"/>
              </a:rPr>
              <a:t>br</a:t>
            </a:r>
            <a:r>
              <a:rPr lang="en-IN" sz="2800" dirty="0">
                <a:latin typeface="Times New Roman" panose="02020603050405020304" pitchFamily="18" charset="0"/>
                <a:cs typeface="Times New Roman" panose="02020603050405020304" pitchFamily="18" charset="0"/>
              </a:rPr>
              <a:t>&gt;</a:t>
            </a:r>
          </a:p>
          <a:p>
            <a:r>
              <a:rPr lang="en-IN" sz="2800" dirty="0">
                <a:latin typeface="Times New Roman" panose="02020603050405020304" pitchFamily="18" charset="0"/>
                <a:cs typeface="Times New Roman" panose="02020603050405020304" pitchFamily="18" charset="0"/>
              </a:rPr>
              <a:t>&lt;/</a:t>
            </a:r>
            <a:r>
              <a:rPr lang="en-IN" sz="2800" dirty="0" err="1">
                <a:latin typeface="Times New Roman" panose="02020603050405020304" pitchFamily="18" charset="0"/>
                <a:cs typeface="Times New Roman" panose="02020603050405020304" pitchFamily="18" charset="0"/>
              </a:rPr>
              <a:t>c:forEach</a:t>
            </a:r>
            <a:r>
              <a:rPr lang="en-IN" sz="2800"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30342813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4DD24-52DA-9C37-52A1-0B1380AA1331}"/>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618C35D-2212-86F2-5D71-7D2B9542C70D}"/>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SQL Tags</a:t>
            </a:r>
          </a:p>
        </p:txBody>
      </p:sp>
      <p:sp>
        <p:nvSpPr>
          <p:cNvPr id="4" name="TextBox 6">
            <a:extLst>
              <a:ext uri="{FF2B5EF4-FFF2-40B4-BE49-F238E27FC236}">
                <a16:creationId xmlns:a16="http://schemas.microsoft.com/office/drawing/2014/main" id="{566739DE-CE8B-EACC-5D6B-0406A052BFBE}"/>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260454A-DB00-0912-D973-8A9A80E7332A}"/>
              </a:ext>
            </a:extLst>
          </p:cNvPr>
          <p:cNvSpPr txBox="1"/>
          <p:nvPr/>
        </p:nvSpPr>
        <p:spPr>
          <a:xfrm>
            <a:off x="0" y="2241550"/>
            <a:ext cx="8806543" cy="4832092"/>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For Inserting Data:</a:t>
            </a:r>
          </a:p>
          <a:p>
            <a:r>
              <a:rPr lang="en-IN" sz="2800" dirty="0">
                <a:latin typeface="Times New Roman" panose="02020603050405020304" pitchFamily="18" charset="0"/>
                <a:cs typeface="Times New Roman" panose="02020603050405020304" pitchFamily="18" charset="0"/>
              </a:rPr>
              <a:t>&lt;</a:t>
            </a:r>
            <a:r>
              <a:rPr lang="en-IN" sz="2800" dirty="0" err="1">
                <a:latin typeface="Times New Roman" panose="02020603050405020304" pitchFamily="18" charset="0"/>
                <a:cs typeface="Times New Roman" panose="02020603050405020304" pitchFamily="18" charset="0"/>
              </a:rPr>
              <a:t>sql:update</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dataSource</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db</a:t>
            </a:r>
            <a:r>
              <a:rPr lang="en-IN" sz="2800" dirty="0">
                <a:latin typeface="Times New Roman" panose="02020603050405020304" pitchFamily="18" charset="0"/>
                <a:cs typeface="Times New Roman" panose="02020603050405020304" pitchFamily="18" charset="0"/>
              </a:rPr>
              <a:t>}"&gt;</a:t>
            </a:r>
          </a:p>
          <a:p>
            <a:r>
              <a:rPr lang="en-IN" sz="2800" dirty="0">
                <a:latin typeface="Times New Roman" panose="02020603050405020304" pitchFamily="18" charset="0"/>
                <a:cs typeface="Times New Roman" panose="02020603050405020304" pitchFamily="18" charset="0"/>
              </a:rPr>
              <a:t>    INSERT INTO student(name, email)</a:t>
            </a:r>
          </a:p>
          <a:p>
            <a:r>
              <a:rPr lang="en-IN" sz="2800" dirty="0">
                <a:latin typeface="Times New Roman" panose="02020603050405020304" pitchFamily="18" charset="0"/>
                <a:cs typeface="Times New Roman" panose="02020603050405020304" pitchFamily="18" charset="0"/>
              </a:rPr>
              <a:t>    VALUES('Rahul', 'rahul@gmail.com')</a:t>
            </a:r>
          </a:p>
          <a:p>
            <a:r>
              <a:rPr lang="en-IN" sz="2800" dirty="0">
                <a:latin typeface="Times New Roman" panose="02020603050405020304" pitchFamily="18" charset="0"/>
                <a:cs typeface="Times New Roman" panose="02020603050405020304" pitchFamily="18" charset="0"/>
              </a:rPr>
              <a:t>&lt;/</a:t>
            </a:r>
            <a:r>
              <a:rPr lang="en-IN" sz="2800" dirty="0" err="1">
                <a:latin typeface="Times New Roman" panose="02020603050405020304" pitchFamily="18" charset="0"/>
                <a:cs typeface="Times New Roman" panose="02020603050405020304" pitchFamily="18" charset="0"/>
              </a:rPr>
              <a:t>sql:update</a:t>
            </a:r>
            <a:r>
              <a:rPr lang="en-IN" sz="2800" dirty="0">
                <a:latin typeface="Times New Roman" panose="02020603050405020304" pitchFamily="18" charset="0"/>
                <a:cs typeface="Times New Roman" panose="02020603050405020304" pitchFamily="18" charset="0"/>
              </a:rPr>
              <a:t>&gt;</a:t>
            </a:r>
          </a:p>
          <a:p>
            <a:r>
              <a:rPr lang="en-IN" sz="2800" b="1" dirty="0">
                <a:latin typeface="Times New Roman" panose="02020603050405020304" pitchFamily="18" charset="0"/>
                <a:cs typeface="Times New Roman" panose="02020603050405020304" pitchFamily="18" charset="0"/>
              </a:rPr>
              <a:t>For Updating Data:</a:t>
            </a:r>
          </a:p>
          <a:p>
            <a:r>
              <a:rPr lang="en-IN" sz="2800" dirty="0">
                <a:latin typeface="Times New Roman" panose="02020603050405020304" pitchFamily="18" charset="0"/>
                <a:cs typeface="Times New Roman" panose="02020603050405020304" pitchFamily="18" charset="0"/>
              </a:rPr>
              <a:t>&lt;</a:t>
            </a:r>
            <a:r>
              <a:rPr lang="en-IN" sz="2800" dirty="0" err="1">
                <a:latin typeface="Times New Roman" panose="02020603050405020304" pitchFamily="18" charset="0"/>
                <a:cs typeface="Times New Roman" panose="02020603050405020304" pitchFamily="18" charset="0"/>
              </a:rPr>
              <a:t>sql:update</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dataSource</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db</a:t>
            </a:r>
            <a:r>
              <a:rPr lang="en-IN" sz="2800" dirty="0">
                <a:latin typeface="Times New Roman" panose="02020603050405020304" pitchFamily="18" charset="0"/>
                <a:cs typeface="Times New Roman" panose="02020603050405020304" pitchFamily="18" charset="0"/>
              </a:rPr>
              <a:t>}"&gt;</a:t>
            </a:r>
          </a:p>
          <a:p>
            <a:r>
              <a:rPr lang="en-IN" sz="2800" dirty="0">
                <a:latin typeface="Times New Roman" panose="02020603050405020304" pitchFamily="18" charset="0"/>
                <a:cs typeface="Times New Roman" panose="02020603050405020304" pitchFamily="18" charset="0"/>
              </a:rPr>
              <a:t>    UPDATE student</a:t>
            </a:r>
          </a:p>
          <a:p>
            <a:r>
              <a:rPr lang="en-IN" sz="2800" dirty="0">
                <a:latin typeface="Times New Roman" panose="02020603050405020304" pitchFamily="18" charset="0"/>
                <a:cs typeface="Times New Roman" panose="02020603050405020304" pitchFamily="18" charset="0"/>
              </a:rPr>
              <a:t>    SET email='new@gmail.com'</a:t>
            </a:r>
          </a:p>
          <a:p>
            <a:r>
              <a:rPr lang="en-IN" sz="2800" dirty="0">
                <a:latin typeface="Times New Roman" panose="02020603050405020304" pitchFamily="18" charset="0"/>
                <a:cs typeface="Times New Roman" panose="02020603050405020304" pitchFamily="18" charset="0"/>
              </a:rPr>
              <a:t>    WHERE id=101</a:t>
            </a:r>
          </a:p>
          <a:p>
            <a:r>
              <a:rPr lang="en-IN" sz="2800" dirty="0">
                <a:latin typeface="Times New Roman" panose="02020603050405020304" pitchFamily="18" charset="0"/>
                <a:cs typeface="Times New Roman" panose="02020603050405020304" pitchFamily="18" charset="0"/>
              </a:rPr>
              <a:t>&lt;/</a:t>
            </a:r>
            <a:r>
              <a:rPr lang="en-IN" sz="2800" dirty="0" err="1">
                <a:latin typeface="Times New Roman" panose="02020603050405020304" pitchFamily="18" charset="0"/>
                <a:cs typeface="Times New Roman" panose="02020603050405020304" pitchFamily="18" charset="0"/>
              </a:rPr>
              <a:t>sql:update</a:t>
            </a:r>
            <a:r>
              <a:rPr lang="en-IN" sz="2800"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18102509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EB8F7-97D9-8C57-0975-E54AB27BE34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3A8082CA-B379-E390-B69A-72F480054906}"/>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1" dirty="0">
                <a:latin typeface="Times New Roman" panose="02020603050405020304" pitchFamily="18" charset="0"/>
                <a:cs typeface="Times New Roman" panose="02020603050405020304" pitchFamily="18" charset="0"/>
              </a:rPr>
              <a:t>JSTL SQL Tags</a:t>
            </a:r>
          </a:p>
        </p:txBody>
      </p:sp>
      <p:sp>
        <p:nvSpPr>
          <p:cNvPr id="4" name="TextBox 6">
            <a:extLst>
              <a:ext uri="{FF2B5EF4-FFF2-40B4-BE49-F238E27FC236}">
                <a16:creationId xmlns:a16="http://schemas.microsoft.com/office/drawing/2014/main" id="{52486DEF-7566-32AA-9929-C54A72691A5F}"/>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5CDF8B9-5645-F643-E6AD-00B8C9568386}"/>
              </a:ext>
            </a:extLst>
          </p:cNvPr>
          <p:cNvSpPr txBox="1"/>
          <p:nvPr/>
        </p:nvSpPr>
        <p:spPr>
          <a:xfrm>
            <a:off x="0" y="2241550"/>
            <a:ext cx="8806543" cy="3970318"/>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For Parameterized Query:</a:t>
            </a:r>
          </a:p>
          <a:p>
            <a:r>
              <a:rPr lang="en-IN" sz="2800" dirty="0">
                <a:latin typeface="Times New Roman" panose="02020603050405020304" pitchFamily="18" charset="0"/>
                <a:cs typeface="Times New Roman" panose="02020603050405020304" pitchFamily="18" charset="0"/>
              </a:rPr>
              <a:t>&lt;</a:t>
            </a:r>
            <a:r>
              <a:rPr lang="en-IN" sz="2800" dirty="0" err="1">
                <a:latin typeface="Times New Roman" panose="02020603050405020304" pitchFamily="18" charset="0"/>
                <a:cs typeface="Times New Roman" panose="02020603050405020304" pitchFamily="18" charset="0"/>
              </a:rPr>
              <a:t>sql:update</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dataSource</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db</a:t>
            </a:r>
            <a:r>
              <a:rPr lang="en-IN" sz="2800" dirty="0">
                <a:latin typeface="Times New Roman" panose="02020603050405020304" pitchFamily="18" charset="0"/>
                <a:cs typeface="Times New Roman" panose="02020603050405020304" pitchFamily="18" charset="0"/>
              </a:rPr>
              <a:t>}"&gt;</a:t>
            </a:r>
          </a:p>
          <a:p>
            <a:r>
              <a:rPr lang="en-IN" sz="2800" dirty="0">
                <a:latin typeface="Times New Roman" panose="02020603050405020304" pitchFamily="18" charset="0"/>
                <a:cs typeface="Times New Roman" panose="02020603050405020304" pitchFamily="18" charset="0"/>
              </a:rPr>
              <a:t>    UPDATE student</a:t>
            </a:r>
          </a:p>
          <a:p>
            <a:r>
              <a:rPr lang="en-IN" sz="2800" dirty="0">
                <a:latin typeface="Times New Roman" panose="02020603050405020304" pitchFamily="18" charset="0"/>
                <a:cs typeface="Times New Roman" panose="02020603050405020304" pitchFamily="18" charset="0"/>
              </a:rPr>
              <a:t>    SET email = ?</a:t>
            </a:r>
          </a:p>
          <a:p>
            <a:r>
              <a:rPr lang="en-IN" sz="2800" dirty="0">
                <a:latin typeface="Times New Roman" panose="02020603050405020304" pitchFamily="18" charset="0"/>
                <a:cs typeface="Times New Roman" panose="02020603050405020304" pitchFamily="18" charset="0"/>
              </a:rPr>
              <a:t>    WHERE id = ?</a:t>
            </a:r>
          </a:p>
          <a:p>
            <a:r>
              <a:rPr lang="en-IN" sz="2800" dirty="0">
                <a:latin typeface="Times New Roman" panose="02020603050405020304" pitchFamily="18" charset="0"/>
                <a:cs typeface="Times New Roman" panose="02020603050405020304" pitchFamily="18" charset="0"/>
              </a:rPr>
              <a:t>    </a:t>
            </a:r>
          </a:p>
          <a:p>
            <a:r>
              <a:rPr lang="en-IN" sz="2800" dirty="0">
                <a:latin typeface="Times New Roman" panose="02020603050405020304" pitchFamily="18" charset="0"/>
                <a:cs typeface="Times New Roman" panose="02020603050405020304" pitchFamily="18" charset="0"/>
              </a:rPr>
              <a:t>    &lt;</a:t>
            </a:r>
            <a:r>
              <a:rPr lang="en-IN" sz="2800" dirty="0" err="1">
                <a:latin typeface="Times New Roman" panose="02020603050405020304" pitchFamily="18" charset="0"/>
                <a:cs typeface="Times New Roman" panose="02020603050405020304" pitchFamily="18" charset="0"/>
              </a:rPr>
              <a:t>sql:param</a:t>
            </a:r>
            <a:r>
              <a:rPr lang="en-IN" sz="2800" dirty="0">
                <a:latin typeface="Times New Roman" panose="02020603050405020304" pitchFamily="18" charset="0"/>
                <a:cs typeface="Times New Roman" panose="02020603050405020304" pitchFamily="18" charset="0"/>
              </a:rPr>
              <a:t> value="${email}" /&gt;</a:t>
            </a:r>
          </a:p>
          <a:p>
            <a:r>
              <a:rPr lang="en-IN" sz="2800" dirty="0">
                <a:latin typeface="Times New Roman" panose="02020603050405020304" pitchFamily="18" charset="0"/>
                <a:cs typeface="Times New Roman" panose="02020603050405020304" pitchFamily="18" charset="0"/>
              </a:rPr>
              <a:t>    &lt;</a:t>
            </a:r>
            <a:r>
              <a:rPr lang="en-IN" sz="2800" dirty="0" err="1">
                <a:latin typeface="Times New Roman" panose="02020603050405020304" pitchFamily="18" charset="0"/>
                <a:cs typeface="Times New Roman" panose="02020603050405020304" pitchFamily="18" charset="0"/>
              </a:rPr>
              <a:t>sql:param</a:t>
            </a:r>
            <a:r>
              <a:rPr lang="en-IN" sz="2800" dirty="0">
                <a:latin typeface="Times New Roman" panose="02020603050405020304" pitchFamily="18" charset="0"/>
                <a:cs typeface="Times New Roman" panose="02020603050405020304" pitchFamily="18" charset="0"/>
              </a:rPr>
              <a:t> value="${id}" /&gt;</a:t>
            </a:r>
          </a:p>
          <a:p>
            <a:r>
              <a:rPr lang="en-IN" sz="2800" dirty="0">
                <a:latin typeface="Times New Roman" panose="02020603050405020304" pitchFamily="18" charset="0"/>
                <a:cs typeface="Times New Roman" panose="02020603050405020304" pitchFamily="18" charset="0"/>
              </a:rPr>
              <a:t>&lt;/</a:t>
            </a:r>
            <a:r>
              <a:rPr lang="en-IN" sz="2800" dirty="0" err="1">
                <a:latin typeface="Times New Roman" panose="02020603050405020304" pitchFamily="18" charset="0"/>
                <a:cs typeface="Times New Roman" panose="02020603050405020304" pitchFamily="18" charset="0"/>
              </a:rPr>
              <a:t>sql:update</a:t>
            </a:r>
            <a:r>
              <a:rPr lang="en-IN" sz="2800" dirty="0">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36632043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FAD7E-547A-1402-D554-BF07BD6A7348}"/>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C43F1E40-B4C0-B7E1-E9ED-DCA03DEBF6BD}"/>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DF116ED1-BF0F-6184-D1A3-5D6F7B519C07}"/>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D91C9F0-8BAB-683B-4DEB-98F63B5077E7}"/>
              </a:ext>
            </a:extLst>
          </p:cNvPr>
          <p:cNvSpPr txBox="1"/>
          <p:nvPr/>
        </p:nvSpPr>
        <p:spPr>
          <a:xfrm>
            <a:off x="-1" y="1687513"/>
            <a:ext cx="5998029"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Introduction to Custom Tags</a:t>
            </a:r>
          </a:p>
        </p:txBody>
      </p:sp>
      <p:sp>
        <p:nvSpPr>
          <p:cNvPr id="7" name="TextBox 6">
            <a:extLst>
              <a:ext uri="{FF2B5EF4-FFF2-40B4-BE49-F238E27FC236}">
                <a16:creationId xmlns:a16="http://schemas.microsoft.com/office/drawing/2014/main" id="{ED1F3CEF-5682-E61B-D483-39B9E48BA445}"/>
              </a:ext>
            </a:extLst>
          </p:cNvPr>
          <p:cNvSpPr txBox="1"/>
          <p:nvPr/>
        </p:nvSpPr>
        <p:spPr>
          <a:xfrm>
            <a:off x="1" y="2361188"/>
            <a:ext cx="8953500" cy="4401205"/>
          </a:xfrm>
          <a:prstGeom prst="rect">
            <a:avLst/>
          </a:prstGeom>
          <a:noFill/>
        </p:spPr>
        <p:txBody>
          <a:bodyPr wrap="square">
            <a:spAutoFit/>
          </a:bodyPr>
          <a:lstStyle/>
          <a:p>
            <a:pPr algn="l">
              <a:spcBef>
                <a:spcPts val="300"/>
              </a:spcBef>
              <a:buFont typeface="Arial" panose="020B0604020202020204" pitchFamily="34" charset="0"/>
              <a:buChar char="•"/>
            </a:pPr>
            <a:r>
              <a:rPr lang="en-US" sz="3000" b="0" i="0" dirty="0">
                <a:effectLst/>
                <a:latin typeface="Times New Roman" panose="02020603050405020304" pitchFamily="18" charset="0"/>
                <a:cs typeface="Times New Roman" panose="02020603050405020304" pitchFamily="18" charset="0"/>
              </a:rPr>
              <a:t>Custom tags are user-defined JSP tags that encapsulate reusable functionality.</a:t>
            </a:r>
          </a:p>
          <a:p>
            <a:pPr algn="l">
              <a:spcBef>
                <a:spcPts val="300"/>
              </a:spcBef>
              <a:buFont typeface="Arial" panose="020B0604020202020204" pitchFamily="34" charset="0"/>
              <a:buChar char="•"/>
            </a:pPr>
            <a:r>
              <a:rPr lang="en-US" sz="3000" b="0" i="0" dirty="0">
                <a:effectLst/>
                <a:latin typeface="Times New Roman" panose="02020603050405020304" pitchFamily="18" charset="0"/>
                <a:cs typeface="Times New Roman" panose="02020603050405020304" pitchFamily="18" charset="0"/>
              </a:rPr>
              <a:t>They allow you to move Java code out of JSP pages and into reusable components.</a:t>
            </a:r>
          </a:p>
          <a:p>
            <a:pPr algn="l">
              <a:spcBef>
                <a:spcPts val="300"/>
              </a:spcBef>
              <a:buFont typeface="Arial" panose="020B0604020202020204" pitchFamily="34" charset="0"/>
              <a:buChar char="•"/>
            </a:pPr>
            <a:r>
              <a:rPr lang="en-US" sz="3000" b="0" i="0" dirty="0">
                <a:effectLst/>
                <a:latin typeface="Times New Roman" panose="02020603050405020304" pitchFamily="18" charset="0"/>
                <a:cs typeface="Times New Roman" panose="02020603050405020304" pitchFamily="18" charset="0"/>
              </a:rPr>
              <a:t>Custom tags are implemented as Java classes (tag handlers).</a:t>
            </a:r>
          </a:p>
          <a:p>
            <a:pPr algn="l">
              <a:spcBef>
                <a:spcPts val="300"/>
              </a:spcBef>
              <a:buFont typeface="Arial" panose="020B0604020202020204" pitchFamily="34" charset="0"/>
              <a:buChar char="•"/>
            </a:pPr>
            <a:r>
              <a:rPr lang="en-US" sz="3000" b="0" i="0" dirty="0">
                <a:effectLst/>
                <a:latin typeface="Times New Roman" panose="02020603050405020304" pitchFamily="18" charset="0"/>
                <a:cs typeface="Times New Roman" panose="02020603050405020304" pitchFamily="18" charset="0"/>
              </a:rPr>
              <a:t>They are declared in a Tag Library Descriptor (TLD) file.</a:t>
            </a:r>
          </a:p>
          <a:p>
            <a:pPr algn="l">
              <a:spcBef>
                <a:spcPts val="300"/>
              </a:spcBef>
              <a:buFont typeface="Arial" panose="020B0604020202020204" pitchFamily="34" charset="0"/>
              <a:buChar char="•"/>
            </a:pPr>
            <a:r>
              <a:rPr lang="en-US" sz="3000" b="0" i="0" dirty="0">
                <a:effectLst/>
                <a:latin typeface="Times New Roman" panose="02020603050405020304" pitchFamily="18" charset="0"/>
                <a:cs typeface="Times New Roman" panose="02020603050405020304" pitchFamily="18" charset="0"/>
              </a:rPr>
              <a:t>Used in JSP pages via the &lt;%@ </a:t>
            </a:r>
            <a:r>
              <a:rPr lang="en-US" sz="3000" b="0" i="0" dirty="0" err="1">
                <a:effectLst/>
                <a:latin typeface="Times New Roman" panose="02020603050405020304" pitchFamily="18" charset="0"/>
                <a:cs typeface="Times New Roman" panose="02020603050405020304" pitchFamily="18" charset="0"/>
              </a:rPr>
              <a:t>taglib</a:t>
            </a:r>
            <a:r>
              <a:rPr lang="en-US" sz="3000" b="0" i="0" dirty="0">
                <a:effectLst/>
                <a:latin typeface="Times New Roman" panose="02020603050405020304" pitchFamily="18" charset="0"/>
                <a:cs typeface="Times New Roman" panose="02020603050405020304" pitchFamily="18" charset="0"/>
              </a:rPr>
              <a:t> %&gt; directive.</a:t>
            </a:r>
          </a:p>
        </p:txBody>
      </p:sp>
    </p:spTree>
    <p:extLst>
      <p:ext uri="{BB962C8B-B14F-4D97-AF65-F5344CB8AC3E}">
        <p14:creationId xmlns:p14="http://schemas.microsoft.com/office/powerpoint/2010/main" val="14835537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9D50-B330-2086-6D56-3885D06E8DA9}"/>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13037435-E9DC-DAEB-66EE-3A9A0FD3BA55}"/>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F6669C6B-01F7-E12C-51F5-E027108121D3}"/>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0A5C3B7-2E05-9975-A2FA-0BA09A3A17CF}"/>
              </a:ext>
            </a:extLst>
          </p:cNvPr>
          <p:cNvSpPr txBox="1"/>
          <p:nvPr/>
        </p:nvSpPr>
        <p:spPr>
          <a:xfrm>
            <a:off x="-1" y="1687513"/>
            <a:ext cx="5998029" cy="584775"/>
          </a:xfrm>
          <a:prstGeom prst="rect">
            <a:avLst/>
          </a:prstGeom>
          <a:noFill/>
        </p:spPr>
        <p:txBody>
          <a:bodyPr wrap="square">
            <a:spAutoFit/>
          </a:bodyPr>
          <a:lstStyle/>
          <a:p>
            <a:r>
              <a:rPr lang="en-IN" sz="3200" b="1" dirty="0">
                <a:solidFill>
                  <a:schemeClr val="bg1"/>
                </a:solidFill>
                <a:latin typeface="Times New Roman" panose="02020603050405020304" pitchFamily="18" charset="0"/>
                <a:cs typeface="Times New Roman" panose="02020603050405020304" pitchFamily="18" charset="0"/>
              </a:rPr>
              <a:t>Introduction to Custom Tags</a:t>
            </a:r>
          </a:p>
        </p:txBody>
      </p:sp>
      <p:sp>
        <p:nvSpPr>
          <p:cNvPr id="7" name="TextBox 6">
            <a:extLst>
              <a:ext uri="{FF2B5EF4-FFF2-40B4-BE49-F238E27FC236}">
                <a16:creationId xmlns:a16="http://schemas.microsoft.com/office/drawing/2014/main" id="{15698BC1-BCDF-36BF-4168-3D131C8BA393}"/>
              </a:ext>
            </a:extLst>
          </p:cNvPr>
          <p:cNvSpPr txBox="1"/>
          <p:nvPr/>
        </p:nvSpPr>
        <p:spPr>
          <a:xfrm>
            <a:off x="1" y="2361188"/>
            <a:ext cx="8953500" cy="3554819"/>
          </a:xfrm>
          <a:prstGeom prst="rect">
            <a:avLst/>
          </a:prstGeom>
          <a:noFill/>
        </p:spPr>
        <p:txBody>
          <a:bodyPr wrap="square">
            <a:spAutoFit/>
          </a:bodyPr>
          <a:lstStyle/>
          <a:p>
            <a:pPr>
              <a:spcBef>
                <a:spcPts val="300"/>
              </a:spcBef>
            </a:pPr>
            <a:r>
              <a:rPr lang="en-US" sz="3000" b="1" dirty="0">
                <a:latin typeface="Times New Roman" panose="02020603050405020304" pitchFamily="18" charset="0"/>
                <a:cs typeface="Times New Roman" panose="02020603050405020304" pitchFamily="18" charset="0"/>
              </a:rPr>
              <a:t>Instead of Writing:</a:t>
            </a:r>
          </a:p>
          <a:p>
            <a:pPr>
              <a:spcBef>
                <a:spcPts val="300"/>
              </a:spcBef>
            </a:pPr>
            <a:r>
              <a:rPr lang="en-US" sz="3000" dirty="0">
                <a:latin typeface="Times New Roman" panose="02020603050405020304" pitchFamily="18" charset="0"/>
                <a:cs typeface="Times New Roman" panose="02020603050405020304" pitchFamily="18" charset="0"/>
              </a:rPr>
              <a:t>&lt;%</a:t>
            </a:r>
          </a:p>
          <a:p>
            <a:pPr>
              <a:spcBef>
                <a:spcPts val="300"/>
              </a:spcBef>
            </a:pPr>
            <a:r>
              <a:rPr lang="en-US" sz="3000" dirty="0">
                <a:latin typeface="Times New Roman" panose="02020603050405020304" pitchFamily="18" charset="0"/>
                <a:cs typeface="Times New Roman" panose="02020603050405020304" pitchFamily="18" charset="0"/>
              </a:rPr>
              <a:t>    Date d = new Date();</a:t>
            </a:r>
          </a:p>
          <a:p>
            <a:pPr>
              <a:spcBef>
                <a:spcPts val="300"/>
              </a:spcBef>
            </a:pP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out.print</a:t>
            </a:r>
            <a:r>
              <a:rPr lang="en-US" sz="3000" dirty="0">
                <a:latin typeface="Times New Roman" panose="02020603050405020304" pitchFamily="18" charset="0"/>
                <a:cs typeface="Times New Roman" panose="02020603050405020304" pitchFamily="18" charset="0"/>
              </a:rPr>
              <a:t>(d);</a:t>
            </a:r>
          </a:p>
          <a:p>
            <a:pPr>
              <a:spcBef>
                <a:spcPts val="300"/>
              </a:spcBef>
            </a:pPr>
            <a:r>
              <a:rPr lang="en-US" sz="3000" dirty="0">
                <a:latin typeface="Times New Roman" panose="02020603050405020304" pitchFamily="18" charset="0"/>
                <a:cs typeface="Times New Roman" panose="02020603050405020304" pitchFamily="18" charset="0"/>
              </a:rPr>
              <a:t>%&gt;</a:t>
            </a:r>
          </a:p>
          <a:p>
            <a:pPr>
              <a:spcBef>
                <a:spcPts val="300"/>
              </a:spcBef>
            </a:pPr>
            <a:r>
              <a:rPr lang="en-US" sz="3000" b="1" i="0" dirty="0">
                <a:effectLst/>
                <a:latin typeface="Times New Roman" panose="02020603050405020304" pitchFamily="18" charset="0"/>
                <a:cs typeface="Times New Roman" panose="02020603050405020304" pitchFamily="18" charset="0"/>
              </a:rPr>
              <a:t>We can create:</a:t>
            </a:r>
          </a:p>
          <a:p>
            <a:pPr>
              <a:spcBef>
                <a:spcPts val="300"/>
              </a:spcBef>
            </a:pPr>
            <a:r>
              <a:rPr lang="en-US" sz="3000" dirty="0">
                <a:latin typeface="Times New Roman" panose="02020603050405020304" pitchFamily="18" charset="0"/>
                <a:cs typeface="Times New Roman" panose="02020603050405020304" pitchFamily="18" charset="0"/>
              </a:rPr>
              <a:t>&lt;</a:t>
            </a:r>
            <a:r>
              <a:rPr lang="en-US" sz="3000" dirty="0" err="1">
                <a:latin typeface="Times New Roman" panose="02020603050405020304" pitchFamily="18" charset="0"/>
                <a:cs typeface="Times New Roman" panose="02020603050405020304" pitchFamily="18" charset="0"/>
              </a:rPr>
              <a:t>ct:currentDateTime</a:t>
            </a:r>
            <a:r>
              <a:rPr lang="en-US" sz="3000" dirty="0">
                <a:latin typeface="Times New Roman" panose="02020603050405020304" pitchFamily="18" charset="0"/>
                <a:cs typeface="Times New Roman" panose="02020603050405020304" pitchFamily="18" charset="0"/>
              </a:rPr>
              <a:t> /&gt;</a:t>
            </a:r>
            <a:endParaRPr lang="en-US" sz="3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94749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93DA1-68E0-0607-F879-2410C7B30FF2}"/>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B74D2CF9-E251-5559-4EDD-563EB78DCAF7}"/>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764554A0-A436-6FCF-04CC-EC8CF8271685}"/>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1B28B9E-536B-9626-8575-72620A99070A}"/>
              </a:ext>
            </a:extLst>
          </p:cNvPr>
          <p:cNvSpPr txBox="1"/>
          <p:nvPr/>
        </p:nvSpPr>
        <p:spPr>
          <a:xfrm>
            <a:off x="-1" y="1687513"/>
            <a:ext cx="5998029" cy="584775"/>
          </a:xfrm>
          <a:prstGeom prst="rect">
            <a:avLst/>
          </a:prstGeom>
          <a:noFill/>
        </p:spPr>
        <p:txBody>
          <a:bodyPr wrap="square">
            <a:spAutoFit/>
          </a:bodyPr>
          <a:lstStyle/>
          <a:p>
            <a:pPr algn="l"/>
            <a:r>
              <a:rPr lang="en-US" sz="3200" b="1" i="0" dirty="0">
                <a:solidFill>
                  <a:srgbClr val="F8FAFF"/>
                </a:solidFill>
                <a:effectLst/>
                <a:latin typeface="Times New Roman" panose="02020603050405020304" pitchFamily="18" charset="0"/>
                <a:cs typeface="Times New Roman" panose="02020603050405020304" pitchFamily="18" charset="0"/>
              </a:rPr>
              <a:t>Steps to Create Custom Tags</a:t>
            </a:r>
          </a:p>
        </p:txBody>
      </p:sp>
      <p:sp>
        <p:nvSpPr>
          <p:cNvPr id="7" name="TextBox 6">
            <a:extLst>
              <a:ext uri="{FF2B5EF4-FFF2-40B4-BE49-F238E27FC236}">
                <a16:creationId xmlns:a16="http://schemas.microsoft.com/office/drawing/2014/main" id="{2740E19A-A00E-959C-1A4B-E21907F70755}"/>
              </a:ext>
            </a:extLst>
          </p:cNvPr>
          <p:cNvSpPr txBox="1"/>
          <p:nvPr/>
        </p:nvSpPr>
        <p:spPr>
          <a:xfrm>
            <a:off x="1" y="2361188"/>
            <a:ext cx="8953500" cy="4670509"/>
          </a:xfrm>
          <a:prstGeom prst="rect">
            <a:avLst/>
          </a:prstGeom>
          <a:noFill/>
        </p:spPr>
        <p:txBody>
          <a:bodyPr wrap="square">
            <a:spAutoFit/>
          </a:bodyPr>
          <a:lstStyle/>
          <a:p>
            <a:pPr algn="l">
              <a:spcBef>
                <a:spcPts val="300"/>
              </a:spcBef>
            </a:pPr>
            <a:r>
              <a:rPr lang="en-US" sz="2800" b="0" i="0" dirty="0">
                <a:effectLst/>
                <a:latin typeface="Times New Roman" panose="02020603050405020304" pitchFamily="18" charset="0"/>
                <a:cs typeface="Times New Roman" panose="02020603050405020304" pitchFamily="18" charset="0"/>
              </a:rPr>
              <a:t>1. Create a Tag Handler Class:</a:t>
            </a:r>
          </a:p>
          <a:p>
            <a:pPr>
              <a:spcBef>
                <a:spcPts val="300"/>
              </a:spcBef>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 A Java class that implements the tag's functionality.</a:t>
            </a:r>
          </a:p>
          <a:p>
            <a:pPr>
              <a:spcBef>
                <a:spcPts val="300"/>
              </a:spcBef>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 Extends </a:t>
            </a:r>
            <a:r>
              <a:rPr lang="en-US" sz="2800" b="0" i="0" dirty="0" err="1">
                <a:effectLst/>
                <a:latin typeface="Times New Roman" panose="02020603050405020304" pitchFamily="18" charset="0"/>
                <a:cs typeface="Times New Roman" panose="02020603050405020304" pitchFamily="18" charset="0"/>
              </a:rPr>
              <a:t>TagSupport</a:t>
            </a:r>
            <a:r>
              <a:rPr lang="en-US" sz="2800" b="0" i="0" dirty="0">
                <a:effectLst/>
                <a:latin typeface="Times New Roman" panose="02020603050405020304" pitchFamily="18" charset="0"/>
                <a:cs typeface="Times New Roman" panose="02020603050405020304" pitchFamily="18" charset="0"/>
              </a:rPr>
              <a:t> or implements Tag, </a:t>
            </a:r>
            <a:r>
              <a:rPr lang="en-US" sz="2800" b="0" i="0" dirty="0" err="1">
                <a:effectLst/>
                <a:latin typeface="Times New Roman" panose="02020603050405020304" pitchFamily="18" charset="0"/>
                <a:cs typeface="Times New Roman" panose="02020603050405020304" pitchFamily="18" charset="0"/>
              </a:rPr>
              <a:t>IterationTag</a:t>
            </a:r>
            <a:r>
              <a:rPr lang="en-US" sz="2800" b="0" i="0" dirty="0">
                <a:effectLst/>
                <a:latin typeface="Times New Roman" panose="02020603050405020304" pitchFamily="18" charset="0"/>
                <a:cs typeface="Times New Roman" panose="02020603050405020304" pitchFamily="18" charset="0"/>
              </a:rPr>
              <a:t>, or </a:t>
            </a:r>
            <a:r>
              <a:rPr lang="en-US" sz="2800" b="0" i="0" dirty="0" err="1">
                <a:effectLst/>
                <a:latin typeface="Times New Roman" panose="02020603050405020304" pitchFamily="18" charset="0"/>
                <a:cs typeface="Times New Roman" panose="02020603050405020304" pitchFamily="18" charset="0"/>
              </a:rPr>
              <a:t>BodyTag</a:t>
            </a:r>
            <a:r>
              <a:rPr lang="en-US" sz="2800" b="0" i="0" dirty="0">
                <a:effectLst/>
                <a:latin typeface="Times New Roman" panose="02020603050405020304" pitchFamily="18" charset="0"/>
                <a:cs typeface="Times New Roman" panose="02020603050405020304" pitchFamily="18" charset="0"/>
              </a:rPr>
              <a:t> interfaces.</a:t>
            </a:r>
          </a:p>
          <a:p>
            <a:pPr algn="l">
              <a:spcBef>
                <a:spcPts val="300"/>
              </a:spcBef>
            </a:pPr>
            <a:r>
              <a:rPr lang="en-US" sz="2800" b="0" i="0" dirty="0">
                <a:effectLst/>
                <a:latin typeface="Times New Roman" panose="02020603050405020304" pitchFamily="18" charset="0"/>
                <a:cs typeface="Times New Roman" panose="02020603050405020304" pitchFamily="18" charset="0"/>
              </a:rPr>
              <a:t>2. Create a Tag Library Descriptor (TLD) File:</a:t>
            </a:r>
          </a:p>
          <a:p>
            <a:pPr algn="l">
              <a:spcBef>
                <a:spcPts val="300"/>
              </a:spcBef>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 An XML file that maps the tag name to the tag handler class.</a:t>
            </a:r>
          </a:p>
          <a:p>
            <a:pPr algn="l">
              <a:spcBef>
                <a:spcPts val="300"/>
              </a:spcBef>
            </a:pPr>
            <a:r>
              <a:rPr lang="en-US" sz="2800" b="0" i="0" dirty="0">
                <a:effectLst/>
                <a:latin typeface="Times New Roman" panose="02020603050405020304" pitchFamily="18" charset="0"/>
                <a:cs typeface="Times New Roman" panose="02020603050405020304" pitchFamily="18" charset="0"/>
              </a:rPr>
              <a:t>3. Use the Custom Tag in a JSP Page:</a:t>
            </a:r>
          </a:p>
          <a:p>
            <a:pPr algn="l">
              <a:spcBef>
                <a:spcPts val="300"/>
              </a:spcBef>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Declare the tag library using &lt;%@ </a:t>
            </a:r>
            <a:r>
              <a:rPr lang="en-US" sz="2800" b="0" i="0" dirty="0" err="1">
                <a:effectLst/>
                <a:latin typeface="Times New Roman" panose="02020603050405020304" pitchFamily="18" charset="0"/>
                <a:cs typeface="Times New Roman" panose="02020603050405020304" pitchFamily="18" charset="0"/>
              </a:rPr>
              <a:t>taglib</a:t>
            </a:r>
            <a:r>
              <a:rPr lang="en-US" sz="2800" b="0" i="0" dirty="0">
                <a:effectLst/>
                <a:latin typeface="Times New Roman" panose="02020603050405020304" pitchFamily="18" charset="0"/>
                <a:cs typeface="Times New Roman" panose="02020603050405020304" pitchFamily="18" charset="0"/>
              </a:rPr>
              <a:t> %&gt;.</a:t>
            </a:r>
          </a:p>
          <a:p>
            <a:pPr algn="l">
              <a:spcBef>
                <a:spcPts val="300"/>
              </a:spcBef>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Use the custom tag in the JSP page.</a:t>
            </a:r>
          </a:p>
        </p:txBody>
      </p:sp>
    </p:spTree>
    <p:extLst>
      <p:ext uri="{BB962C8B-B14F-4D97-AF65-F5344CB8AC3E}">
        <p14:creationId xmlns:p14="http://schemas.microsoft.com/office/powerpoint/2010/main" val="38915096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539F3-F30C-F3F4-BA0B-26DB30D231B4}"/>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43C44F69-FA43-C452-F07B-2A3D11BC3B5B}"/>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935241B1-52EF-A00C-F94F-7F78F4C01449}"/>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F825B65-DA0C-C2E8-394F-88EF6AD3DDA1}"/>
              </a:ext>
            </a:extLst>
          </p:cNvPr>
          <p:cNvSpPr txBox="1"/>
          <p:nvPr/>
        </p:nvSpPr>
        <p:spPr>
          <a:xfrm>
            <a:off x="-1" y="1687513"/>
            <a:ext cx="9144001" cy="1077218"/>
          </a:xfrm>
          <a:prstGeom prst="rect">
            <a:avLst/>
          </a:prstGeom>
          <a:noFill/>
        </p:spPr>
        <p:txBody>
          <a:bodyPr wrap="square">
            <a:spAutoFit/>
          </a:bodyPr>
          <a:lstStyle/>
          <a:p>
            <a:r>
              <a:rPr lang="en-US" sz="3200" b="1" i="0" dirty="0">
                <a:solidFill>
                  <a:srgbClr val="F8FAFF"/>
                </a:solidFill>
                <a:effectLst/>
                <a:latin typeface="Inter"/>
              </a:rPr>
              <a:t>Example - Creating a Simple Custom Tag</a:t>
            </a:r>
          </a:p>
          <a:p>
            <a:pPr algn="l"/>
            <a:endParaRPr lang="en-US" sz="3200" b="1" i="0" dirty="0">
              <a:solidFill>
                <a:srgbClr val="F8FAFF"/>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513DEBC-E4B5-D9EF-65F7-93413A489B0E}"/>
              </a:ext>
            </a:extLst>
          </p:cNvPr>
          <p:cNvSpPr txBox="1"/>
          <p:nvPr/>
        </p:nvSpPr>
        <p:spPr>
          <a:xfrm>
            <a:off x="1" y="2361188"/>
            <a:ext cx="8953500" cy="4278094"/>
          </a:xfrm>
          <a:prstGeom prst="rect">
            <a:avLst/>
          </a:prstGeom>
          <a:noFill/>
        </p:spPr>
        <p:txBody>
          <a:bodyPr wrap="square">
            <a:spAutoFit/>
          </a:bodyPr>
          <a:lstStyle/>
          <a:p>
            <a:pPr algn="l">
              <a:spcBef>
                <a:spcPts val="300"/>
              </a:spcBef>
            </a:pPr>
            <a:r>
              <a:rPr lang="en-US" sz="2800" b="0" i="0" dirty="0">
                <a:effectLst/>
                <a:latin typeface="Times New Roman" panose="02020603050405020304" pitchFamily="18" charset="0"/>
                <a:cs typeface="Times New Roman" panose="02020603050405020304" pitchFamily="18" charset="0"/>
              </a:rPr>
              <a:t>Step 1: Create the Tag Handler Class</a:t>
            </a:r>
            <a:endParaRPr lang="en-US" sz="2800" dirty="0">
              <a:latin typeface="Times New Roman" panose="02020603050405020304" pitchFamily="18" charset="0"/>
              <a:cs typeface="Times New Roman" panose="02020603050405020304" pitchFamily="18" charset="0"/>
            </a:endParaRPr>
          </a:p>
          <a:p>
            <a:pPr algn="l">
              <a:spcBef>
                <a:spcPts val="300"/>
              </a:spcBef>
            </a:pPr>
            <a:r>
              <a:rPr lang="en-US" sz="2800" b="0" i="0" dirty="0">
                <a:effectLst/>
                <a:latin typeface="Times New Roman" panose="02020603050405020304" pitchFamily="18" charset="0"/>
                <a:cs typeface="Times New Roman" panose="02020603050405020304" pitchFamily="18" charset="0"/>
              </a:rPr>
              <a:t>import </a:t>
            </a:r>
            <a:r>
              <a:rPr lang="en-US" sz="2800" b="0" i="0" dirty="0" err="1">
                <a:effectLst/>
                <a:latin typeface="Times New Roman" panose="02020603050405020304" pitchFamily="18" charset="0"/>
                <a:cs typeface="Times New Roman" panose="02020603050405020304" pitchFamily="18" charset="0"/>
              </a:rPr>
              <a:t>java.io.IOException</a:t>
            </a:r>
            <a:r>
              <a:rPr lang="en-US" sz="2800" b="0" i="0" dirty="0">
                <a:effectLst/>
                <a:latin typeface="Times New Roman" panose="02020603050405020304" pitchFamily="18" charset="0"/>
                <a:cs typeface="Times New Roman" panose="02020603050405020304" pitchFamily="18" charset="0"/>
              </a:rPr>
              <a:t>;</a:t>
            </a:r>
          </a:p>
          <a:p>
            <a:pPr algn="l">
              <a:spcBef>
                <a:spcPts val="300"/>
              </a:spcBef>
            </a:pPr>
            <a:r>
              <a:rPr lang="en-US" sz="2800" b="0" i="0" dirty="0">
                <a:effectLst/>
                <a:latin typeface="Times New Roman" panose="02020603050405020304" pitchFamily="18" charset="0"/>
                <a:cs typeface="Times New Roman" panose="02020603050405020304" pitchFamily="18" charset="0"/>
              </a:rPr>
              <a:t>import </a:t>
            </a:r>
            <a:r>
              <a:rPr lang="en-US" sz="2800" b="0" i="0" dirty="0" err="1">
                <a:effectLst/>
                <a:latin typeface="Times New Roman" panose="02020603050405020304" pitchFamily="18" charset="0"/>
                <a:cs typeface="Times New Roman" panose="02020603050405020304" pitchFamily="18" charset="0"/>
              </a:rPr>
              <a:t>java.text.SimpleDateFormat</a:t>
            </a:r>
            <a:r>
              <a:rPr lang="en-US" sz="2800" b="0" i="0" dirty="0">
                <a:effectLst/>
                <a:latin typeface="Times New Roman" panose="02020603050405020304" pitchFamily="18" charset="0"/>
                <a:cs typeface="Times New Roman" panose="02020603050405020304" pitchFamily="18" charset="0"/>
              </a:rPr>
              <a:t>;</a:t>
            </a:r>
          </a:p>
          <a:p>
            <a:pPr algn="l">
              <a:spcBef>
                <a:spcPts val="300"/>
              </a:spcBef>
            </a:pPr>
            <a:r>
              <a:rPr lang="en-US" sz="2800" b="0" i="0" dirty="0">
                <a:effectLst/>
                <a:latin typeface="Times New Roman" panose="02020603050405020304" pitchFamily="18" charset="0"/>
                <a:cs typeface="Times New Roman" panose="02020603050405020304" pitchFamily="18" charset="0"/>
              </a:rPr>
              <a:t>import </a:t>
            </a:r>
            <a:r>
              <a:rPr lang="en-US" sz="2800" b="0" i="0" dirty="0" err="1">
                <a:effectLst/>
                <a:latin typeface="Times New Roman" panose="02020603050405020304" pitchFamily="18" charset="0"/>
                <a:cs typeface="Times New Roman" panose="02020603050405020304" pitchFamily="18" charset="0"/>
              </a:rPr>
              <a:t>java.util.Date</a:t>
            </a:r>
            <a:r>
              <a:rPr lang="en-US" sz="2800" b="0" i="0" dirty="0">
                <a:effectLst/>
                <a:latin typeface="Times New Roman" panose="02020603050405020304" pitchFamily="18" charset="0"/>
                <a:cs typeface="Times New Roman" panose="02020603050405020304" pitchFamily="18" charset="0"/>
              </a:rPr>
              <a:t>;</a:t>
            </a:r>
          </a:p>
          <a:p>
            <a:pPr algn="l">
              <a:spcBef>
                <a:spcPts val="300"/>
              </a:spcBef>
            </a:pPr>
            <a:r>
              <a:rPr lang="en-US" sz="2800" b="0" i="0" dirty="0">
                <a:effectLst/>
                <a:latin typeface="Times New Roman" panose="02020603050405020304" pitchFamily="18" charset="0"/>
                <a:cs typeface="Times New Roman" panose="02020603050405020304" pitchFamily="18" charset="0"/>
              </a:rPr>
              <a:t>import </a:t>
            </a:r>
            <a:r>
              <a:rPr lang="en-US" sz="2800" b="0" i="0" dirty="0" err="1">
                <a:effectLst/>
                <a:latin typeface="Times New Roman" panose="02020603050405020304" pitchFamily="18" charset="0"/>
                <a:cs typeface="Times New Roman" panose="02020603050405020304" pitchFamily="18" charset="0"/>
              </a:rPr>
              <a:t>javax.servlet.jsp.JspException</a:t>
            </a:r>
            <a:r>
              <a:rPr lang="en-US" sz="2800" b="0" i="0" dirty="0">
                <a:effectLst/>
                <a:latin typeface="Times New Roman" panose="02020603050405020304" pitchFamily="18" charset="0"/>
                <a:cs typeface="Times New Roman" panose="02020603050405020304" pitchFamily="18" charset="0"/>
              </a:rPr>
              <a:t>;</a:t>
            </a:r>
          </a:p>
          <a:p>
            <a:pPr algn="l">
              <a:spcBef>
                <a:spcPts val="300"/>
              </a:spcBef>
            </a:pPr>
            <a:r>
              <a:rPr lang="en-US" sz="2800" b="0" i="0" dirty="0">
                <a:effectLst/>
                <a:latin typeface="Times New Roman" panose="02020603050405020304" pitchFamily="18" charset="0"/>
                <a:cs typeface="Times New Roman" panose="02020603050405020304" pitchFamily="18" charset="0"/>
              </a:rPr>
              <a:t>import </a:t>
            </a:r>
            <a:r>
              <a:rPr lang="en-US" sz="2800" b="0" i="0" dirty="0" err="1">
                <a:effectLst/>
                <a:latin typeface="Times New Roman" panose="02020603050405020304" pitchFamily="18" charset="0"/>
                <a:cs typeface="Times New Roman" panose="02020603050405020304" pitchFamily="18" charset="0"/>
              </a:rPr>
              <a:t>javax.servlet.jsp.JspWriter</a:t>
            </a:r>
            <a:r>
              <a:rPr lang="en-US" sz="2800" b="0" i="0" dirty="0">
                <a:effectLst/>
                <a:latin typeface="Times New Roman" panose="02020603050405020304" pitchFamily="18" charset="0"/>
                <a:cs typeface="Times New Roman" panose="02020603050405020304" pitchFamily="18" charset="0"/>
              </a:rPr>
              <a:t>;</a:t>
            </a:r>
          </a:p>
          <a:p>
            <a:pPr algn="l">
              <a:spcBef>
                <a:spcPts val="300"/>
              </a:spcBef>
            </a:pPr>
            <a:r>
              <a:rPr lang="en-US" sz="2800" b="0" i="0" dirty="0">
                <a:effectLst/>
                <a:latin typeface="Times New Roman" panose="02020603050405020304" pitchFamily="18" charset="0"/>
                <a:cs typeface="Times New Roman" panose="02020603050405020304" pitchFamily="18" charset="0"/>
              </a:rPr>
              <a:t>import </a:t>
            </a:r>
            <a:r>
              <a:rPr lang="en-US" sz="2800" b="0" i="0" dirty="0" err="1">
                <a:effectLst/>
                <a:latin typeface="Times New Roman" panose="02020603050405020304" pitchFamily="18" charset="0"/>
                <a:cs typeface="Times New Roman" panose="02020603050405020304" pitchFamily="18" charset="0"/>
              </a:rPr>
              <a:t>javax.servlet.jsp.tagext.TagSupport</a:t>
            </a:r>
            <a:r>
              <a:rPr lang="en-US" sz="2800" b="0" i="0" dirty="0">
                <a:effectLst/>
                <a:latin typeface="Times New Roman" panose="02020603050405020304" pitchFamily="18" charset="0"/>
                <a:cs typeface="Times New Roman" panose="02020603050405020304" pitchFamily="18" charset="0"/>
              </a:rPr>
              <a:t>;</a:t>
            </a:r>
          </a:p>
          <a:p>
            <a:pPr algn="l">
              <a:spcBef>
                <a:spcPts val="300"/>
              </a:spcBef>
            </a:pPr>
            <a:endParaRPr lang="en-US" sz="2800" b="0" i="0" dirty="0">
              <a:effectLst/>
              <a:latin typeface="Times New Roman" panose="02020603050405020304" pitchFamily="18" charset="0"/>
              <a:cs typeface="Times New Roman" panose="02020603050405020304" pitchFamily="18" charset="0"/>
            </a:endParaRPr>
          </a:p>
          <a:p>
            <a:pPr algn="l">
              <a:spcBef>
                <a:spcPts val="300"/>
              </a:spcBef>
            </a:pPr>
            <a:r>
              <a:rPr lang="en-US" sz="2800" b="0" i="0" dirty="0">
                <a:effectLst/>
                <a:latin typeface="Times New Roman" panose="02020603050405020304" pitchFamily="18" charset="0"/>
                <a:cs typeface="Times New Roman" panose="02020603050405020304" pitchFamily="18" charset="0"/>
              </a:rPr>
              <a:t>public class </a:t>
            </a:r>
            <a:r>
              <a:rPr lang="en-US" sz="2800" b="0" i="0" dirty="0" err="1">
                <a:effectLst/>
                <a:latin typeface="Times New Roman" panose="02020603050405020304" pitchFamily="18" charset="0"/>
                <a:cs typeface="Times New Roman" panose="02020603050405020304" pitchFamily="18" charset="0"/>
              </a:rPr>
              <a:t>CurrentDateTimeTag</a:t>
            </a:r>
            <a:r>
              <a:rPr lang="en-US" sz="2800" b="0" i="0" dirty="0">
                <a:effectLst/>
                <a:latin typeface="Times New Roman" panose="02020603050405020304" pitchFamily="18" charset="0"/>
                <a:cs typeface="Times New Roman" panose="02020603050405020304" pitchFamily="18" charset="0"/>
              </a:rPr>
              <a:t> extends </a:t>
            </a:r>
            <a:r>
              <a:rPr lang="en-US" sz="2800" b="0" i="0" dirty="0" err="1">
                <a:effectLst/>
                <a:latin typeface="Times New Roman" panose="02020603050405020304" pitchFamily="18" charset="0"/>
                <a:cs typeface="Times New Roman" panose="02020603050405020304" pitchFamily="18" charset="0"/>
              </a:rPr>
              <a:t>TagSupport</a:t>
            </a:r>
            <a:r>
              <a:rPr lang="en-US" sz="2800" b="0" i="0" dirty="0">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47419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8CB1-D335-0538-F78D-845792359D44}"/>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A84839C5-8E9F-62A3-D5E9-28CFE16DB511}"/>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CE737B2D-E9F0-B322-F538-6F2902EB0170}"/>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6E3D955-6933-A1DC-172A-4DB5269BF804}"/>
              </a:ext>
            </a:extLst>
          </p:cNvPr>
          <p:cNvSpPr txBox="1"/>
          <p:nvPr/>
        </p:nvSpPr>
        <p:spPr>
          <a:xfrm>
            <a:off x="-1" y="1687513"/>
            <a:ext cx="9144001" cy="584775"/>
          </a:xfrm>
          <a:prstGeom prst="rect">
            <a:avLst/>
          </a:prstGeom>
          <a:noFill/>
        </p:spPr>
        <p:txBody>
          <a:bodyPr wrap="square">
            <a:spAutoFit/>
          </a:bodyPr>
          <a:lstStyle/>
          <a:p>
            <a:r>
              <a:rPr lang="en-US" sz="3200" b="1" i="0" dirty="0">
                <a:solidFill>
                  <a:srgbClr val="F8FAFF"/>
                </a:solidFill>
                <a:effectLst/>
                <a:latin typeface="Inter"/>
              </a:rPr>
              <a:t>Example - Creating a Simple Custom Tag</a:t>
            </a:r>
          </a:p>
        </p:txBody>
      </p:sp>
      <p:sp>
        <p:nvSpPr>
          <p:cNvPr id="7" name="TextBox 6">
            <a:extLst>
              <a:ext uri="{FF2B5EF4-FFF2-40B4-BE49-F238E27FC236}">
                <a16:creationId xmlns:a16="http://schemas.microsoft.com/office/drawing/2014/main" id="{78C684A6-1E0D-83DC-46C5-9D2037BCFB0A}"/>
              </a:ext>
            </a:extLst>
          </p:cNvPr>
          <p:cNvSpPr txBox="1"/>
          <p:nvPr/>
        </p:nvSpPr>
        <p:spPr>
          <a:xfrm>
            <a:off x="1" y="2361188"/>
            <a:ext cx="8953500" cy="4501232"/>
          </a:xfrm>
          <a:prstGeom prst="rect">
            <a:avLst/>
          </a:prstGeom>
          <a:noFill/>
        </p:spPr>
        <p:txBody>
          <a:bodyPr wrap="square">
            <a:spAutoFit/>
          </a:bodyPr>
          <a:lstStyle/>
          <a:p>
            <a:pPr algn="l">
              <a:spcBef>
                <a:spcPts val="300"/>
              </a:spcBef>
            </a:pPr>
            <a:r>
              <a:rPr lang="en-US" sz="2400" b="0" i="0" dirty="0">
                <a:effectLst/>
                <a:latin typeface="Times New Roman" panose="02020603050405020304" pitchFamily="18" charset="0"/>
                <a:cs typeface="Times New Roman" panose="02020603050405020304" pitchFamily="18" charset="0"/>
              </a:rPr>
              <a:t>public int </a:t>
            </a:r>
            <a:r>
              <a:rPr lang="en-US" sz="2400" b="0" i="0" dirty="0" err="1">
                <a:effectLst/>
                <a:latin typeface="Times New Roman" panose="02020603050405020304" pitchFamily="18" charset="0"/>
                <a:cs typeface="Times New Roman" panose="02020603050405020304" pitchFamily="18" charset="0"/>
              </a:rPr>
              <a:t>doStartTag</a:t>
            </a:r>
            <a:r>
              <a:rPr lang="en-US" sz="2400" b="0" i="0" dirty="0">
                <a:effectLst/>
                <a:latin typeface="Times New Roman" panose="02020603050405020304" pitchFamily="18" charset="0"/>
                <a:cs typeface="Times New Roman" panose="02020603050405020304" pitchFamily="18" charset="0"/>
              </a:rPr>
              <a:t>() throws </a:t>
            </a:r>
            <a:r>
              <a:rPr lang="en-US" sz="2400" b="0" i="0" dirty="0" err="1">
                <a:effectLst/>
                <a:latin typeface="Times New Roman" panose="02020603050405020304" pitchFamily="18" charset="0"/>
                <a:cs typeface="Times New Roman" panose="02020603050405020304" pitchFamily="18" charset="0"/>
              </a:rPr>
              <a:t>JspException</a:t>
            </a:r>
            <a:r>
              <a:rPr lang="en-US" sz="2400" b="0" i="0" dirty="0">
                <a:effectLst/>
                <a:latin typeface="Times New Roman" panose="02020603050405020304" pitchFamily="18" charset="0"/>
                <a:cs typeface="Times New Roman" panose="02020603050405020304" pitchFamily="18" charset="0"/>
              </a:rPr>
              <a:t> {</a:t>
            </a:r>
          </a:p>
          <a:p>
            <a:pPr algn="l">
              <a:spcBef>
                <a:spcPts val="300"/>
              </a:spcBef>
            </a:pPr>
            <a:r>
              <a:rPr lang="en-US" sz="2400" b="0" i="0" dirty="0">
                <a:effectLst/>
                <a:latin typeface="Times New Roman" panose="02020603050405020304" pitchFamily="18" charset="0"/>
                <a:cs typeface="Times New Roman" panose="02020603050405020304" pitchFamily="18" charset="0"/>
              </a:rPr>
              <a:t>        try {</a:t>
            </a:r>
          </a:p>
          <a:p>
            <a:pPr lvl="1">
              <a:spcBef>
                <a:spcPts val="300"/>
              </a:spcBef>
            </a:pPr>
            <a:r>
              <a:rPr lang="en-US" sz="2400" b="0" i="0" dirty="0">
                <a:effectLst/>
                <a:latin typeface="Times New Roman" panose="02020603050405020304" pitchFamily="18" charset="0"/>
                <a:cs typeface="Times New Roman" panose="02020603050405020304" pitchFamily="18" charset="0"/>
              </a:rPr>
              <a:t>String </a:t>
            </a:r>
            <a:r>
              <a:rPr lang="en-US" sz="2400" b="0" i="0" dirty="0" err="1">
                <a:effectLst/>
                <a:latin typeface="Times New Roman" panose="02020603050405020304" pitchFamily="18" charset="0"/>
                <a:cs typeface="Times New Roman" panose="02020603050405020304" pitchFamily="18" charset="0"/>
              </a:rPr>
              <a:t>dateTime</a:t>
            </a:r>
            <a:r>
              <a:rPr lang="en-US" sz="2400" b="0" i="0" dirty="0">
                <a:effectLst/>
                <a:latin typeface="Times New Roman" panose="02020603050405020304" pitchFamily="18" charset="0"/>
                <a:cs typeface="Times New Roman" panose="02020603050405020304" pitchFamily="18" charset="0"/>
              </a:rPr>
              <a:t> = new </a:t>
            </a:r>
            <a:r>
              <a:rPr lang="en-US" sz="2400" b="0" i="0" dirty="0" err="1">
                <a:effectLst/>
                <a:latin typeface="Times New Roman" panose="02020603050405020304" pitchFamily="18" charset="0"/>
                <a:cs typeface="Times New Roman" panose="02020603050405020304" pitchFamily="18" charset="0"/>
              </a:rPr>
              <a:t>SimpleDateFormat</a:t>
            </a:r>
            <a:r>
              <a:rPr lang="en-US" sz="2400" b="0" i="0" dirty="0">
                <a:effectLst/>
                <a:latin typeface="Times New Roman" panose="02020603050405020304" pitchFamily="18" charset="0"/>
                <a:cs typeface="Times New Roman" panose="02020603050405020304" pitchFamily="18" charset="0"/>
              </a:rPr>
              <a:t>("</a:t>
            </a:r>
            <a:r>
              <a:rPr lang="en-US" sz="2400" b="0" i="0" dirty="0" err="1">
                <a:effectLst/>
                <a:latin typeface="Times New Roman" panose="02020603050405020304" pitchFamily="18" charset="0"/>
                <a:cs typeface="Times New Roman" panose="02020603050405020304" pitchFamily="18" charset="0"/>
              </a:rPr>
              <a:t>yyyy</a:t>
            </a:r>
            <a:r>
              <a:rPr lang="en-US" sz="2400" b="0" i="0" dirty="0">
                <a:effectLst/>
                <a:latin typeface="Times New Roman" panose="02020603050405020304" pitchFamily="18" charset="0"/>
                <a:cs typeface="Times New Roman" panose="02020603050405020304" pitchFamily="18" charset="0"/>
              </a:rPr>
              <a:t>-MM-dd </a:t>
            </a:r>
            <a:r>
              <a:rPr lang="en-US" sz="2400" b="0" i="0" dirty="0" err="1">
                <a:effectLst/>
                <a:latin typeface="Times New Roman" panose="02020603050405020304" pitchFamily="18" charset="0"/>
                <a:cs typeface="Times New Roman" panose="02020603050405020304" pitchFamily="18" charset="0"/>
              </a:rPr>
              <a:t>HH:mm:ss</a:t>
            </a:r>
            <a:r>
              <a:rPr lang="en-US" sz="2400" b="0" i="0" dirty="0">
                <a:effectLst/>
                <a:latin typeface="Times New Roman" panose="02020603050405020304" pitchFamily="18" charset="0"/>
                <a:cs typeface="Times New Roman" panose="02020603050405020304" pitchFamily="18" charset="0"/>
              </a:rPr>
              <a:t>").format(new Date());</a:t>
            </a:r>
          </a:p>
          <a:p>
            <a:pPr lvl="1">
              <a:spcBef>
                <a:spcPts val="300"/>
              </a:spcBef>
            </a:pPr>
            <a:r>
              <a:rPr lang="en-US" sz="2400" b="0" i="0" dirty="0" err="1">
                <a:effectLst/>
                <a:latin typeface="Times New Roman" panose="02020603050405020304" pitchFamily="18" charset="0"/>
                <a:cs typeface="Times New Roman" panose="02020603050405020304" pitchFamily="18" charset="0"/>
              </a:rPr>
              <a:t>JspWriter</a:t>
            </a:r>
            <a:r>
              <a:rPr lang="en-US" sz="2400" b="0" i="0" dirty="0">
                <a:effectLst/>
                <a:latin typeface="Times New Roman" panose="02020603050405020304" pitchFamily="18" charset="0"/>
                <a:cs typeface="Times New Roman" panose="02020603050405020304" pitchFamily="18" charset="0"/>
              </a:rPr>
              <a:t> out = </a:t>
            </a:r>
            <a:r>
              <a:rPr lang="en-US" sz="2400" b="0" i="0" dirty="0" err="1">
                <a:effectLst/>
                <a:latin typeface="Times New Roman" panose="02020603050405020304" pitchFamily="18" charset="0"/>
                <a:cs typeface="Times New Roman" panose="02020603050405020304" pitchFamily="18" charset="0"/>
              </a:rPr>
              <a:t>pageContext.getOut</a:t>
            </a:r>
            <a:r>
              <a:rPr lang="en-US" sz="2400" b="0" i="0" dirty="0">
                <a:effectLst/>
                <a:latin typeface="Times New Roman" panose="02020603050405020304" pitchFamily="18" charset="0"/>
                <a:cs typeface="Times New Roman" panose="02020603050405020304" pitchFamily="18" charset="0"/>
              </a:rPr>
              <a:t>();</a:t>
            </a:r>
          </a:p>
          <a:p>
            <a:pPr algn="l">
              <a:spcBef>
                <a:spcPts val="300"/>
              </a:spcBef>
            </a:pPr>
            <a:r>
              <a:rPr lang="en-US" sz="2400" b="0" i="0" dirty="0">
                <a:effectLst/>
                <a:latin typeface="Times New Roman" panose="02020603050405020304" pitchFamily="18" charset="0"/>
                <a:cs typeface="Times New Roman" panose="02020603050405020304" pitchFamily="18" charset="0"/>
              </a:rPr>
              <a:t>            </a:t>
            </a:r>
            <a:r>
              <a:rPr lang="en-US" sz="2400" b="0" i="0" dirty="0" err="1">
                <a:effectLst/>
                <a:latin typeface="Times New Roman" panose="02020603050405020304" pitchFamily="18" charset="0"/>
                <a:cs typeface="Times New Roman" panose="02020603050405020304" pitchFamily="18" charset="0"/>
              </a:rPr>
              <a:t>out.print</a:t>
            </a:r>
            <a:r>
              <a:rPr lang="en-US" sz="2400" b="0" i="0" dirty="0">
                <a:effectLst/>
                <a:latin typeface="Times New Roman" panose="02020603050405020304" pitchFamily="18" charset="0"/>
                <a:cs typeface="Times New Roman" panose="02020603050405020304" pitchFamily="18" charset="0"/>
              </a:rPr>
              <a:t>(</a:t>
            </a:r>
            <a:r>
              <a:rPr lang="en-US" sz="2400" b="0" i="0" dirty="0" err="1">
                <a:effectLst/>
                <a:latin typeface="Times New Roman" panose="02020603050405020304" pitchFamily="18" charset="0"/>
                <a:cs typeface="Times New Roman" panose="02020603050405020304" pitchFamily="18" charset="0"/>
              </a:rPr>
              <a:t>dateTime</a:t>
            </a:r>
            <a:r>
              <a:rPr lang="en-US" sz="2400" b="0" i="0" dirty="0">
                <a:effectLst/>
                <a:latin typeface="Times New Roman" panose="02020603050405020304" pitchFamily="18" charset="0"/>
                <a:cs typeface="Times New Roman" panose="02020603050405020304" pitchFamily="18" charset="0"/>
              </a:rPr>
              <a:t>);</a:t>
            </a:r>
          </a:p>
          <a:p>
            <a:pPr algn="l">
              <a:spcBef>
                <a:spcPts val="300"/>
              </a:spcBef>
            </a:pPr>
            <a:r>
              <a:rPr lang="en-US" sz="2400" b="0" i="0" dirty="0">
                <a:effectLst/>
                <a:latin typeface="Times New Roman" panose="02020603050405020304" pitchFamily="18" charset="0"/>
                <a:cs typeface="Times New Roman" panose="02020603050405020304" pitchFamily="18" charset="0"/>
              </a:rPr>
              <a:t>        } catch (</a:t>
            </a:r>
            <a:r>
              <a:rPr lang="en-US" sz="2400" b="0" i="0" dirty="0" err="1">
                <a:effectLst/>
                <a:latin typeface="Times New Roman" panose="02020603050405020304" pitchFamily="18" charset="0"/>
                <a:cs typeface="Times New Roman" panose="02020603050405020304" pitchFamily="18" charset="0"/>
              </a:rPr>
              <a:t>IOException</a:t>
            </a:r>
            <a:r>
              <a:rPr lang="en-US" sz="2400" b="0" i="0" dirty="0">
                <a:effectLst/>
                <a:latin typeface="Times New Roman" panose="02020603050405020304" pitchFamily="18" charset="0"/>
                <a:cs typeface="Times New Roman" panose="02020603050405020304" pitchFamily="18" charset="0"/>
              </a:rPr>
              <a:t> e) {</a:t>
            </a:r>
          </a:p>
          <a:p>
            <a:pPr algn="l">
              <a:spcBef>
                <a:spcPts val="300"/>
              </a:spcBef>
            </a:pPr>
            <a:r>
              <a:rPr lang="en-US" sz="2400" b="0" i="0" dirty="0">
                <a:effectLst/>
                <a:latin typeface="Times New Roman" panose="02020603050405020304" pitchFamily="18" charset="0"/>
                <a:cs typeface="Times New Roman" panose="02020603050405020304" pitchFamily="18" charset="0"/>
              </a:rPr>
              <a:t>            throw new </a:t>
            </a:r>
            <a:r>
              <a:rPr lang="en-US" sz="2400" b="0" i="0" dirty="0" err="1">
                <a:effectLst/>
                <a:latin typeface="Times New Roman" panose="02020603050405020304" pitchFamily="18" charset="0"/>
                <a:cs typeface="Times New Roman" panose="02020603050405020304" pitchFamily="18" charset="0"/>
              </a:rPr>
              <a:t>JspException</a:t>
            </a:r>
            <a:r>
              <a:rPr lang="en-US" sz="2400" b="0" i="0" dirty="0">
                <a:effectLst/>
                <a:latin typeface="Times New Roman" panose="02020603050405020304" pitchFamily="18" charset="0"/>
                <a:cs typeface="Times New Roman" panose="02020603050405020304" pitchFamily="18" charset="0"/>
              </a:rPr>
              <a:t>("Error: " + </a:t>
            </a:r>
            <a:r>
              <a:rPr lang="en-US" sz="2400" b="0" i="0" dirty="0" err="1">
                <a:effectLst/>
                <a:latin typeface="Times New Roman" panose="02020603050405020304" pitchFamily="18" charset="0"/>
                <a:cs typeface="Times New Roman" panose="02020603050405020304" pitchFamily="18" charset="0"/>
              </a:rPr>
              <a:t>e.getMessage</a:t>
            </a:r>
            <a:r>
              <a:rPr lang="en-US" sz="2400" b="0" i="0" dirty="0">
                <a:effectLst/>
                <a:latin typeface="Times New Roman" panose="02020603050405020304" pitchFamily="18" charset="0"/>
                <a:cs typeface="Times New Roman" panose="02020603050405020304" pitchFamily="18" charset="0"/>
              </a:rPr>
              <a:t>());</a:t>
            </a:r>
          </a:p>
          <a:p>
            <a:pPr algn="l">
              <a:spcBef>
                <a:spcPts val="300"/>
              </a:spcBef>
            </a:pPr>
            <a:r>
              <a:rPr lang="en-US" sz="2400" b="0" i="0" dirty="0">
                <a:effectLst/>
                <a:latin typeface="Times New Roman" panose="02020603050405020304" pitchFamily="18" charset="0"/>
                <a:cs typeface="Times New Roman" panose="02020603050405020304" pitchFamily="18" charset="0"/>
              </a:rPr>
              <a:t>        }</a:t>
            </a:r>
          </a:p>
          <a:p>
            <a:pPr algn="l">
              <a:spcBef>
                <a:spcPts val="300"/>
              </a:spcBef>
            </a:pPr>
            <a:r>
              <a:rPr lang="en-US" sz="2400" b="0" i="0" dirty="0">
                <a:effectLst/>
                <a:latin typeface="Times New Roman" panose="02020603050405020304" pitchFamily="18" charset="0"/>
                <a:cs typeface="Times New Roman" panose="02020603050405020304" pitchFamily="18" charset="0"/>
              </a:rPr>
              <a:t>        return SKIP_BODY; // Skip the tag body</a:t>
            </a:r>
          </a:p>
          <a:p>
            <a:pPr algn="l">
              <a:spcBef>
                <a:spcPts val="300"/>
              </a:spcBef>
            </a:pPr>
            <a:r>
              <a:rPr lang="en-US" sz="2400" b="0" i="0" dirty="0">
                <a:effectLst/>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t>
            </a: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31738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739BE-DEDE-3EA2-EC8D-211AF61F7AEA}"/>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5EADE03-7C54-9F7C-9FBE-E25407D47DB0}"/>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338FBEDF-07D7-52E8-1BAD-22E34AD1A62D}"/>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BF3C3D5-F296-0338-5CCD-22036B784628}"/>
              </a:ext>
            </a:extLst>
          </p:cNvPr>
          <p:cNvSpPr txBox="1"/>
          <p:nvPr/>
        </p:nvSpPr>
        <p:spPr>
          <a:xfrm>
            <a:off x="-1" y="1687513"/>
            <a:ext cx="9144001" cy="584775"/>
          </a:xfrm>
          <a:prstGeom prst="rect">
            <a:avLst/>
          </a:prstGeom>
          <a:noFill/>
        </p:spPr>
        <p:txBody>
          <a:bodyPr wrap="square">
            <a:spAutoFit/>
          </a:bodyPr>
          <a:lstStyle/>
          <a:p>
            <a:r>
              <a:rPr lang="en-US" sz="3200" b="1" i="0" dirty="0">
                <a:solidFill>
                  <a:srgbClr val="F8FAFF"/>
                </a:solidFill>
                <a:effectLst/>
                <a:latin typeface="Inter"/>
              </a:rPr>
              <a:t>Example - Creating a Simple Custom Tag</a:t>
            </a:r>
          </a:p>
        </p:txBody>
      </p:sp>
      <p:sp>
        <p:nvSpPr>
          <p:cNvPr id="7" name="TextBox 6">
            <a:extLst>
              <a:ext uri="{FF2B5EF4-FFF2-40B4-BE49-F238E27FC236}">
                <a16:creationId xmlns:a16="http://schemas.microsoft.com/office/drawing/2014/main" id="{A977F0D4-E5E1-4E7A-F541-312099EDD63E}"/>
              </a:ext>
            </a:extLst>
          </p:cNvPr>
          <p:cNvSpPr txBox="1"/>
          <p:nvPr/>
        </p:nvSpPr>
        <p:spPr>
          <a:xfrm>
            <a:off x="1" y="2361188"/>
            <a:ext cx="8953500" cy="2677656"/>
          </a:xfrm>
          <a:prstGeom prst="rect">
            <a:avLst/>
          </a:prstGeom>
          <a:noFill/>
        </p:spPr>
        <p:txBody>
          <a:bodyPr wrap="square">
            <a:spAutoFit/>
          </a:bodyPr>
          <a:lstStyle/>
          <a:p>
            <a:pPr algn="l"/>
            <a:r>
              <a:rPr lang="en-US" sz="2400" i="0" dirty="0">
                <a:effectLst/>
                <a:latin typeface="Times New Roman" panose="02020603050405020304" pitchFamily="18" charset="0"/>
                <a:cs typeface="Times New Roman" panose="02020603050405020304" pitchFamily="18" charset="0"/>
              </a:rPr>
              <a:t>Step 2: Create the TLD File</a:t>
            </a:r>
          </a:p>
          <a:p>
            <a:pPr algn="l"/>
            <a:r>
              <a:rPr lang="en-US" sz="2400" i="0" dirty="0">
                <a:effectLst/>
                <a:latin typeface="Times New Roman" panose="02020603050405020304" pitchFamily="18" charset="0"/>
                <a:cs typeface="Times New Roman" panose="02020603050405020304" pitchFamily="18" charset="0"/>
              </a:rPr>
              <a:t>&lt;tag&gt;</a:t>
            </a:r>
          </a:p>
          <a:p>
            <a:pPr algn="l"/>
            <a:r>
              <a:rPr lang="en-US" sz="2400" i="0" dirty="0">
                <a:effectLst/>
                <a:latin typeface="Times New Roman" panose="02020603050405020304" pitchFamily="18" charset="0"/>
                <a:cs typeface="Times New Roman" panose="02020603050405020304" pitchFamily="18" charset="0"/>
              </a:rPr>
              <a:t>        &lt;name&gt;</a:t>
            </a:r>
            <a:r>
              <a:rPr lang="en-US" sz="2400" i="0" dirty="0" err="1">
                <a:effectLst/>
                <a:latin typeface="Times New Roman" panose="02020603050405020304" pitchFamily="18" charset="0"/>
                <a:cs typeface="Times New Roman" panose="02020603050405020304" pitchFamily="18" charset="0"/>
              </a:rPr>
              <a:t>currentDateTime</a:t>
            </a:r>
            <a:r>
              <a:rPr lang="en-US" sz="2400" i="0" dirty="0">
                <a:effectLst/>
                <a:latin typeface="Times New Roman" panose="02020603050405020304" pitchFamily="18" charset="0"/>
                <a:cs typeface="Times New Roman" panose="02020603050405020304" pitchFamily="18" charset="0"/>
              </a:rPr>
              <a:t>&lt;/name&gt;</a:t>
            </a:r>
          </a:p>
          <a:p>
            <a:pPr algn="l"/>
            <a:r>
              <a:rPr lang="en-US" sz="2400" i="0" dirty="0">
                <a:effectLst/>
                <a:latin typeface="Times New Roman" panose="02020603050405020304" pitchFamily="18" charset="0"/>
                <a:cs typeface="Times New Roman" panose="02020603050405020304" pitchFamily="18" charset="0"/>
              </a:rPr>
              <a:t>        &lt;tag-class&gt;</a:t>
            </a:r>
            <a:r>
              <a:rPr lang="en-US" sz="2400" i="0" dirty="0" err="1">
                <a:effectLst/>
                <a:latin typeface="Times New Roman" panose="02020603050405020304" pitchFamily="18" charset="0"/>
                <a:cs typeface="Times New Roman" panose="02020603050405020304" pitchFamily="18" charset="0"/>
              </a:rPr>
              <a:t>com.example.tags.CurrentDateTimeTag</a:t>
            </a:r>
            <a:r>
              <a:rPr lang="en-US" sz="2400" i="0" dirty="0">
                <a:effectLst/>
                <a:latin typeface="Times New Roman" panose="02020603050405020304" pitchFamily="18" charset="0"/>
                <a:cs typeface="Times New Roman" panose="02020603050405020304" pitchFamily="18" charset="0"/>
              </a:rPr>
              <a:t>&lt;/tag-class&gt;</a:t>
            </a:r>
          </a:p>
          <a:p>
            <a:pPr algn="l"/>
            <a:r>
              <a:rPr lang="en-US" sz="2400" i="0" dirty="0">
                <a:effectLst/>
                <a:latin typeface="Times New Roman" panose="02020603050405020304" pitchFamily="18" charset="0"/>
                <a:cs typeface="Times New Roman" panose="02020603050405020304" pitchFamily="18" charset="0"/>
              </a:rPr>
              <a:t>        &lt;body-content&gt;empty&lt;/body-content&gt;</a:t>
            </a:r>
          </a:p>
          <a:p>
            <a:pPr algn="l"/>
            <a:r>
              <a:rPr lang="en-US" sz="2400" i="0" dirty="0">
                <a:effectLst/>
                <a:latin typeface="Times New Roman" panose="02020603050405020304" pitchFamily="18" charset="0"/>
                <a:cs typeface="Times New Roman" panose="02020603050405020304" pitchFamily="18" charset="0"/>
              </a:rPr>
              <a:t>    &lt;/tag&gt;</a:t>
            </a:r>
          </a:p>
          <a:p>
            <a:pPr algn="l"/>
            <a:r>
              <a:rPr lang="en-US" sz="2400" i="0" dirty="0">
                <a:effectLst/>
                <a:latin typeface="Times New Roman" panose="02020603050405020304" pitchFamily="18" charset="0"/>
                <a:cs typeface="Times New Roman" panose="02020603050405020304" pitchFamily="18" charset="0"/>
              </a:rPr>
              <a:t>&lt;/</a:t>
            </a:r>
            <a:r>
              <a:rPr lang="en-US" sz="2400" i="0" dirty="0" err="1">
                <a:effectLst/>
                <a:latin typeface="Times New Roman" panose="02020603050405020304" pitchFamily="18" charset="0"/>
                <a:cs typeface="Times New Roman" panose="02020603050405020304" pitchFamily="18" charset="0"/>
              </a:rPr>
              <a:t>taglib</a:t>
            </a:r>
            <a:r>
              <a:rPr lang="en-US" sz="2400" i="0" dirty="0">
                <a:effectLst/>
                <a:latin typeface="Times New Roman" panose="02020603050405020304" pitchFamily="18" charset="0"/>
                <a:cs typeface="Times New Roman" panose="02020603050405020304" pitchFamily="18" charset="0"/>
              </a:rPr>
              <a:t>&gt;</a:t>
            </a:r>
          </a:p>
        </p:txBody>
      </p:sp>
    </p:spTree>
    <p:extLst>
      <p:ext uri="{BB962C8B-B14F-4D97-AF65-F5344CB8AC3E}">
        <p14:creationId xmlns:p14="http://schemas.microsoft.com/office/powerpoint/2010/main" val="4286449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FBB6A-A617-B4FE-4E07-125E9B77A117}"/>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A0CBBD28-8D6E-9019-359B-0A9DABF4B221}"/>
              </a:ext>
            </a:extLst>
          </p:cNvPr>
          <p:cNvSpPr>
            <a:spLocks noChangeArrowheads="1"/>
          </p:cNvSpPr>
          <p:nvPr>
            <p:custDataLst>
              <p:tags r:id="rId1"/>
            </p:custDataLst>
          </p:nvPr>
        </p:nvSpPr>
        <p:spPr bwMode="auto">
          <a:xfrm>
            <a:off x="0" y="159861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p>
        </p:txBody>
      </p:sp>
      <p:sp>
        <p:nvSpPr>
          <p:cNvPr id="4" name="TextBox 6">
            <a:extLst>
              <a:ext uri="{FF2B5EF4-FFF2-40B4-BE49-F238E27FC236}">
                <a16:creationId xmlns:a16="http://schemas.microsoft.com/office/drawing/2014/main" id="{40A15A8C-B632-4D8D-3AC7-5E8E78DF5B44}"/>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A9FBAA0-0064-7A26-9604-26A54AC5E54E}"/>
              </a:ext>
            </a:extLst>
          </p:cNvPr>
          <p:cNvSpPr txBox="1"/>
          <p:nvPr/>
        </p:nvSpPr>
        <p:spPr>
          <a:xfrm>
            <a:off x="-1" y="1687513"/>
            <a:ext cx="9144001" cy="584775"/>
          </a:xfrm>
          <a:prstGeom prst="rect">
            <a:avLst/>
          </a:prstGeom>
          <a:noFill/>
        </p:spPr>
        <p:txBody>
          <a:bodyPr wrap="square">
            <a:spAutoFit/>
          </a:bodyPr>
          <a:lstStyle/>
          <a:p>
            <a:r>
              <a:rPr lang="en-US" sz="3200" b="1" i="0" dirty="0">
                <a:solidFill>
                  <a:srgbClr val="F8FAFF"/>
                </a:solidFill>
                <a:effectLst/>
                <a:latin typeface="Inter"/>
              </a:rPr>
              <a:t>Example - Creating a Simple Custom Tag</a:t>
            </a:r>
          </a:p>
        </p:txBody>
      </p:sp>
      <p:sp>
        <p:nvSpPr>
          <p:cNvPr id="7" name="TextBox 6">
            <a:extLst>
              <a:ext uri="{FF2B5EF4-FFF2-40B4-BE49-F238E27FC236}">
                <a16:creationId xmlns:a16="http://schemas.microsoft.com/office/drawing/2014/main" id="{E20E00D2-5CC5-F867-8F3F-E24E44CCFE80}"/>
              </a:ext>
            </a:extLst>
          </p:cNvPr>
          <p:cNvSpPr txBox="1"/>
          <p:nvPr/>
        </p:nvSpPr>
        <p:spPr>
          <a:xfrm>
            <a:off x="1" y="2361188"/>
            <a:ext cx="8953500" cy="4154984"/>
          </a:xfrm>
          <a:prstGeom prst="rect">
            <a:avLst/>
          </a:prstGeom>
          <a:noFill/>
        </p:spPr>
        <p:txBody>
          <a:bodyPr wrap="square">
            <a:spAutoFit/>
          </a:bodyPr>
          <a:lstStyle/>
          <a:p>
            <a:pPr algn="l"/>
            <a:r>
              <a:rPr lang="en-US" sz="2400" i="0" dirty="0">
                <a:effectLst/>
                <a:latin typeface="Times New Roman" panose="02020603050405020304" pitchFamily="18" charset="0"/>
                <a:cs typeface="Times New Roman" panose="02020603050405020304" pitchFamily="18" charset="0"/>
              </a:rPr>
              <a:t>Step 3: Use the Custom Tag in a JSP Page</a:t>
            </a:r>
          </a:p>
          <a:p>
            <a:pPr algn="l"/>
            <a:r>
              <a:rPr lang="en-US" sz="2400" i="0" dirty="0">
                <a:effectLst/>
                <a:latin typeface="Times New Roman" panose="02020603050405020304" pitchFamily="18" charset="0"/>
                <a:cs typeface="Times New Roman" panose="02020603050405020304" pitchFamily="18" charset="0"/>
              </a:rPr>
              <a:t>&lt;%@ page language="java" </a:t>
            </a:r>
            <a:r>
              <a:rPr lang="en-US" sz="2400" i="0" dirty="0" err="1">
                <a:effectLst/>
                <a:latin typeface="Times New Roman" panose="02020603050405020304" pitchFamily="18" charset="0"/>
                <a:cs typeface="Times New Roman" panose="02020603050405020304" pitchFamily="18" charset="0"/>
              </a:rPr>
              <a:t>contentType</a:t>
            </a:r>
            <a:r>
              <a:rPr lang="en-US" sz="2400" i="0" dirty="0">
                <a:effectLst/>
                <a:latin typeface="Times New Roman" panose="02020603050405020304" pitchFamily="18" charset="0"/>
                <a:cs typeface="Times New Roman" panose="02020603050405020304" pitchFamily="18" charset="0"/>
              </a:rPr>
              <a:t>="text/html; charset=UTF-8" %&gt;</a:t>
            </a:r>
          </a:p>
          <a:p>
            <a:pPr algn="l"/>
            <a:r>
              <a:rPr lang="en-US" sz="2400" i="0" dirty="0">
                <a:effectLst/>
                <a:latin typeface="Times New Roman" panose="02020603050405020304" pitchFamily="18" charset="0"/>
                <a:cs typeface="Times New Roman" panose="02020603050405020304" pitchFamily="18" charset="0"/>
              </a:rPr>
              <a:t>&lt;%@ </a:t>
            </a:r>
            <a:r>
              <a:rPr lang="en-US" sz="2400" i="0" dirty="0" err="1">
                <a:effectLst/>
                <a:latin typeface="Times New Roman" panose="02020603050405020304" pitchFamily="18" charset="0"/>
                <a:cs typeface="Times New Roman" panose="02020603050405020304" pitchFamily="18" charset="0"/>
              </a:rPr>
              <a:t>taglib</a:t>
            </a:r>
            <a:r>
              <a:rPr lang="en-US" sz="2400" i="0" dirty="0">
                <a:effectLst/>
                <a:latin typeface="Times New Roman" panose="02020603050405020304" pitchFamily="18" charset="0"/>
                <a:cs typeface="Times New Roman" panose="02020603050405020304" pitchFamily="18" charset="0"/>
              </a:rPr>
              <a:t> </a:t>
            </a:r>
            <a:r>
              <a:rPr lang="en-US" sz="2400" i="0" dirty="0" err="1">
                <a:effectLst/>
                <a:latin typeface="Times New Roman" panose="02020603050405020304" pitchFamily="18" charset="0"/>
                <a:cs typeface="Times New Roman" panose="02020603050405020304" pitchFamily="18" charset="0"/>
              </a:rPr>
              <a:t>uri</a:t>
            </a:r>
            <a:r>
              <a:rPr lang="en-US" sz="2400" i="0" dirty="0">
                <a:effectLst/>
                <a:latin typeface="Times New Roman" panose="02020603050405020304" pitchFamily="18" charset="0"/>
                <a:cs typeface="Times New Roman" panose="02020603050405020304" pitchFamily="18" charset="0"/>
              </a:rPr>
              <a:t>="/WEB_INF/</a:t>
            </a:r>
            <a:r>
              <a:rPr lang="en-US" sz="2400" i="0" dirty="0" err="1">
                <a:effectLst/>
                <a:latin typeface="Times New Roman" panose="02020603050405020304" pitchFamily="18" charset="0"/>
                <a:cs typeface="Times New Roman" panose="02020603050405020304" pitchFamily="18" charset="0"/>
              </a:rPr>
              <a:t>mytags</a:t>
            </a:r>
            <a:r>
              <a:rPr lang="en-US" sz="2400" i="0" dirty="0">
                <a:effectLst/>
                <a:latin typeface="Times New Roman" panose="02020603050405020304" pitchFamily="18" charset="0"/>
                <a:cs typeface="Times New Roman" panose="02020603050405020304" pitchFamily="18" charset="0"/>
              </a:rPr>
              <a:t>" prefix="</a:t>
            </a:r>
            <a:r>
              <a:rPr lang="en-US" sz="2400" i="0" dirty="0" err="1">
                <a:effectLst/>
                <a:latin typeface="Times New Roman" panose="02020603050405020304" pitchFamily="18" charset="0"/>
                <a:cs typeface="Times New Roman" panose="02020603050405020304" pitchFamily="18" charset="0"/>
              </a:rPr>
              <a:t>ct</a:t>
            </a:r>
            <a:r>
              <a:rPr lang="en-US" sz="2400" i="0" dirty="0">
                <a:effectLst/>
                <a:latin typeface="Times New Roman" panose="02020603050405020304" pitchFamily="18" charset="0"/>
                <a:cs typeface="Times New Roman" panose="02020603050405020304" pitchFamily="18" charset="0"/>
              </a:rPr>
              <a:t>" %&gt;</a:t>
            </a:r>
          </a:p>
          <a:p>
            <a:pPr algn="l"/>
            <a:r>
              <a:rPr lang="en-US" sz="2400" i="0" dirty="0">
                <a:effectLst/>
                <a:latin typeface="Times New Roman" panose="02020603050405020304" pitchFamily="18" charset="0"/>
                <a:cs typeface="Times New Roman" panose="02020603050405020304" pitchFamily="18" charset="0"/>
              </a:rPr>
              <a:t>&lt;html&gt;&lt;head&gt;</a:t>
            </a:r>
          </a:p>
          <a:p>
            <a:pPr algn="l"/>
            <a:r>
              <a:rPr lang="en-US" sz="2400" i="0" dirty="0">
                <a:effectLst/>
                <a:latin typeface="Times New Roman" panose="02020603050405020304" pitchFamily="18" charset="0"/>
                <a:cs typeface="Times New Roman" panose="02020603050405020304" pitchFamily="18" charset="0"/>
              </a:rPr>
              <a:t>    &lt;title&gt;Custom Tag Example&lt;/title&gt;</a:t>
            </a:r>
          </a:p>
          <a:p>
            <a:pPr algn="l"/>
            <a:r>
              <a:rPr lang="en-US" sz="2400" i="0" dirty="0">
                <a:effectLst/>
                <a:latin typeface="Times New Roman" panose="02020603050405020304" pitchFamily="18" charset="0"/>
                <a:cs typeface="Times New Roman" panose="02020603050405020304" pitchFamily="18" charset="0"/>
              </a:rPr>
              <a:t>&lt;/head&gt;</a:t>
            </a:r>
          </a:p>
          <a:p>
            <a:pPr algn="l"/>
            <a:r>
              <a:rPr lang="en-US" sz="2400" i="0" dirty="0">
                <a:effectLst/>
                <a:latin typeface="Times New Roman" panose="02020603050405020304" pitchFamily="18" charset="0"/>
                <a:cs typeface="Times New Roman" panose="02020603050405020304" pitchFamily="18" charset="0"/>
              </a:rPr>
              <a:t>&lt;body&gt;</a:t>
            </a:r>
          </a:p>
          <a:p>
            <a:pPr algn="l"/>
            <a:r>
              <a:rPr lang="en-US" sz="2400" i="0" dirty="0">
                <a:effectLst/>
                <a:latin typeface="Times New Roman" panose="02020603050405020304" pitchFamily="18" charset="0"/>
                <a:cs typeface="Times New Roman" panose="02020603050405020304" pitchFamily="18" charset="0"/>
              </a:rPr>
              <a:t>    &lt;h1&gt;Current Date and Time&lt;/h1&gt;</a:t>
            </a:r>
          </a:p>
          <a:p>
            <a:pPr algn="l"/>
            <a:r>
              <a:rPr lang="en-US" sz="2400" i="0" dirty="0">
                <a:effectLst/>
                <a:latin typeface="Times New Roman" panose="02020603050405020304" pitchFamily="18" charset="0"/>
                <a:cs typeface="Times New Roman" panose="02020603050405020304" pitchFamily="18" charset="0"/>
              </a:rPr>
              <a:t>    &lt;p&gt;&lt;</a:t>
            </a:r>
            <a:r>
              <a:rPr lang="en-US" sz="2400" i="0" dirty="0" err="1">
                <a:effectLst/>
                <a:latin typeface="Times New Roman" panose="02020603050405020304" pitchFamily="18" charset="0"/>
                <a:cs typeface="Times New Roman" panose="02020603050405020304" pitchFamily="18" charset="0"/>
              </a:rPr>
              <a:t>ct:currentDateTime</a:t>
            </a:r>
            <a:r>
              <a:rPr lang="en-US" sz="2400" i="0" dirty="0">
                <a:effectLst/>
                <a:latin typeface="Times New Roman" panose="02020603050405020304" pitchFamily="18" charset="0"/>
                <a:cs typeface="Times New Roman" panose="02020603050405020304" pitchFamily="18" charset="0"/>
              </a:rPr>
              <a:t> /&gt;&lt;/p&gt;</a:t>
            </a:r>
          </a:p>
          <a:p>
            <a:pPr algn="l"/>
            <a:r>
              <a:rPr lang="en-US" sz="2400" i="0" dirty="0">
                <a:effectLst/>
                <a:latin typeface="Times New Roman" panose="02020603050405020304" pitchFamily="18" charset="0"/>
                <a:cs typeface="Times New Roman" panose="02020603050405020304" pitchFamily="18" charset="0"/>
              </a:rPr>
              <a:t>&lt;/body&gt;&lt;/html&gt;</a:t>
            </a:r>
          </a:p>
        </p:txBody>
      </p:sp>
    </p:spTree>
    <p:extLst>
      <p:ext uri="{BB962C8B-B14F-4D97-AF65-F5344CB8AC3E}">
        <p14:creationId xmlns:p14="http://schemas.microsoft.com/office/powerpoint/2010/main" val="7203500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8"/>
</p:tagLst>
</file>

<file path=ppt/tags/tag2.xml><?xml version="1.0" encoding="utf-8"?>
<p:tagLst xmlns:a="http://schemas.openxmlformats.org/drawingml/2006/main" xmlns:r="http://schemas.openxmlformats.org/officeDocument/2006/relationships" xmlns:p="http://schemas.openxmlformats.org/presentationml/2006/main">
  <p:tag name="AS_UNIQUEID" val="41"/>
</p:tagLst>
</file>

<file path=ppt/tags/tag3.xml><?xml version="1.0" encoding="utf-8"?>
<p:tagLst xmlns:a="http://schemas.openxmlformats.org/drawingml/2006/main" xmlns:r="http://schemas.openxmlformats.org/officeDocument/2006/relationships" xmlns:p="http://schemas.openxmlformats.org/presentationml/2006/main">
  <p:tag name="AS_UNIQUEID" val="42"/>
</p:tagLst>
</file>

<file path=ppt/tags/tag4.xml><?xml version="1.0" encoding="utf-8"?>
<p:tagLst xmlns:a="http://schemas.openxmlformats.org/drawingml/2006/main" xmlns:r="http://schemas.openxmlformats.org/officeDocument/2006/relationships" xmlns:p="http://schemas.openxmlformats.org/presentationml/2006/main">
  <p:tag name="AS_UNIQUEID" val="43"/>
</p:tagLst>
</file>

<file path=ppt/tags/tag5.xml><?xml version="1.0" encoding="utf-8"?>
<p:tagLst xmlns:a="http://schemas.openxmlformats.org/drawingml/2006/main" xmlns:r="http://schemas.openxmlformats.org/officeDocument/2006/relationships" xmlns:p="http://schemas.openxmlformats.org/presentationml/2006/main">
  <p:tag name="AS_UNIQUEID" val="60"/>
</p:tagLst>
</file>

<file path=ppt/tags/tag6.xml><?xml version="1.0" encoding="utf-8"?>
<p:tagLst xmlns:a="http://schemas.openxmlformats.org/drawingml/2006/main" xmlns:r="http://schemas.openxmlformats.org/officeDocument/2006/relationships" xmlns:p="http://schemas.openxmlformats.org/presentationml/2006/main">
  <p:tag name="AS_UNIQUEID" val="95"/>
</p:tagLst>
</file>

<file path=ppt/tags/tag7.xml><?xml version="1.0" encoding="utf-8"?>
<p:tagLst xmlns:a="http://schemas.openxmlformats.org/drawingml/2006/main" xmlns:r="http://schemas.openxmlformats.org/officeDocument/2006/relationships" xmlns:p="http://schemas.openxmlformats.org/presentationml/2006/main">
  <p:tag name="AS_UNIQUEID" val="46"/>
</p:tagLst>
</file>

<file path=ppt/tags/tag8.xml><?xml version="1.0" encoding="utf-8"?>
<p:tagLst xmlns:a="http://schemas.openxmlformats.org/drawingml/2006/main" xmlns:r="http://schemas.openxmlformats.org/officeDocument/2006/relationships" xmlns:p="http://schemas.openxmlformats.org/presentationml/2006/main">
  <p:tag name="AS_UNIQUEID" val="48"/>
</p:tagLst>
</file>

<file path=ppt/tags/tag9.xml><?xml version="1.0" encoding="utf-8"?>
<p:tagLst xmlns:a="http://schemas.openxmlformats.org/drawingml/2006/main" xmlns:r="http://schemas.openxmlformats.org/officeDocument/2006/relationships" xmlns:p="http://schemas.openxmlformats.org/presentationml/2006/main">
  <p:tag name="AS_UNIQUEID" val="51"/>
</p:tagLst>
</file>

<file path=ppt/tags/tag10.xml><?xml version="1.0" encoding="utf-8"?>
<p:tagLst xmlns:a="http://schemas.openxmlformats.org/drawingml/2006/main" xmlns:r="http://schemas.openxmlformats.org/officeDocument/2006/relationships" xmlns:p="http://schemas.openxmlformats.org/presentationml/2006/main">
  <p:tag name="AS_UNIQUEID" val="52"/>
</p:tagLst>
</file>

<file path=ppt/tags/tag11.xml><?xml version="1.0" encoding="utf-8"?>
<p:tagLst xmlns:a="http://schemas.openxmlformats.org/drawingml/2006/main" xmlns:r="http://schemas.openxmlformats.org/officeDocument/2006/relationships" xmlns:p="http://schemas.openxmlformats.org/presentationml/2006/main">
  <p:tag name="AS_UNIQUEID" val="53"/>
</p:tagLst>
</file>

<file path=ppt/tags/tag12.xml><?xml version="1.0" encoding="utf-8"?>
<p:tagLst xmlns:a="http://schemas.openxmlformats.org/drawingml/2006/main" xmlns:r="http://schemas.openxmlformats.org/officeDocument/2006/relationships" xmlns:p="http://schemas.openxmlformats.org/presentationml/2006/main">
  <p:tag name="AS_UNIQUEID" val="52"/>
</p:tagLst>
</file>

<file path=ppt/tags/tag13.xml><?xml version="1.0" encoding="utf-8"?>
<p:tagLst xmlns:a="http://schemas.openxmlformats.org/drawingml/2006/main" xmlns:r="http://schemas.openxmlformats.org/officeDocument/2006/relationships" xmlns:p="http://schemas.openxmlformats.org/presentationml/2006/main">
  <p:tag name="AS_UNIQUEID" val="53"/>
</p:tagLst>
</file>

<file path=ppt/tags/tag14.xml><?xml version="1.0" encoding="utf-8"?>
<p:tagLst xmlns:a="http://schemas.openxmlformats.org/drawingml/2006/main" xmlns:r="http://schemas.openxmlformats.org/officeDocument/2006/relationships" xmlns:p="http://schemas.openxmlformats.org/presentationml/2006/main">
  <p:tag name="AS_UNIQUEID" val="52"/>
</p:tagLst>
</file>

<file path=ppt/tags/tag15.xml><?xml version="1.0" encoding="utf-8"?>
<p:tagLst xmlns:a="http://schemas.openxmlformats.org/drawingml/2006/main" xmlns:r="http://schemas.openxmlformats.org/officeDocument/2006/relationships" xmlns:p="http://schemas.openxmlformats.org/presentationml/2006/main">
  <p:tag name="AS_UNIQUEID" val="53"/>
</p:tagLst>
</file>

<file path=ppt/tags/tag16.xml><?xml version="1.0" encoding="utf-8"?>
<p:tagLst xmlns:a="http://schemas.openxmlformats.org/drawingml/2006/main" xmlns:r="http://schemas.openxmlformats.org/officeDocument/2006/relationships" xmlns:p="http://schemas.openxmlformats.org/presentationml/2006/main">
  <p:tag name="AS_UNIQUEID" val="51"/>
</p:tagLst>
</file>

<file path=ppt/tags/tag17.xml><?xml version="1.0" encoding="utf-8"?>
<p:tagLst xmlns:a="http://schemas.openxmlformats.org/drawingml/2006/main" xmlns:r="http://schemas.openxmlformats.org/officeDocument/2006/relationships" xmlns:p="http://schemas.openxmlformats.org/presentationml/2006/main">
  <p:tag name="AS_UNIQUEID" val="52"/>
</p:tagLst>
</file>

<file path=ppt/tags/tag18.xml><?xml version="1.0" encoding="utf-8"?>
<p:tagLst xmlns:a="http://schemas.openxmlformats.org/drawingml/2006/main" xmlns:r="http://schemas.openxmlformats.org/officeDocument/2006/relationships" xmlns:p="http://schemas.openxmlformats.org/presentationml/2006/main">
  <p:tag name="AS_UNIQUEID" val="53"/>
</p:tagLst>
</file>

<file path=ppt/tags/tag19.xml><?xml version="1.0" encoding="utf-8"?>
<p:tagLst xmlns:a="http://schemas.openxmlformats.org/drawingml/2006/main" xmlns:r="http://schemas.openxmlformats.org/officeDocument/2006/relationships" xmlns:p="http://schemas.openxmlformats.org/presentationml/2006/main">
  <p:tag name="AS_UNIQUEID" val="51"/>
</p:tagLst>
</file>

<file path=ppt/tags/tag20.xml><?xml version="1.0" encoding="utf-8"?>
<p:tagLst xmlns:a="http://schemas.openxmlformats.org/drawingml/2006/main" xmlns:r="http://schemas.openxmlformats.org/officeDocument/2006/relationships" xmlns:p="http://schemas.openxmlformats.org/presentationml/2006/main">
  <p:tag name="AS_UNIQUEID" val="52"/>
</p:tagLst>
</file>

<file path=ppt/tags/tag21.xml><?xml version="1.0" encoding="utf-8"?>
<p:tagLst xmlns:a="http://schemas.openxmlformats.org/drawingml/2006/main" xmlns:r="http://schemas.openxmlformats.org/officeDocument/2006/relationships" xmlns:p="http://schemas.openxmlformats.org/presentationml/2006/main">
  <p:tag name="AS_UNIQUEID" val="53"/>
</p:tagLst>
</file>

<file path=ppt/tags/tag22.xml><?xml version="1.0" encoding="utf-8"?>
<p:tagLst xmlns:a="http://schemas.openxmlformats.org/drawingml/2006/main" xmlns:r="http://schemas.openxmlformats.org/officeDocument/2006/relationships" xmlns:p="http://schemas.openxmlformats.org/presentationml/2006/main">
  <p:tag name="AS_UNIQUEID" val="51"/>
</p:tagLst>
</file>

<file path=ppt/tags/tag23.xml><?xml version="1.0" encoding="utf-8"?>
<p:tagLst xmlns:a="http://schemas.openxmlformats.org/drawingml/2006/main" xmlns:r="http://schemas.openxmlformats.org/officeDocument/2006/relationships" xmlns:p="http://schemas.openxmlformats.org/presentationml/2006/main">
  <p:tag name="AS_UNIQUEID" val="52"/>
</p:tagLst>
</file>

<file path=ppt/tags/tag24.xml><?xml version="1.0" encoding="utf-8"?>
<p:tagLst xmlns:a="http://schemas.openxmlformats.org/drawingml/2006/main" xmlns:r="http://schemas.openxmlformats.org/officeDocument/2006/relationships" xmlns:p="http://schemas.openxmlformats.org/presentationml/2006/main">
  <p:tag name="AS_UNIQUEID" val="53"/>
</p:tagLst>
</file>

<file path=ppt/tags/tag25.xml><?xml version="1.0" encoding="utf-8"?>
<p:tagLst xmlns:a="http://schemas.openxmlformats.org/drawingml/2006/main" xmlns:r="http://schemas.openxmlformats.org/officeDocument/2006/relationships" xmlns:p="http://schemas.openxmlformats.org/presentationml/2006/main">
  <p:tag name="AS_UNIQUEID" val="51"/>
</p:tagLst>
</file>

<file path=ppt/tags/tag26.xml><?xml version="1.0" encoding="utf-8"?>
<p:tagLst xmlns:a="http://schemas.openxmlformats.org/drawingml/2006/main" xmlns:r="http://schemas.openxmlformats.org/officeDocument/2006/relationships" xmlns:p="http://schemas.openxmlformats.org/presentationml/2006/main">
  <p:tag name="AS_UNIQUEID" val="52"/>
</p:tagLst>
</file>

<file path=ppt/tags/tag27.xml><?xml version="1.0" encoding="utf-8"?>
<p:tagLst xmlns:a="http://schemas.openxmlformats.org/drawingml/2006/main" xmlns:r="http://schemas.openxmlformats.org/officeDocument/2006/relationships" xmlns:p="http://schemas.openxmlformats.org/presentationml/2006/main">
  <p:tag name="AS_UNIQUEID" val="53"/>
</p:tagLst>
</file>

<file path=ppt/tags/tag28.xml><?xml version="1.0" encoding="utf-8"?>
<p:tagLst xmlns:a="http://schemas.openxmlformats.org/drawingml/2006/main" xmlns:r="http://schemas.openxmlformats.org/officeDocument/2006/relationships" xmlns:p="http://schemas.openxmlformats.org/presentationml/2006/main">
  <p:tag name="AS_UNIQUEID" val="51"/>
</p:tagLst>
</file>

<file path=ppt/tags/tag29.xml><?xml version="1.0" encoding="utf-8"?>
<p:tagLst xmlns:a="http://schemas.openxmlformats.org/drawingml/2006/main" xmlns:r="http://schemas.openxmlformats.org/officeDocument/2006/relationships" xmlns:p="http://schemas.openxmlformats.org/presentationml/2006/main">
  <p:tag name="AS_UNIQUEID" val="52"/>
</p:tagLst>
</file>

<file path=ppt/tags/tag30.xml><?xml version="1.0" encoding="utf-8"?>
<p:tagLst xmlns:a="http://schemas.openxmlformats.org/drawingml/2006/main" xmlns:r="http://schemas.openxmlformats.org/officeDocument/2006/relationships" xmlns:p="http://schemas.openxmlformats.org/presentationml/2006/main">
  <p:tag name="AS_UNIQUEID" val="53"/>
</p:tagLst>
</file>

<file path=ppt/tags/tag31.xml><?xml version="1.0" encoding="utf-8"?>
<p:tagLst xmlns:a="http://schemas.openxmlformats.org/drawingml/2006/main" xmlns:r="http://schemas.openxmlformats.org/officeDocument/2006/relationships" xmlns:p="http://schemas.openxmlformats.org/presentationml/2006/main">
  <p:tag name="AS_UNIQUEID" val="51"/>
</p:tagLst>
</file>

<file path=ppt/tags/tag32.xml><?xml version="1.0" encoding="utf-8"?>
<p:tagLst xmlns:a="http://schemas.openxmlformats.org/drawingml/2006/main" xmlns:r="http://schemas.openxmlformats.org/officeDocument/2006/relationships" xmlns:p="http://schemas.openxmlformats.org/presentationml/2006/main">
  <p:tag name="AS_UNIQUEID" val="52"/>
</p:tagLst>
</file>

<file path=ppt/tags/tag33.xml><?xml version="1.0" encoding="utf-8"?>
<p:tagLst xmlns:a="http://schemas.openxmlformats.org/drawingml/2006/main" xmlns:r="http://schemas.openxmlformats.org/officeDocument/2006/relationships" xmlns:p="http://schemas.openxmlformats.org/presentationml/2006/main">
  <p:tag name="AS_UNIQUEID" val="53"/>
</p:tagLst>
</file>

<file path=ppt/tags/tag34.xml><?xml version="1.0" encoding="utf-8"?>
<p:tagLst xmlns:a="http://schemas.openxmlformats.org/drawingml/2006/main" xmlns:r="http://schemas.openxmlformats.org/officeDocument/2006/relationships" xmlns:p="http://schemas.openxmlformats.org/presentationml/2006/main">
  <p:tag name="AS_UNIQUEID" val="51"/>
</p:tagLst>
</file>

<file path=ppt/tags/tag35.xml><?xml version="1.0" encoding="utf-8"?>
<p:tagLst xmlns:a="http://schemas.openxmlformats.org/drawingml/2006/main" xmlns:r="http://schemas.openxmlformats.org/officeDocument/2006/relationships" xmlns:p="http://schemas.openxmlformats.org/presentationml/2006/main">
  <p:tag name="AS_UNIQUEID" val="52"/>
</p:tagLst>
</file>

<file path=ppt/tags/tag36.xml><?xml version="1.0" encoding="utf-8"?>
<p:tagLst xmlns:a="http://schemas.openxmlformats.org/drawingml/2006/main" xmlns:r="http://schemas.openxmlformats.org/officeDocument/2006/relationships" xmlns:p="http://schemas.openxmlformats.org/presentationml/2006/main">
  <p:tag name="AS_UNIQUEID" val="53"/>
</p:tagLst>
</file>

<file path=ppt/tags/tag37.xml><?xml version="1.0" encoding="utf-8"?>
<p:tagLst xmlns:a="http://schemas.openxmlformats.org/drawingml/2006/main" xmlns:r="http://schemas.openxmlformats.org/officeDocument/2006/relationships" xmlns:p="http://schemas.openxmlformats.org/presentationml/2006/main">
  <p:tag name="AS_UNIQUEID" val="51"/>
</p:tagLst>
</file>

<file path=ppt/tags/tag38.xml><?xml version="1.0" encoding="utf-8"?>
<p:tagLst xmlns:a="http://schemas.openxmlformats.org/drawingml/2006/main" xmlns:r="http://schemas.openxmlformats.org/officeDocument/2006/relationships" xmlns:p="http://schemas.openxmlformats.org/presentationml/2006/main">
  <p:tag name="AS_UNIQUEID" val="52"/>
</p:tagLst>
</file>

<file path=ppt/tags/tag39.xml><?xml version="1.0" encoding="utf-8"?>
<p:tagLst xmlns:a="http://schemas.openxmlformats.org/drawingml/2006/main" xmlns:r="http://schemas.openxmlformats.org/officeDocument/2006/relationships" xmlns:p="http://schemas.openxmlformats.org/presentationml/2006/main">
  <p:tag name="AS_UNIQUEID" val="53"/>
</p:tagLst>
</file>

<file path=ppt/tags/tag40.xml><?xml version="1.0" encoding="utf-8"?>
<p:tagLst xmlns:a="http://schemas.openxmlformats.org/drawingml/2006/main" xmlns:r="http://schemas.openxmlformats.org/officeDocument/2006/relationships" xmlns:p="http://schemas.openxmlformats.org/presentationml/2006/main">
  <p:tag name="AS_UNIQUEID" val="51"/>
</p:tagLst>
</file>

<file path=ppt/tags/tag41.xml><?xml version="1.0" encoding="utf-8"?>
<p:tagLst xmlns:a="http://schemas.openxmlformats.org/drawingml/2006/main" xmlns:r="http://schemas.openxmlformats.org/officeDocument/2006/relationships" xmlns:p="http://schemas.openxmlformats.org/presentationml/2006/main">
  <p:tag name="AS_UNIQUEID" val="52"/>
</p:tagLst>
</file>

<file path=ppt/tags/tag42.xml><?xml version="1.0" encoding="utf-8"?>
<p:tagLst xmlns:a="http://schemas.openxmlformats.org/drawingml/2006/main" xmlns:r="http://schemas.openxmlformats.org/officeDocument/2006/relationships" xmlns:p="http://schemas.openxmlformats.org/presentationml/2006/main">
  <p:tag name="AS_UNIQUEID" val="53"/>
</p:tagLst>
</file>

<file path=ppt/tags/tag43.xml><?xml version="1.0" encoding="utf-8"?>
<p:tagLst xmlns:a="http://schemas.openxmlformats.org/drawingml/2006/main" xmlns:r="http://schemas.openxmlformats.org/officeDocument/2006/relationships" xmlns:p="http://schemas.openxmlformats.org/presentationml/2006/main">
  <p:tag name="AS_UNIQUEID" val="51"/>
</p:tagLst>
</file>

<file path=ppt/tags/tag44.xml><?xml version="1.0" encoding="utf-8"?>
<p:tagLst xmlns:a="http://schemas.openxmlformats.org/drawingml/2006/main" xmlns:r="http://schemas.openxmlformats.org/officeDocument/2006/relationships" xmlns:p="http://schemas.openxmlformats.org/presentationml/2006/main">
  <p:tag name="AS_UNIQUEID" val="52"/>
</p:tagLst>
</file>

<file path=ppt/tags/tag45.xml><?xml version="1.0" encoding="utf-8"?>
<p:tagLst xmlns:a="http://schemas.openxmlformats.org/drawingml/2006/main" xmlns:r="http://schemas.openxmlformats.org/officeDocument/2006/relationships" xmlns:p="http://schemas.openxmlformats.org/presentationml/2006/main">
  <p:tag name="AS_UNIQUEID" val="53"/>
</p:tagLst>
</file>

<file path=ppt/tags/tag46.xml><?xml version="1.0" encoding="utf-8"?>
<p:tagLst xmlns:a="http://schemas.openxmlformats.org/drawingml/2006/main" xmlns:r="http://schemas.openxmlformats.org/officeDocument/2006/relationships" xmlns:p="http://schemas.openxmlformats.org/presentationml/2006/main">
  <p:tag name="AS_UNIQUEID" val="51"/>
</p:tagLst>
</file>

<file path=ppt/tags/tag47.xml><?xml version="1.0" encoding="utf-8"?>
<p:tagLst xmlns:a="http://schemas.openxmlformats.org/drawingml/2006/main" xmlns:r="http://schemas.openxmlformats.org/officeDocument/2006/relationships" xmlns:p="http://schemas.openxmlformats.org/presentationml/2006/main">
  <p:tag name="AS_UNIQUEID" val="52"/>
</p:tagLst>
</file>

<file path=ppt/tags/tag48.xml><?xml version="1.0" encoding="utf-8"?>
<p:tagLst xmlns:a="http://schemas.openxmlformats.org/drawingml/2006/main" xmlns:r="http://schemas.openxmlformats.org/officeDocument/2006/relationships" xmlns:p="http://schemas.openxmlformats.org/presentationml/2006/main">
  <p:tag name="AS_UNIQUEID" val="53"/>
</p:tagLst>
</file>

<file path=ppt/tags/tag49.xml><?xml version="1.0" encoding="utf-8"?>
<p:tagLst xmlns:a="http://schemas.openxmlformats.org/drawingml/2006/main" xmlns:r="http://schemas.openxmlformats.org/officeDocument/2006/relationships" xmlns:p="http://schemas.openxmlformats.org/presentationml/2006/main">
  <p:tag name="AS_UNIQUEID" val="51"/>
</p:tagLst>
</file>

<file path=ppt/tags/tag50.xml><?xml version="1.0" encoding="utf-8"?>
<p:tagLst xmlns:a="http://schemas.openxmlformats.org/drawingml/2006/main" xmlns:r="http://schemas.openxmlformats.org/officeDocument/2006/relationships" xmlns:p="http://schemas.openxmlformats.org/presentationml/2006/main">
  <p:tag name="AS_UNIQUEID" val="52"/>
</p:tagLst>
</file>

<file path=ppt/tags/tag51.xml><?xml version="1.0" encoding="utf-8"?>
<p:tagLst xmlns:a="http://schemas.openxmlformats.org/drawingml/2006/main" xmlns:r="http://schemas.openxmlformats.org/officeDocument/2006/relationships" xmlns:p="http://schemas.openxmlformats.org/presentationml/2006/main">
  <p:tag name="AS_UNIQUEID" val="53"/>
</p:tagLst>
</file>

<file path=ppt/tags/tag52.xml><?xml version="1.0" encoding="utf-8"?>
<p:tagLst xmlns:a="http://schemas.openxmlformats.org/drawingml/2006/main" xmlns:r="http://schemas.openxmlformats.org/officeDocument/2006/relationships" xmlns:p="http://schemas.openxmlformats.org/presentationml/2006/main">
  <p:tag name="AS_UNIQUEID" val="51"/>
</p:tagLst>
</file>

<file path=ppt/tags/tag53.xml><?xml version="1.0" encoding="utf-8"?>
<p:tagLst xmlns:a="http://schemas.openxmlformats.org/drawingml/2006/main" xmlns:r="http://schemas.openxmlformats.org/officeDocument/2006/relationships" xmlns:p="http://schemas.openxmlformats.org/presentationml/2006/main">
  <p:tag name="AS_UNIQUEID" val="52"/>
</p:tagLst>
</file>

<file path=ppt/tags/tag54.xml><?xml version="1.0" encoding="utf-8"?>
<p:tagLst xmlns:a="http://schemas.openxmlformats.org/drawingml/2006/main" xmlns:r="http://schemas.openxmlformats.org/officeDocument/2006/relationships" xmlns:p="http://schemas.openxmlformats.org/presentationml/2006/main">
  <p:tag name="AS_UNIQUEID" val="53"/>
</p:tagLst>
</file>

<file path=ppt/tags/tag55.xml><?xml version="1.0" encoding="utf-8"?>
<p:tagLst xmlns:a="http://schemas.openxmlformats.org/drawingml/2006/main" xmlns:r="http://schemas.openxmlformats.org/officeDocument/2006/relationships" xmlns:p="http://schemas.openxmlformats.org/presentationml/2006/main">
  <p:tag name="AS_UNIQUEID" val="51"/>
</p:tagLst>
</file>

<file path=ppt/tags/tag56.xml><?xml version="1.0" encoding="utf-8"?>
<p:tagLst xmlns:a="http://schemas.openxmlformats.org/drawingml/2006/main" xmlns:r="http://schemas.openxmlformats.org/officeDocument/2006/relationships" xmlns:p="http://schemas.openxmlformats.org/presentationml/2006/main">
  <p:tag name="AS_UNIQUEID" val="52"/>
</p:tagLst>
</file>

<file path=ppt/tags/tag57.xml><?xml version="1.0" encoding="utf-8"?>
<p:tagLst xmlns:a="http://schemas.openxmlformats.org/drawingml/2006/main" xmlns:r="http://schemas.openxmlformats.org/officeDocument/2006/relationships" xmlns:p="http://schemas.openxmlformats.org/presentationml/2006/main">
  <p:tag name="AS_UNIQUEID" val="53"/>
</p:tagLst>
</file>

<file path=ppt/tags/tag58.xml><?xml version="1.0" encoding="utf-8"?>
<p:tagLst xmlns:a="http://schemas.openxmlformats.org/drawingml/2006/main" xmlns:r="http://schemas.openxmlformats.org/officeDocument/2006/relationships" xmlns:p="http://schemas.openxmlformats.org/presentationml/2006/main">
  <p:tag name="AS_UNIQUEID" val="51"/>
</p:tagLst>
</file>

<file path=ppt/tags/tag59.xml><?xml version="1.0" encoding="utf-8"?>
<p:tagLst xmlns:a="http://schemas.openxmlformats.org/drawingml/2006/main" xmlns:r="http://schemas.openxmlformats.org/officeDocument/2006/relationships" xmlns:p="http://schemas.openxmlformats.org/presentationml/2006/main">
  <p:tag name="AS_UNIQUEID" val="52"/>
</p:tagLst>
</file>

<file path=ppt/tags/tag60.xml><?xml version="1.0" encoding="utf-8"?>
<p:tagLst xmlns:a="http://schemas.openxmlformats.org/drawingml/2006/main" xmlns:r="http://schemas.openxmlformats.org/officeDocument/2006/relationships" xmlns:p="http://schemas.openxmlformats.org/presentationml/2006/main">
  <p:tag name="AS_UNIQUEID" val="53"/>
</p:tagLst>
</file>

<file path=ppt/tags/tag61.xml><?xml version="1.0" encoding="utf-8"?>
<p:tagLst xmlns:a="http://schemas.openxmlformats.org/drawingml/2006/main" xmlns:r="http://schemas.openxmlformats.org/officeDocument/2006/relationships" xmlns:p="http://schemas.openxmlformats.org/presentationml/2006/main">
  <p:tag name="AS_UNIQUEID" val="51"/>
</p:tagLst>
</file>

<file path=ppt/tags/tag62.xml><?xml version="1.0" encoding="utf-8"?>
<p:tagLst xmlns:a="http://schemas.openxmlformats.org/drawingml/2006/main" xmlns:r="http://schemas.openxmlformats.org/officeDocument/2006/relationships" xmlns:p="http://schemas.openxmlformats.org/presentationml/2006/main">
  <p:tag name="AS_UNIQUEID" val="52"/>
</p:tagLst>
</file>

<file path=ppt/tags/tag63.xml><?xml version="1.0" encoding="utf-8"?>
<p:tagLst xmlns:a="http://schemas.openxmlformats.org/drawingml/2006/main" xmlns:r="http://schemas.openxmlformats.org/officeDocument/2006/relationships" xmlns:p="http://schemas.openxmlformats.org/presentationml/2006/main">
  <p:tag name="AS_UNIQUEID" val="53"/>
</p:tagLst>
</file>

<file path=ppt/tags/tag64.xml><?xml version="1.0" encoding="utf-8"?>
<p:tagLst xmlns:a="http://schemas.openxmlformats.org/drawingml/2006/main" xmlns:r="http://schemas.openxmlformats.org/officeDocument/2006/relationships" xmlns:p="http://schemas.openxmlformats.org/presentationml/2006/main">
  <p:tag name="AS_UNIQUEID" val="51"/>
</p:tagLst>
</file>

<file path=ppt/tags/tag65.xml><?xml version="1.0" encoding="utf-8"?>
<p:tagLst xmlns:a="http://schemas.openxmlformats.org/drawingml/2006/main" xmlns:r="http://schemas.openxmlformats.org/officeDocument/2006/relationships" xmlns:p="http://schemas.openxmlformats.org/presentationml/2006/main">
  <p:tag name="AS_UNIQUEID" val="52"/>
</p:tagLst>
</file>

<file path=ppt/tags/tag66.xml><?xml version="1.0" encoding="utf-8"?>
<p:tagLst xmlns:a="http://schemas.openxmlformats.org/drawingml/2006/main" xmlns:r="http://schemas.openxmlformats.org/officeDocument/2006/relationships" xmlns:p="http://schemas.openxmlformats.org/presentationml/2006/main">
  <p:tag name="AS_UNIQUEID" val="53"/>
</p:tagLst>
</file>

<file path=ppt/tags/tag67.xml><?xml version="1.0" encoding="utf-8"?>
<p:tagLst xmlns:a="http://schemas.openxmlformats.org/drawingml/2006/main" xmlns:r="http://schemas.openxmlformats.org/officeDocument/2006/relationships" xmlns:p="http://schemas.openxmlformats.org/presentationml/2006/main">
  <p:tag name="AS_UNIQUEID" val="51"/>
</p:tagLst>
</file>

<file path=ppt/tags/tag68.xml><?xml version="1.0" encoding="utf-8"?>
<p:tagLst xmlns:a="http://schemas.openxmlformats.org/drawingml/2006/main" xmlns:r="http://schemas.openxmlformats.org/officeDocument/2006/relationships" xmlns:p="http://schemas.openxmlformats.org/presentationml/2006/main">
  <p:tag name="AS_UNIQUEID" val="52"/>
</p:tagLst>
</file>

<file path=ppt/tags/tag69.xml><?xml version="1.0" encoding="utf-8"?>
<p:tagLst xmlns:a="http://schemas.openxmlformats.org/drawingml/2006/main" xmlns:r="http://schemas.openxmlformats.org/officeDocument/2006/relationships" xmlns:p="http://schemas.openxmlformats.org/presentationml/2006/main">
  <p:tag name="AS_UNIQUEID" val="53"/>
</p:tagLst>
</file>

<file path=ppt/tags/tag70.xml><?xml version="1.0" encoding="utf-8"?>
<p:tagLst xmlns:a="http://schemas.openxmlformats.org/drawingml/2006/main" xmlns:r="http://schemas.openxmlformats.org/officeDocument/2006/relationships" xmlns:p="http://schemas.openxmlformats.org/presentationml/2006/main">
  <p:tag name="AS_UNIQUEID" val="51"/>
</p:tagLst>
</file>

<file path=ppt/tags/tag71.xml><?xml version="1.0" encoding="utf-8"?>
<p:tagLst xmlns:a="http://schemas.openxmlformats.org/drawingml/2006/main" xmlns:r="http://schemas.openxmlformats.org/officeDocument/2006/relationships" xmlns:p="http://schemas.openxmlformats.org/presentationml/2006/main">
  <p:tag name="AS_UNIQUEID" val="52"/>
</p:tagLst>
</file>

<file path=ppt/tags/tag72.xml><?xml version="1.0" encoding="utf-8"?>
<p:tagLst xmlns:a="http://schemas.openxmlformats.org/drawingml/2006/main" xmlns:r="http://schemas.openxmlformats.org/officeDocument/2006/relationships" xmlns:p="http://schemas.openxmlformats.org/presentationml/2006/main">
  <p:tag name="AS_UNIQUEID" val="53"/>
</p:tagLst>
</file>

<file path=ppt/tags/tag73.xml><?xml version="1.0" encoding="utf-8"?>
<p:tagLst xmlns:a="http://schemas.openxmlformats.org/drawingml/2006/main" xmlns:r="http://schemas.openxmlformats.org/officeDocument/2006/relationships" xmlns:p="http://schemas.openxmlformats.org/presentationml/2006/main">
  <p:tag name="AS_UNIQUEID" val="51"/>
</p:tagLst>
</file>

<file path=ppt/tags/tag74.xml><?xml version="1.0" encoding="utf-8"?>
<p:tagLst xmlns:a="http://schemas.openxmlformats.org/drawingml/2006/main" xmlns:r="http://schemas.openxmlformats.org/officeDocument/2006/relationships" xmlns:p="http://schemas.openxmlformats.org/presentationml/2006/main">
  <p:tag name="AS_UNIQUEID" val="52"/>
</p:tagLst>
</file>

<file path=ppt/tags/tag75.xml><?xml version="1.0" encoding="utf-8"?>
<p:tagLst xmlns:a="http://schemas.openxmlformats.org/drawingml/2006/main" xmlns:r="http://schemas.openxmlformats.org/officeDocument/2006/relationships" xmlns:p="http://schemas.openxmlformats.org/presentationml/2006/main">
  <p:tag name="AS_UNIQUEID" val="53"/>
</p:tagLst>
</file>

<file path=ppt/tags/tag76.xml><?xml version="1.0" encoding="utf-8"?>
<p:tagLst xmlns:a="http://schemas.openxmlformats.org/drawingml/2006/main" xmlns:r="http://schemas.openxmlformats.org/officeDocument/2006/relationships" xmlns:p="http://schemas.openxmlformats.org/presentationml/2006/main">
  <p:tag name="AS_UNIQUEID" val="51"/>
</p:tagLst>
</file>

<file path=ppt/tags/tag77.xml><?xml version="1.0" encoding="utf-8"?>
<p:tagLst xmlns:a="http://schemas.openxmlformats.org/drawingml/2006/main" xmlns:r="http://schemas.openxmlformats.org/officeDocument/2006/relationships" xmlns:p="http://schemas.openxmlformats.org/presentationml/2006/main">
  <p:tag name="AS_UNIQUEID" val="52"/>
</p:tagLst>
</file>

<file path=ppt/tags/tag78.xml><?xml version="1.0" encoding="utf-8"?>
<p:tagLst xmlns:a="http://schemas.openxmlformats.org/drawingml/2006/main" xmlns:r="http://schemas.openxmlformats.org/officeDocument/2006/relationships" xmlns:p="http://schemas.openxmlformats.org/presentationml/2006/main">
  <p:tag name="AS_UNIQUEID" val="53"/>
</p:tagLst>
</file>

<file path=ppt/tags/tag79.xml><?xml version="1.0" encoding="utf-8"?>
<p:tagLst xmlns:a="http://schemas.openxmlformats.org/drawingml/2006/main" xmlns:r="http://schemas.openxmlformats.org/officeDocument/2006/relationships" xmlns:p="http://schemas.openxmlformats.org/presentationml/2006/main">
  <p:tag name="AS_UNIQUEID" val="51"/>
</p:tagLst>
</file>

<file path=ppt/tags/tag80.xml><?xml version="1.0" encoding="utf-8"?>
<p:tagLst xmlns:a="http://schemas.openxmlformats.org/drawingml/2006/main" xmlns:r="http://schemas.openxmlformats.org/officeDocument/2006/relationships" xmlns:p="http://schemas.openxmlformats.org/presentationml/2006/main">
  <p:tag name="AS_UNIQUEID" val="52"/>
</p:tagLst>
</file>

<file path=ppt/tags/tag81.xml><?xml version="1.0" encoding="utf-8"?>
<p:tagLst xmlns:a="http://schemas.openxmlformats.org/drawingml/2006/main" xmlns:r="http://schemas.openxmlformats.org/officeDocument/2006/relationships" xmlns:p="http://schemas.openxmlformats.org/presentationml/2006/main">
  <p:tag name="AS_UNIQUEID" val="53"/>
</p:tagLst>
</file>

<file path=ppt/tags/tag82.xml><?xml version="1.0" encoding="utf-8"?>
<p:tagLst xmlns:a="http://schemas.openxmlformats.org/drawingml/2006/main" xmlns:r="http://schemas.openxmlformats.org/officeDocument/2006/relationships" xmlns:p="http://schemas.openxmlformats.org/presentationml/2006/main">
  <p:tag name="AS_UNIQUEID" val="51"/>
</p:tagLst>
</file>

<file path=ppt/tags/tag83.xml><?xml version="1.0" encoding="utf-8"?>
<p:tagLst xmlns:a="http://schemas.openxmlformats.org/drawingml/2006/main" xmlns:r="http://schemas.openxmlformats.org/officeDocument/2006/relationships" xmlns:p="http://schemas.openxmlformats.org/presentationml/2006/main">
  <p:tag name="AS_UNIQUEID" val="52"/>
</p:tagLst>
</file>

<file path=ppt/tags/tag84.xml><?xml version="1.0" encoding="utf-8"?>
<p:tagLst xmlns:a="http://schemas.openxmlformats.org/drawingml/2006/main" xmlns:r="http://schemas.openxmlformats.org/officeDocument/2006/relationships" xmlns:p="http://schemas.openxmlformats.org/presentationml/2006/main">
  <p:tag name="AS_UNIQUEID" val="53"/>
</p:tagLst>
</file>

<file path=ppt/tags/tag85.xml><?xml version="1.0" encoding="utf-8"?>
<p:tagLst xmlns:a="http://schemas.openxmlformats.org/drawingml/2006/main" xmlns:r="http://schemas.openxmlformats.org/officeDocument/2006/relationships" xmlns:p="http://schemas.openxmlformats.org/presentationml/2006/main">
  <p:tag name="AS_UNIQUEID" val="51"/>
</p:tagLst>
</file>

<file path=ppt/tags/tag86.xml><?xml version="1.0" encoding="utf-8"?>
<p:tagLst xmlns:a="http://schemas.openxmlformats.org/drawingml/2006/main" xmlns:r="http://schemas.openxmlformats.org/officeDocument/2006/relationships" xmlns:p="http://schemas.openxmlformats.org/presentationml/2006/main">
  <p:tag name="AS_UNIQUEID" val="52"/>
</p:tagLst>
</file>

<file path=ppt/tags/tag87.xml><?xml version="1.0" encoding="utf-8"?>
<p:tagLst xmlns:a="http://schemas.openxmlformats.org/drawingml/2006/main" xmlns:r="http://schemas.openxmlformats.org/officeDocument/2006/relationships" xmlns:p="http://schemas.openxmlformats.org/presentationml/2006/main">
  <p:tag name="AS_UNIQUEID" val="53"/>
</p:tagLst>
</file>

<file path=ppt/tags/tag88.xml><?xml version="1.0" encoding="utf-8"?>
<p:tagLst xmlns:a="http://schemas.openxmlformats.org/drawingml/2006/main" xmlns:r="http://schemas.openxmlformats.org/officeDocument/2006/relationships" xmlns:p="http://schemas.openxmlformats.org/presentationml/2006/main">
  <p:tag name="AS_UNIQUEID" val="51"/>
</p:tagLst>
</file>

<file path=ppt/tags/tag89.xml><?xml version="1.0" encoding="utf-8"?>
<p:tagLst xmlns:a="http://schemas.openxmlformats.org/drawingml/2006/main" xmlns:r="http://schemas.openxmlformats.org/officeDocument/2006/relationships" xmlns:p="http://schemas.openxmlformats.org/presentationml/2006/main">
  <p:tag name="AS_UNIQUEID" val="52"/>
</p:tagLst>
</file>

<file path=ppt/tags/tag90.xml><?xml version="1.0" encoding="utf-8"?>
<p:tagLst xmlns:a="http://schemas.openxmlformats.org/drawingml/2006/main" xmlns:r="http://schemas.openxmlformats.org/officeDocument/2006/relationships" xmlns:p="http://schemas.openxmlformats.org/presentationml/2006/main">
  <p:tag name="AS_UNIQUEID" val="53"/>
</p:tagLst>
</file>

<file path=ppt/tags/tag91.xml><?xml version="1.0" encoding="utf-8"?>
<p:tagLst xmlns:a="http://schemas.openxmlformats.org/drawingml/2006/main" xmlns:r="http://schemas.openxmlformats.org/officeDocument/2006/relationships" xmlns:p="http://schemas.openxmlformats.org/presentationml/2006/main">
  <p:tag name="AS_UNIQUEID" val="51"/>
</p:tagLst>
</file>

<file path=ppt/tags/tag92.xml><?xml version="1.0" encoding="utf-8"?>
<p:tagLst xmlns:a="http://schemas.openxmlformats.org/drawingml/2006/main" xmlns:r="http://schemas.openxmlformats.org/officeDocument/2006/relationships" xmlns:p="http://schemas.openxmlformats.org/presentationml/2006/main">
  <p:tag name="AS_UNIQUEID" val="52"/>
</p:tagLst>
</file>

<file path=ppt/tags/tag93.xml><?xml version="1.0" encoding="utf-8"?>
<p:tagLst xmlns:a="http://schemas.openxmlformats.org/drawingml/2006/main" xmlns:r="http://schemas.openxmlformats.org/officeDocument/2006/relationships" xmlns:p="http://schemas.openxmlformats.org/presentationml/2006/main">
  <p:tag name="AS_UNIQUEID" val="53"/>
</p:tagLst>
</file>

<file path=ppt/tags/tag94.xml><?xml version="1.0" encoding="utf-8"?>
<p:tagLst xmlns:a="http://schemas.openxmlformats.org/drawingml/2006/main" xmlns:r="http://schemas.openxmlformats.org/officeDocument/2006/relationships" xmlns:p="http://schemas.openxmlformats.org/presentationml/2006/main">
  <p:tag name="AS_UNIQUEID" val="51"/>
</p:tagLst>
</file>

<file path=ppt/tags/tag95.xml><?xml version="1.0" encoding="utf-8"?>
<p:tagLst xmlns:a="http://schemas.openxmlformats.org/drawingml/2006/main" xmlns:r="http://schemas.openxmlformats.org/officeDocument/2006/relationships" xmlns:p="http://schemas.openxmlformats.org/presentationml/2006/main">
  <p:tag name="AS_UNIQUEID" val="52"/>
</p:tagLst>
</file>

<file path=ppt/tags/tag96.xml><?xml version="1.0" encoding="utf-8"?>
<p:tagLst xmlns:a="http://schemas.openxmlformats.org/drawingml/2006/main" xmlns:r="http://schemas.openxmlformats.org/officeDocument/2006/relationships" xmlns:p="http://schemas.openxmlformats.org/presentationml/2006/main">
  <p:tag name="AS_UNIQUEID" val="53"/>
</p:tagLst>
</file>

<file path=ppt/tags/tag97.xml><?xml version="1.0" encoding="utf-8"?>
<p:tagLst xmlns:a="http://schemas.openxmlformats.org/drawingml/2006/main" xmlns:r="http://schemas.openxmlformats.org/officeDocument/2006/relationships" xmlns:p="http://schemas.openxmlformats.org/presentationml/2006/main">
  <p:tag name="AS_UNIQUEID" val="51"/>
</p:tagLst>
</file>

<file path=ppt/tags/tag98.xml><?xml version="1.0" encoding="utf-8"?>
<p:tagLst xmlns:a="http://schemas.openxmlformats.org/drawingml/2006/main" xmlns:r="http://schemas.openxmlformats.org/officeDocument/2006/relationships" xmlns:p="http://schemas.openxmlformats.org/presentationml/2006/main">
  <p:tag name="AS_UNIQUEID" val="52"/>
</p:tagLst>
</file>

<file path=ppt/tags/tag99.xml><?xml version="1.0" encoding="utf-8"?>
<p:tagLst xmlns:a="http://schemas.openxmlformats.org/drawingml/2006/main" xmlns:r="http://schemas.openxmlformats.org/officeDocument/2006/relationships" xmlns:p="http://schemas.openxmlformats.org/presentationml/2006/main">
  <p:tag name="AS_UNIQUEID" val="53"/>
</p:tagLst>
</file>

<file path=ppt/tags/tag100.xml><?xml version="1.0" encoding="utf-8"?>
<p:tagLst xmlns:a="http://schemas.openxmlformats.org/drawingml/2006/main" xmlns:r="http://schemas.openxmlformats.org/officeDocument/2006/relationships" xmlns:p="http://schemas.openxmlformats.org/presentationml/2006/main">
  <p:tag name="AS_UNIQUEID" val="51"/>
</p:tagLst>
</file>

<file path=ppt/tags/tag101.xml><?xml version="1.0" encoding="utf-8"?>
<p:tagLst xmlns:a="http://schemas.openxmlformats.org/drawingml/2006/main" xmlns:r="http://schemas.openxmlformats.org/officeDocument/2006/relationships" xmlns:p="http://schemas.openxmlformats.org/presentationml/2006/main">
  <p:tag name="AS_UNIQUEID" val="52"/>
</p:tagLst>
</file>

<file path=ppt/tags/tag102.xml><?xml version="1.0" encoding="utf-8"?>
<p:tagLst xmlns:a="http://schemas.openxmlformats.org/drawingml/2006/main" xmlns:r="http://schemas.openxmlformats.org/officeDocument/2006/relationships" xmlns:p="http://schemas.openxmlformats.org/presentationml/2006/main">
  <p:tag name="AS_UNIQUEID" val="53"/>
</p:tagLst>
</file>

<file path=ppt/tags/tag103.xml><?xml version="1.0" encoding="utf-8"?>
<p:tagLst xmlns:a="http://schemas.openxmlformats.org/drawingml/2006/main" xmlns:r="http://schemas.openxmlformats.org/officeDocument/2006/relationships" xmlns:p="http://schemas.openxmlformats.org/presentationml/2006/main">
  <p:tag name="AS_UNIQUEID" val="52"/>
</p:tagLst>
</file>

<file path=ppt/tags/tag104.xml><?xml version="1.0" encoding="utf-8"?>
<p:tagLst xmlns:a="http://schemas.openxmlformats.org/drawingml/2006/main" xmlns:r="http://schemas.openxmlformats.org/officeDocument/2006/relationships" xmlns:p="http://schemas.openxmlformats.org/presentationml/2006/main">
  <p:tag name="AS_UNIQUEID" val="53"/>
</p:tagLst>
</file>

<file path=ppt/tags/tag105.xml><?xml version="1.0" encoding="utf-8"?>
<p:tagLst xmlns:a="http://schemas.openxmlformats.org/drawingml/2006/main" xmlns:r="http://schemas.openxmlformats.org/officeDocument/2006/relationships" xmlns:p="http://schemas.openxmlformats.org/presentationml/2006/main">
  <p:tag name="AS_UNIQUEID" val="51"/>
</p:tagLst>
</file>

<file path=ppt/tags/tag106.xml><?xml version="1.0" encoding="utf-8"?>
<p:tagLst xmlns:a="http://schemas.openxmlformats.org/drawingml/2006/main" xmlns:r="http://schemas.openxmlformats.org/officeDocument/2006/relationships" xmlns:p="http://schemas.openxmlformats.org/presentationml/2006/main">
  <p:tag name="AS_UNIQUEID" val="52"/>
</p:tagLst>
</file>

<file path=ppt/tags/tag107.xml><?xml version="1.0" encoding="utf-8"?>
<p:tagLst xmlns:a="http://schemas.openxmlformats.org/drawingml/2006/main" xmlns:r="http://schemas.openxmlformats.org/officeDocument/2006/relationships" xmlns:p="http://schemas.openxmlformats.org/presentationml/2006/main">
  <p:tag name="AS_UNIQUEID" val="53"/>
</p:tagLst>
</file>

<file path=ppt/tags/tag108.xml><?xml version="1.0" encoding="utf-8"?>
<p:tagLst xmlns:a="http://schemas.openxmlformats.org/drawingml/2006/main" xmlns:r="http://schemas.openxmlformats.org/officeDocument/2006/relationships" xmlns:p="http://schemas.openxmlformats.org/presentationml/2006/main">
  <p:tag name="AS_UNIQUEID" val="51"/>
</p:tagLst>
</file>

<file path=ppt/tags/tag109.xml><?xml version="1.0" encoding="utf-8"?>
<p:tagLst xmlns:a="http://schemas.openxmlformats.org/drawingml/2006/main" xmlns:r="http://schemas.openxmlformats.org/officeDocument/2006/relationships" xmlns:p="http://schemas.openxmlformats.org/presentationml/2006/main">
  <p:tag name="AS_UNIQUEID" val="52"/>
</p:tagLst>
</file>

<file path=ppt/tags/tag110.xml><?xml version="1.0" encoding="utf-8"?>
<p:tagLst xmlns:a="http://schemas.openxmlformats.org/drawingml/2006/main" xmlns:r="http://schemas.openxmlformats.org/officeDocument/2006/relationships" xmlns:p="http://schemas.openxmlformats.org/presentationml/2006/main">
  <p:tag name="AS_UNIQUEID" val="53"/>
</p:tagLst>
</file>

<file path=ppt/tags/tag111.xml><?xml version="1.0" encoding="utf-8"?>
<p:tagLst xmlns:a="http://schemas.openxmlformats.org/drawingml/2006/main" xmlns:r="http://schemas.openxmlformats.org/officeDocument/2006/relationships" xmlns:p="http://schemas.openxmlformats.org/presentationml/2006/main">
  <p:tag name="AS_UNIQUEID" val="52"/>
</p:tagLst>
</file>

<file path=ppt/tags/tag112.xml><?xml version="1.0" encoding="utf-8"?>
<p:tagLst xmlns:a="http://schemas.openxmlformats.org/drawingml/2006/main" xmlns:r="http://schemas.openxmlformats.org/officeDocument/2006/relationships" xmlns:p="http://schemas.openxmlformats.org/presentationml/2006/main">
  <p:tag name="AS_UNIQUEID" val="53"/>
</p:tagLst>
</file>

<file path=ppt/tags/tag113.xml><?xml version="1.0" encoding="utf-8"?>
<p:tagLst xmlns:a="http://schemas.openxmlformats.org/drawingml/2006/main" xmlns:r="http://schemas.openxmlformats.org/officeDocument/2006/relationships" xmlns:p="http://schemas.openxmlformats.org/presentationml/2006/main">
  <p:tag name="AS_UNIQUEID" val="52"/>
</p:tagLst>
</file>

<file path=ppt/tags/tag114.xml><?xml version="1.0" encoding="utf-8"?>
<p:tagLst xmlns:a="http://schemas.openxmlformats.org/drawingml/2006/main" xmlns:r="http://schemas.openxmlformats.org/officeDocument/2006/relationships" xmlns:p="http://schemas.openxmlformats.org/presentationml/2006/main">
  <p:tag name="AS_UNIQUEID" val="53"/>
</p:tagLst>
</file>

<file path=ppt/tags/tag115.xml><?xml version="1.0" encoding="utf-8"?>
<p:tagLst xmlns:a="http://schemas.openxmlformats.org/drawingml/2006/main" xmlns:r="http://schemas.openxmlformats.org/officeDocument/2006/relationships" xmlns:p="http://schemas.openxmlformats.org/presentationml/2006/main">
  <p:tag name="AS_UNIQUEID" val="52"/>
</p:tagLst>
</file>

<file path=ppt/tags/tag116.xml><?xml version="1.0" encoding="utf-8"?>
<p:tagLst xmlns:a="http://schemas.openxmlformats.org/drawingml/2006/main" xmlns:r="http://schemas.openxmlformats.org/officeDocument/2006/relationships" xmlns:p="http://schemas.openxmlformats.org/presentationml/2006/main">
  <p:tag name="AS_UNIQUEID" val="53"/>
</p:tagLst>
</file>

<file path=ppt/tags/tag117.xml><?xml version="1.0" encoding="utf-8"?>
<p:tagLst xmlns:a="http://schemas.openxmlformats.org/drawingml/2006/main" xmlns:r="http://schemas.openxmlformats.org/officeDocument/2006/relationships" xmlns:p="http://schemas.openxmlformats.org/presentationml/2006/main">
  <p:tag name="AS_UNIQUEID" val="52"/>
</p:tagLst>
</file>

<file path=ppt/tags/tag118.xml><?xml version="1.0" encoding="utf-8"?>
<p:tagLst xmlns:a="http://schemas.openxmlformats.org/drawingml/2006/main" xmlns:r="http://schemas.openxmlformats.org/officeDocument/2006/relationships" xmlns:p="http://schemas.openxmlformats.org/presentationml/2006/main">
  <p:tag name="AS_UNIQUEID" val="53"/>
</p:tagLst>
</file>

<file path=ppt/tags/tag119.xml><?xml version="1.0" encoding="utf-8"?>
<p:tagLst xmlns:a="http://schemas.openxmlformats.org/drawingml/2006/main" xmlns:r="http://schemas.openxmlformats.org/officeDocument/2006/relationships" xmlns:p="http://schemas.openxmlformats.org/presentationml/2006/main">
  <p:tag name="AS_UNIQUEID" val="52"/>
</p:tagLst>
</file>

<file path=ppt/tags/tag120.xml><?xml version="1.0" encoding="utf-8"?>
<p:tagLst xmlns:a="http://schemas.openxmlformats.org/drawingml/2006/main" xmlns:r="http://schemas.openxmlformats.org/officeDocument/2006/relationships" xmlns:p="http://schemas.openxmlformats.org/presentationml/2006/main">
  <p:tag name="AS_UNIQUEID" val="53"/>
</p:tagLst>
</file>

<file path=ppt/tags/tag121.xml><?xml version="1.0" encoding="utf-8"?>
<p:tagLst xmlns:a="http://schemas.openxmlformats.org/drawingml/2006/main" xmlns:r="http://schemas.openxmlformats.org/officeDocument/2006/relationships" xmlns:p="http://schemas.openxmlformats.org/presentationml/2006/main">
  <p:tag name="AS_UNIQUEID" val="52"/>
</p:tagLst>
</file>

<file path=ppt/tags/tag122.xml><?xml version="1.0" encoding="utf-8"?>
<p:tagLst xmlns:a="http://schemas.openxmlformats.org/drawingml/2006/main" xmlns:r="http://schemas.openxmlformats.org/officeDocument/2006/relationships" xmlns:p="http://schemas.openxmlformats.org/presentationml/2006/main">
  <p:tag name="AS_UNIQUEID" val="53"/>
</p:tagLst>
</file>

<file path=ppt/tags/tag123.xml><?xml version="1.0" encoding="utf-8"?>
<p:tagLst xmlns:a="http://schemas.openxmlformats.org/drawingml/2006/main" xmlns:r="http://schemas.openxmlformats.org/officeDocument/2006/relationships" xmlns:p="http://schemas.openxmlformats.org/presentationml/2006/main">
  <p:tag name="AS_UNIQUEID" val="52"/>
</p:tagLst>
</file>

<file path=ppt/tags/tag124.xml><?xml version="1.0" encoding="utf-8"?>
<p:tagLst xmlns:a="http://schemas.openxmlformats.org/drawingml/2006/main" xmlns:r="http://schemas.openxmlformats.org/officeDocument/2006/relationships" xmlns:p="http://schemas.openxmlformats.org/presentationml/2006/main">
  <p:tag name="AS_UNIQUEID" val="53"/>
</p:tagLst>
</file>

<file path=ppt/tags/tag125.xml><?xml version="1.0" encoding="utf-8"?>
<p:tagLst xmlns:a="http://schemas.openxmlformats.org/drawingml/2006/main" xmlns:r="http://schemas.openxmlformats.org/officeDocument/2006/relationships" xmlns:p="http://schemas.openxmlformats.org/presentationml/2006/main">
  <p:tag name="AS_UNIQUEID" val="52"/>
</p:tagLst>
</file>

<file path=ppt/tags/tag126.xml><?xml version="1.0" encoding="utf-8"?>
<p:tagLst xmlns:a="http://schemas.openxmlformats.org/drawingml/2006/main" xmlns:r="http://schemas.openxmlformats.org/officeDocument/2006/relationships" xmlns:p="http://schemas.openxmlformats.org/presentationml/2006/main">
  <p:tag name="AS_UNIQUEID" val="53"/>
</p:tagLst>
</file>

<file path=ppt/tags/tag127.xml><?xml version="1.0" encoding="utf-8"?>
<p:tagLst xmlns:a="http://schemas.openxmlformats.org/drawingml/2006/main" xmlns:r="http://schemas.openxmlformats.org/officeDocument/2006/relationships" xmlns:p="http://schemas.openxmlformats.org/presentationml/2006/main">
  <p:tag name="AS_UNIQUEID" val="52"/>
</p:tagLst>
</file>

<file path=ppt/tags/tag128.xml><?xml version="1.0" encoding="utf-8"?>
<p:tagLst xmlns:a="http://schemas.openxmlformats.org/drawingml/2006/main" xmlns:r="http://schemas.openxmlformats.org/officeDocument/2006/relationships" xmlns:p="http://schemas.openxmlformats.org/presentationml/2006/main">
  <p:tag name="AS_UNIQUEID" val="53"/>
</p:tagLst>
</file>

<file path=ppt/tags/tag129.xml><?xml version="1.0" encoding="utf-8"?>
<p:tagLst xmlns:a="http://schemas.openxmlformats.org/drawingml/2006/main" xmlns:r="http://schemas.openxmlformats.org/officeDocument/2006/relationships" xmlns:p="http://schemas.openxmlformats.org/presentationml/2006/main">
  <p:tag name="AS_UNIQUEID" val="52"/>
</p:tagLst>
</file>

<file path=ppt/tags/tag130.xml><?xml version="1.0" encoding="utf-8"?>
<p:tagLst xmlns:a="http://schemas.openxmlformats.org/drawingml/2006/main" xmlns:r="http://schemas.openxmlformats.org/officeDocument/2006/relationships" xmlns:p="http://schemas.openxmlformats.org/presentationml/2006/main">
  <p:tag name="AS_UNIQUEID" val="53"/>
</p:tagLst>
</file>

<file path=ppt/tags/tag131.xml><?xml version="1.0" encoding="utf-8"?>
<p:tagLst xmlns:a="http://schemas.openxmlformats.org/drawingml/2006/main" xmlns:r="http://schemas.openxmlformats.org/officeDocument/2006/relationships" xmlns:p="http://schemas.openxmlformats.org/presentationml/2006/main">
  <p:tag name="AS_UNIQUEID" val="52"/>
</p:tagLst>
</file>

<file path=ppt/tags/tag132.xml><?xml version="1.0" encoding="utf-8"?>
<p:tagLst xmlns:a="http://schemas.openxmlformats.org/drawingml/2006/main" xmlns:r="http://schemas.openxmlformats.org/officeDocument/2006/relationships" xmlns:p="http://schemas.openxmlformats.org/presentationml/2006/main">
  <p:tag name="AS_UNIQUEID" val="53"/>
</p:tagLst>
</file>

<file path=ppt/tags/tag133.xml><?xml version="1.0" encoding="utf-8"?>
<p:tagLst xmlns:a="http://schemas.openxmlformats.org/drawingml/2006/main" xmlns:r="http://schemas.openxmlformats.org/officeDocument/2006/relationships" xmlns:p="http://schemas.openxmlformats.org/presentationml/2006/main">
  <p:tag name="AS_UNIQUEID" val="52"/>
</p:tagLst>
</file>

<file path=ppt/tags/tag134.xml><?xml version="1.0" encoding="utf-8"?>
<p:tagLst xmlns:a="http://schemas.openxmlformats.org/drawingml/2006/main" xmlns:r="http://schemas.openxmlformats.org/officeDocument/2006/relationships" xmlns:p="http://schemas.openxmlformats.org/presentationml/2006/main">
  <p:tag name="AS_UNIQUEID" val="53"/>
</p:tagLst>
</file>

<file path=ppt/tags/tag135.xml><?xml version="1.0" encoding="utf-8"?>
<p:tagLst xmlns:a="http://schemas.openxmlformats.org/drawingml/2006/main" xmlns:r="http://schemas.openxmlformats.org/officeDocument/2006/relationships" xmlns:p="http://schemas.openxmlformats.org/presentationml/2006/main">
  <p:tag name="AS_UNIQUEID" val="52"/>
</p:tagLst>
</file>

<file path=ppt/tags/tag136.xml><?xml version="1.0" encoding="utf-8"?>
<p:tagLst xmlns:a="http://schemas.openxmlformats.org/drawingml/2006/main" xmlns:r="http://schemas.openxmlformats.org/officeDocument/2006/relationships" xmlns:p="http://schemas.openxmlformats.org/presentationml/2006/main">
  <p:tag name="AS_UNIQUEID" val="53"/>
</p:tagLst>
</file>

<file path=ppt/tags/tag137.xml><?xml version="1.0" encoding="utf-8"?>
<p:tagLst xmlns:a="http://schemas.openxmlformats.org/drawingml/2006/main" xmlns:r="http://schemas.openxmlformats.org/officeDocument/2006/relationships" xmlns:p="http://schemas.openxmlformats.org/presentationml/2006/main">
  <p:tag name="AS_UNIQUEID" val="52"/>
</p:tagLst>
</file>

<file path=ppt/tags/tag138.xml><?xml version="1.0" encoding="utf-8"?>
<p:tagLst xmlns:a="http://schemas.openxmlformats.org/drawingml/2006/main" xmlns:r="http://schemas.openxmlformats.org/officeDocument/2006/relationships" xmlns:p="http://schemas.openxmlformats.org/presentationml/2006/main">
  <p:tag name="AS_UNIQUEID" val="53"/>
</p:tagLst>
</file>

<file path=ppt/tags/tag139.xml><?xml version="1.0" encoding="utf-8"?>
<p:tagLst xmlns:a="http://schemas.openxmlformats.org/drawingml/2006/main" xmlns:r="http://schemas.openxmlformats.org/officeDocument/2006/relationships" xmlns:p="http://schemas.openxmlformats.org/presentationml/2006/main">
  <p:tag name="AS_UNIQUEID" val="52"/>
</p:tagLst>
</file>

<file path=ppt/tags/tag140.xml><?xml version="1.0" encoding="utf-8"?>
<p:tagLst xmlns:a="http://schemas.openxmlformats.org/drawingml/2006/main" xmlns:r="http://schemas.openxmlformats.org/officeDocument/2006/relationships" xmlns:p="http://schemas.openxmlformats.org/presentationml/2006/main">
  <p:tag name="AS_UNIQUEID" val="53"/>
</p:tagLst>
</file>

<file path=ppt/tags/tag141.xml><?xml version="1.0" encoding="utf-8"?>
<p:tagLst xmlns:a="http://schemas.openxmlformats.org/drawingml/2006/main" xmlns:r="http://schemas.openxmlformats.org/officeDocument/2006/relationships" xmlns:p="http://schemas.openxmlformats.org/presentationml/2006/main">
  <p:tag name="AS_UNIQUEID" val="52"/>
</p:tagLst>
</file>

<file path=ppt/tags/tag142.xml><?xml version="1.0" encoding="utf-8"?>
<p:tagLst xmlns:a="http://schemas.openxmlformats.org/drawingml/2006/main" xmlns:r="http://schemas.openxmlformats.org/officeDocument/2006/relationships" xmlns:p="http://schemas.openxmlformats.org/presentationml/2006/main">
  <p:tag name="AS_UNIQUEID" val="53"/>
</p:tagLst>
</file>

<file path=ppt/tags/tag143.xml><?xml version="1.0" encoding="utf-8"?>
<p:tagLst xmlns:a="http://schemas.openxmlformats.org/drawingml/2006/main" xmlns:r="http://schemas.openxmlformats.org/officeDocument/2006/relationships" xmlns:p="http://schemas.openxmlformats.org/presentationml/2006/main">
  <p:tag name="AS_UNIQUEID" val="52"/>
</p:tagLst>
</file>

<file path=ppt/tags/tag144.xml><?xml version="1.0" encoding="utf-8"?>
<p:tagLst xmlns:a="http://schemas.openxmlformats.org/drawingml/2006/main" xmlns:r="http://schemas.openxmlformats.org/officeDocument/2006/relationships" xmlns:p="http://schemas.openxmlformats.org/presentationml/2006/main">
  <p:tag name="AS_UNIQUEID" val="53"/>
</p:tagLst>
</file>

<file path=ppt/tags/tag145.xml><?xml version="1.0" encoding="utf-8"?>
<p:tagLst xmlns:a="http://schemas.openxmlformats.org/drawingml/2006/main" xmlns:r="http://schemas.openxmlformats.org/officeDocument/2006/relationships" xmlns:p="http://schemas.openxmlformats.org/presentationml/2006/main">
  <p:tag name="AS_UNIQUEID" val="52"/>
</p:tagLst>
</file>

<file path=ppt/tags/tag146.xml><?xml version="1.0" encoding="utf-8"?>
<p:tagLst xmlns:a="http://schemas.openxmlformats.org/drawingml/2006/main" xmlns:r="http://schemas.openxmlformats.org/officeDocument/2006/relationships" xmlns:p="http://schemas.openxmlformats.org/presentationml/2006/main">
  <p:tag name="AS_UNIQUEID" val="53"/>
</p:tagLst>
</file>

<file path=ppt/tags/tag147.xml><?xml version="1.0" encoding="utf-8"?>
<p:tagLst xmlns:a="http://schemas.openxmlformats.org/drawingml/2006/main" xmlns:r="http://schemas.openxmlformats.org/officeDocument/2006/relationships" xmlns:p="http://schemas.openxmlformats.org/presentationml/2006/main">
  <p:tag name="AS_UNIQUEID" val="52"/>
</p:tagLst>
</file>

<file path=ppt/tags/tag148.xml><?xml version="1.0" encoding="utf-8"?>
<p:tagLst xmlns:a="http://schemas.openxmlformats.org/drawingml/2006/main" xmlns:r="http://schemas.openxmlformats.org/officeDocument/2006/relationships" xmlns:p="http://schemas.openxmlformats.org/presentationml/2006/main">
  <p:tag name="AS_UNIQUEID" val="53"/>
</p:tagLst>
</file>

<file path=ppt/tags/tag149.xml><?xml version="1.0" encoding="utf-8"?>
<p:tagLst xmlns:a="http://schemas.openxmlformats.org/drawingml/2006/main" xmlns:r="http://schemas.openxmlformats.org/officeDocument/2006/relationships" xmlns:p="http://schemas.openxmlformats.org/presentationml/2006/main">
  <p:tag name="AS_UNIQUEID" val="52"/>
</p:tagLst>
</file>

<file path=ppt/tags/tag150.xml><?xml version="1.0" encoding="utf-8"?>
<p:tagLst xmlns:a="http://schemas.openxmlformats.org/drawingml/2006/main" xmlns:r="http://schemas.openxmlformats.org/officeDocument/2006/relationships" xmlns:p="http://schemas.openxmlformats.org/presentationml/2006/main">
  <p:tag name="AS_UNIQUEID" val="53"/>
</p:tagLst>
</file>

<file path=ppt/tags/tag151.xml><?xml version="1.0" encoding="utf-8"?>
<p:tagLst xmlns:a="http://schemas.openxmlformats.org/drawingml/2006/main" xmlns:r="http://schemas.openxmlformats.org/officeDocument/2006/relationships" xmlns:p="http://schemas.openxmlformats.org/presentationml/2006/main">
  <p:tag name="AS_UNIQUEID" val="52"/>
</p:tagLst>
</file>

<file path=ppt/tags/tag152.xml><?xml version="1.0" encoding="utf-8"?>
<p:tagLst xmlns:a="http://schemas.openxmlformats.org/drawingml/2006/main" xmlns:r="http://schemas.openxmlformats.org/officeDocument/2006/relationships" xmlns:p="http://schemas.openxmlformats.org/presentationml/2006/main">
  <p:tag name="AS_UNIQUEID" val="53"/>
</p:tagLst>
</file>

<file path=ppt/tags/tag153.xml><?xml version="1.0" encoding="utf-8"?>
<p:tagLst xmlns:a="http://schemas.openxmlformats.org/drawingml/2006/main" xmlns:r="http://schemas.openxmlformats.org/officeDocument/2006/relationships" xmlns:p="http://schemas.openxmlformats.org/presentationml/2006/main">
  <p:tag name="AS_UNIQUEID" val="52"/>
</p:tagLst>
</file>

<file path=ppt/tags/tag154.xml><?xml version="1.0" encoding="utf-8"?>
<p:tagLst xmlns:a="http://schemas.openxmlformats.org/drawingml/2006/main" xmlns:r="http://schemas.openxmlformats.org/officeDocument/2006/relationships" xmlns:p="http://schemas.openxmlformats.org/presentationml/2006/main">
  <p:tag name="AS_UNIQUEID" val="53"/>
</p:tagLst>
</file>

<file path=ppt/tags/tag155.xml><?xml version="1.0" encoding="utf-8"?>
<p:tagLst xmlns:a="http://schemas.openxmlformats.org/drawingml/2006/main" xmlns:r="http://schemas.openxmlformats.org/officeDocument/2006/relationships" xmlns:p="http://schemas.openxmlformats.org/presentationml/2006/main">
  <p:tag name="AS_UNIQUEID" val="52"/>
</p:tagLst>
</file>

<file path=ppt/tags/tag156.xml><?xml version="1.0" encoding="utf-8"?>
<p:tagLst xmlns:a="http://schemas.openxmlformats.org/drawingml/2006/main" xmlns:r="http://schemas.openxmlformats.org/officeDocument/2006/relationships" xmlns:p="http://schemas.openxmlformats.org/presentationml/2006/main">
  <p:tag name="AS_UNIQUEID" val="53"/>
</p:tagLst>
</file>

<file path=ppt/tags/tag157.xml><?xml version="1.0" encoding="utf-8"?>
<p:tagLst xmlns:a="http://schemas.openxmlformats.org/drawingml/2006/main" xmlns:r="http://schemas.openxmlformats.org/officeDocument/2006/relationships" xmlns:p="http://schemas.openxmlformats.org/presentationml/2006/main">
  <p:tag name="AS_UNIQUEID" val="52"/>
</p:tagLst>
</file>

<file path=ppt/tags/tag158.xml><?xml version="1.0" encoding="utf-8"?>
<p:tagLst xmlns:a="http://schemas.openxmlformats.org/drawingml/2006/main" xmlns:r="http://schemas.openxmlformats.org/officeDocument/2006/relationships" xmlns:p="http://schemas.openxmlformats.org/presentationml/2006/main">
  <p:tag name="AS_UNIQUEID" val="53"/>
</p:tagLst>
</file>

<file path=ppt/tags/tag159.xml><?xml version="1.0" encoding="utf-8"?>
<p:tagLst xmlns:a="http://schemas.openxmlformats.org/drawingml/2006/main" xmlns:r="http://schemas.openxmlformats.org/officeDocument/2006/relationships" xmlns:p="http://schemas.openxmlformats.org/presentationml/2006/main">
  <p:tag name="AS_UNIQUEID" val="52"/>
</p:tagLst>
</file>

<file path=ppt/tags/tag160.xml><?xml version="1.0" encoding="utf-8"?>
<p:tagLst xmlns:a="http://schemas.openxmlformats.org/drawingml/2006/main" xmlns:r="http://schemas.openxmlformats.org/officeDocument/2006/relationships" xmlns:p="http://schemas.openxmlformats.org/presentationml/2006/main">
  <p:tag name="AS_UNIQUEID" val="53"/>
</p:tagLst>
</file>

<file path=ppt/tags/tag161.xml><?xml version="1.0" encoding="utf-8"?>
<p:tagLst xmlns:a="http://schemas.openxmlformats.org/drawingml/2006/main" xmlns:r="http://schemas.openxmlformats.org/officeDocument/2006/relationships" xmlns:p="http://schemas.openxmlformats.org/presentationml/2006/main">
  <p:tag name="AS_UNIQUEID" val="52"/>
</p:tagLst>
</file>

<file path=ppt/tags/tag162.xml><?xml version="1.0" encoding="utf-8"?>
<p:tagLst xmlns:a="http://schemas.openxmlformats.org/drawingml/2006/main" xmlns:r="http://schemas.openxmlformats.org/officeDocument/2006/relationships" xmlns:p="http://schemas.openxmlformats.org/presentationml/2006/main">
  <p:tag name="AS_UNIQUEID" val="53"/>
</p:tagLst>
</file>

<file path=ppt/tags/tag163.xml><?xml version="1.0" encoding="utf-8"?>
<p:tagLst xmlns:a="http://schemas.openxmlformats.org/drawingml/2006/main" xmlns:r="http://schemas.openxmlformats.org/officeDocument/2006/relationships" xmlns:p="http://schemas.openxmlformats.org/presentationml/2006/main">
  <p:tag name="AS_UNIQUEID" val="52"/>
</p:tagLst>
</file>

<file path=ppt/tags/tag164.xml><?xml version="1.0" encoding="utf-8"?>
<p:tagLst xmlns:a="http://schemas.openxmlformats.org/drawingml/2006/main" xmlns:r="http://schemas.openxmlformats.org/officeDocument/2006/relationships" xmlns:p="http://schemas.openxmlformats.org/presentationml/2006/main">
  <p:tag name="AS_UNIQUEID" val="53"/>
</p:tagLst>
</file>

<file path=ppt/tags/tag165.xml><?xml version="1.0" encoding="utf-8"?>
<p:tagLst xmlns:a="http://schemas.openxmlformats.org/drawingml/2006/main" xmlns:r="http://schemas.openxmlformats.org/officeDocument/2006/relationships" xmlns:p="http://schemas.openxmlformats.org/presentationml/2006/main">
  <p:tag name="AS_UNIQUEID" val="52"/>
</p:tagLst>
</file>

<file path=ppt/tags/tag166.xml><?xml version="1.0" encoding="utf-8"?>
<p:tagLst xmlns:a="http://schemas.openxmlformats.org/drawingml/2006/main" xmlns:r="http://schemas.openxmlformats.org/officeDocument/2006/relationships" xmlns:p="http://schemas.openxmlformats.org/presentationml/2006/main">
  <p:tag name="AS_UNIQUEID" val="53"/>
</p:tagLst>
</file>

<file path=ppt/tags/tag167.xml><?xml version="1.0" encoding="utf-8"?>
<p:tagLst xmlns:a="http://schemas.openxmlformats.org/drawingml/2006/main" xmlns:r="http://schemas.openxmlformats.org/officeDocument/2006/relationships" xmlns:p="http://schemas.openxmlformats.org/presentationml/2006/main">
  <p:tag name="AS_UNIQUEID" val="52"/>
</p:tagLst>
</file>

<file path=ppt/tags/tag168.xml><?xml version="1.0" encoding="utf-8"?>
<p:tagLst xmlns:a="http://schemas.openxmlformats.org/drawingml/2006/main" xmlns:r="http://schemas.openxmlformats.org/officeDocument/2006/relationships" xmlns:p="http://schemas.openxmlformats.org/presentationml/2006/main">
  <p:tag name="AS_UNIQUEID" val="53"/>
</p:tagLst>
</file>

<file path=ppt/tags/tag169.xml><?xml version="1.0" encoding="utf-8"?>
<p:tagLst xmlns:a="http://schemas.openxmlformats.org/drawingml/2006/main" xmlns:r="http://schemas.openxmlformats.org/officeDocument/2006/relationships" xmlns:p="http://schemas.openxmlformats.org/presentationml/2006/main">
  <p:tag name="AS_UNIQUEID" val="52"/>
</p:tagLst>
</file>

<file path=ppt/tags/tag170.xml><?xml version="1.0" encoding="utf-8"?>
<p:tagLst xmlns:a="http://schemas.openxmlformats.org/drawingml/2006/main" xmlns:r="http://schemas.openxmlformats.org/officeDocument/2006/relationships" xmlns:p="http://schemas.openxmlformats.org/presentationml/2006/main">
  <p:tag name="AS_UNIQUEID" val="53"/>
</p:tagLst>
</file>

<file path=ppt/tags/tag171.xml><?xml version="1.0" encoding="utf-8"?>
<p:tagLst xmlns:a="http://schemas.openxmlformats.org/drawingml/2006/main" xmlns:r="http://schemas.openxmlformats.org/officeDocument/2006/relationships" xmlns:p="http://schemas.openxmlformats.org/presentationml/2006/main">
  <p:tag name="AS_UNIQUEID" val="52"/>
</p:tagLst>
</file>

<file path=ppt/tags/tag172.xml><?xml version="1.0" encoding="utf-8"?>
<p:tagLst xmlns:a="http://schemas.openxmlformats.org/drawingml/2006/main" xmlns:r="http://schemas.openxmlformats.org/officeDocument/2006/relationships" xmlns:p="http://schemas.openxmlformats.org/presentationml/2006/main">
  <p:tag name="AS_UNIQUEID" val="53"/>
</p:tagLst>
</file>

<file path=ppt/tags/tag173.xml><?xml version="1.0" encoding="utf-8"?>
<p:tagLst xmlns:a="http://schemas.openxmlformats.org/drawingml/2006/main" xmlns:r="http://schemas.openxmlformats.org/officeDocument/2006/relationships" xmlns:p="http://schemas.openxmlformats.org/presentationml/2006/main">
  <p:tag name="AS_UNIQUEID" val="52"/>
</p:tagLst>
</file>

<file path=ppt/tags/tag174.xml><?xml version="1.0" encoding="utf-8"?>
<p:tagLst xmlns:a="http://schemas.openxmlformats.org/drawingml/2006/main" xmlns:r="http://schemas.openxmlformats.org/officeDocument/2006/relationships" xmlns:p="http://schemas.openxmlformats.org/presentationml/2006/main">
  <p:tag name="AS_UNIQUEID" val="53"/>
</p:tagLst>
</file>

<file path=ppt/tags/tag175.xml><?xml version="1.0" encoding="utf-8"?>
<p:tagLst xmlns:a="http://schemas.openxmlformats.org/drawingml/2006/main" xmlns:r="http://schemas.openxmlformats.org/officeDocument/2006/relationships" xmlns:p="http://schemas.openxmlformats.org/presentationml/2006/main">
  <p:tag name="AS_UNIQUEID" val="52"/>
</p:tagLst>
</file>

<file path=ppt/tags/tag176.xml><?xml version="1.0" encoding="utf-8"?>
<p:tagLst xmlns:a="http://schemas.openxmlformats.org/drawingml/2006/main" xmlns:r="http://schemas.openxmlformats.org/officeDocument/2006/relationships" xmlns:p="http://schemas.openxmlformats.org/presentationml/2006/main">
  <p:tag name="AS_UNIQUEID" val="53"/>
</p:tagLst>
</file>

<file path=ppt/tags/tag177.xml><?xml version="1.0" encoding="utf-8"?>
<p:tagLst xmlns:a="http://schemas.openxmlformats.org/drawingml/2006/main" xmlns:r="http://schemas.openxmlformats.org/officeDocument/2006/relationships" xmlns:p="http://schemas.openxmlformats.org/presentationml/2006/main">
  <p:tag name="AS_UNIQUEID" val="52"/>
</p:tagLst>
</file>

<file path=ppt/tags/tag178.xml><?xml version="1.0" encoding="utf-8"?>
<p:tagLst xmlns:a="http://schemas.openxmlformats.org/drawingml/2006/main" xmlns:r="http://schemas.openxmlformats.org/officeDocument/2006/relationships" xmlns:p="http://schemas.openxmlformats.org/presentationml/2006/main">
  <p:tag name="AS_UNIQUEID" val="53"/>
</p:tagLst>
</file>

<file path=ppt/tags/tag179.xml><?xml version="1.0" encoding="utf-8"?>
<p:tagLst xmlns:a="http://schemas.openxmlformats.org/drawingml/2006/main" xmlns:r="http://schemas.openxmlformats.org/officeDocument/2006/relationships" xmlns:p="http://schemas.openxmlformats.org/presentationml/2006/main">
  <p:tag name="AS_UNIQUEID" val="52"/>
</p:tagLst>
</file>

<file path=ppt/tags/tag180.xml><?xml version="1.0" encoding="utf-8"?>
<p:tagLst xmlns:a="http://schemas.openxmlformats.org/drawingml/2006/main" xmlns:r="http://schemas.openxmlformats.org/officeDocument/2006/relationships" xmlns:p="http://schemas.openxmlformats.org/presentationml/2006/main">
  <p:tag name="AS_UNIQUEID" val="53"/>
</p:tagLst>
</file>

<file path=ppt/tags/tag181.xml><?xml version="1.0" encoding="utf-8"?>
<p:tagLst xmlns:a="http://schemas.openxmlformats.org/drawingml/2006/main" xmlns:r="http://schemas.openxmlformats.org/officeDocument/2006/relationships" xmlns:p="http://schemas.openxmlformats.org/presentationml/2006/main">
  <p:tag name="AS_UNIQUEID" val="52"/>
</p:tagLst>
</file>

<file path=ppt/tags/tag182.xml><?xml version="1.0" encoding="utf-8"?>
<p:tagLst xmlns:a="http://schemas.openxmlformats.org/drawingml/2006/main" xmlns:r="http://schemas.openxmlformats.org/officeDocument/2006/relationships" xmlns:p="http://schemas.openxmlformats.org/presentationml/2006/main">
  <p:tag name="AS_UNIQUEID" val="53"/>
</p:tagLst>
</file>

<file path=ppt/tags/tag183.xml><?xml version="1.0" encoding="utf-8"?>
<p:tagLst xmlns:a="http://schemas.openxmlformats.org/drawingml/2006/main" xmlns:r="http://schemas.openxmlformats.org/officeDocument/2006/relationships" xmlns:p="http://schemas.openxmlformats.org/presentationml/2006/main">
  <p:tag name="AS_UNIQUEID" val="52"/>
</p:tagLst>
</file>

<file path=ppt/tags/tag184.xml><?xml version="1.0" encoding="utf-8"?>
<p:tagLst xmlns:a="http://schemas.openxmlformats.org/drawingml/2006/main" xmlns:r="http://schemas.openxmlformats.org/officeDocument/2006/relationships" xmlns:p="http://schemas.openxmlformats.org/presentationml/2006/main">
  <p:tag name="AS_UNIQUEID" val="53"/>
</p:tagLst>
</file>

<file path=ppt/tags/tag185.xml><?xml version="1.0" encoding="utf-8"?>
<p:tagLst xmlns:a="http://schemas.openxmlformats.org/drawingml/2006/main" xmlns:r="http://schemas.openxmlformats.org/officeDocument/2006/relationships" xmlns:p="http://schemas.openxmlformats.org/presentationml/2006/main">
  <p:tag name="AS_UNIQUEID" val="52"/>
</p:tagLst>
</file>

<file path=ppt/tags/tag186.xml><?xml version="1.0" encoding="utf-8"?>
<p:tagLst xmlns:a="http://schemas.openxmlformats.org/drawingml/2006/main" xmlns:r="http://schemas.openxmlformats.org/officeDocument/2006/relationships" xmlns:p="http://schemas.openxmlformats.org/presentationml/2006/main">
  <p:tag name="AS_UNIQUEID" val="53"/>
</p:tagLst>
</file>

<file path=ppt/tags/tag187.xml><?xml version="1.0" encoding="utf-8"?>
<p:tagLst xmlns:a="http://schemas.openxmlformats.org/drawingml/2006/main" xmlns:r="http://schemas.openxmlformats.org/officeDocument/2006/relationships" xmlns:p="http://schemas.openxmlformats.org/presentationml/2006/main">
  <p:tag name="AS_UNIQUEID" val="52"/>
</p:tagLst>
</file>

<file path=ppt/tags/tag188.xml><?xml version="1.0" encoding="utf-8"?>
<p:tagLst xmlns:a="http://schemas.openxmlformats.org/drawingml/2006/main" xmlns:r="http://schemas.openxmlformats.org/officeDocument/2006/relationships" xmlns:p="http://schemas.openxmlformats.org/presentationml/2006/main">
  <p:tag name="AS_UNIQUEID" val="53"/>
</p:tagLst>
</file>

<file path=ppt/tags/tag189.xml><?xml version="1.0" encoding="utf-8"?>
<p:tagLst xmlns:a="http://schemas.openxmlformats.org/drawingml/2006/main" xmlns:r="http://schemas.openxmlformats.org/officeDocument/2006/relationships" xmlns:p="http://schemas.openxmlformats.org/presentationml/2006/main">
  <p:tag name="AS_UNIQUEID" val="52"/>
</p:tagLst>
</file>

<file path=ppt/tags/tag190.xml><?xml version="1.0" encoding="utf-8"?>
<p:tagLst xmlns:a="http://schemas.openxmlformats.org/drawingml/2006/main" xmlns:r="http://schemas.openxmlformats.org/officeDocument/2006/relationships" xmlns:p="http://schemas.openxmlformats.org/presentationml/2006/main">
  <p:tag name="AS_UNIQUEID" val="5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4644</TotalTime>
  <Words>4997</Words>
  <Application>Microsoft Office PowerPoint</Application>
  <PresentationFormat>On-screen Show (4:3)</PresentationFormat>
  <Paragraphs>812</Paragraphs>
  <Slides>76</Slides>
  <Notes>61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76</vt:i4>
      </vt:variant>
    </vt:vector>
  </HeadingPairs>
  <TitlesOfParts>
    <vt:vector size="85" baseType="lpstr">
      <vt:lpstr>Arial</vt:lpstr>
      <vt:lpstr>Arial Unicode MS</vt:lpstr>
      <vt:lpstr>Calibri</vt:lpstr>
      <vt:lpstr>Calibri Light</vt:lpstr>
      <vt:lpstr>Inter</vt:lpstr>
      <vt:lpstr>Nunito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Kumar</dc:creator>
  <cp:lastModifiedBy>Gaurav Kumar</cp:lastModifiedBy>
  <cp:revision>275</cp:revision>
  <dcterms:created xsi:type="dcterms:W3CDTF">2024-08-22T07:30:41Z</dcterms:created>
  <dcterms:modified xsi:type="dcterms:W3CDTF">2026-08-19T03:58:44Z</dcterms:modified>
</cp:coreProperties>
</file>